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381" r:id="rId27"/>
    <p:sldId id="382" r:id="rId28"/>
    <p:sldId id="383" r:id="rId29"/>
    <p:sldId id="384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</p:sldIdLst>
  <p:sldSz cx="138176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9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62" y="715"/>
      </p:cViewPr>
      <p:guideLst>
        <p:guide orient="horz" pos="2880"/>
        <p:guide pos="29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microsoft.com/office/2016/11/relationships/changesInfo" Target="changesInfos/changesInfo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l Teixeira Cunha" userId="195451ac3a5e8dfd" providerId="LiveId" clId="{2A4D4AF3-9DC9-4CE5-AE1A-E96DDBF3EED9}"/>
    <pc:docChg chg="custSel addSld modSld">
      <pc:chgData name="Joel Teixeira Cunha" userId="195451ac3a5e8dfd" providerId="LiveId" clId="{2A4D4AF3-9DC9-4CE5-AE1A-E96DDBF3EED9}" dt="2026-03-18T12:16:06.420" v="228" actId="1076"/>
      <pc:docMkLst>
        <pc:docMk/>
      </pc:docMkLst>
      <pc:sldChg chg="addSp modSp new mod">
        <pc:chgData name="Joel Teixeira Cunha" userId="195451ac3a5e8dfd" providerId="LiveId" clId="{2A4D4AF3-9DC9-4CE5-AE1A-E96DDBF3EED9}" dt="2026-03-18T11:29:10.061" v="83" actId="20577"/>
        <pc:sldMkLst>
          <pc:docMk/>
          <pc:sldMk cId="1249746861" sldId="381"/>
        </pc:sldMkLst>
        <pc:spChg chg="mod">
          <ac:chgData name="Joel Teixeira Cunha" userId="195451ac3a5e8dfd" providerId="LiveId" clId="{2A4D4AF3-9DC9-4CE5-AE1A-E96DDBF3EED9}" dt="2026-03-18T11:29:10.061" v="83" actId="20577"/>
          <ac:spMkLst>
            <pc:docMk/>
            <pc:sldMk cId="1249746861" sldId="381"/>
            <ac:spMk id="2" creationId="{943F5772-C66B-8700-8B9E-ED6C8E132122}"/>
          </ac:spMkLst>
        </pc:spChg>
        <pc:spChg chg="mod">
          <ac:chgData name="Joel Teixeira Cunha" userId="195451ac3a5e8dfd" providerId="LiveId" clId="{2A4D4AF3-9DC9-4CE5-AE1A-E96DDBF3EED9}" dt="2026-03-18T11:26:46.885" v="52" actId="20577"/>
          <ac:spMkLst>
            <pc:docMk/>
            <pc:sldMk cId="1249746861" sldId="381"/>
            <ac:spMk id="3" creationId="{43AE8A67-CCC2-60F8-953C-6F7BBC2AA9CA}"/>
          </ac:spMkLst>
        </pc:spChg>
        <pc:picChg chg="add mod">
          <ac:chgData name="Joel Teixeira Cunha" userId="195451ac3a5e8dfd" providerId="LiveId" clId="{2A4D4AF3-9DC9-4CE5-AE1A-E96DDBF3EED9}" dt="2026-03-18T11:26:44.802" v="50" actId="1076"/>
          <ac:picMkLst>
            <pc:docMk/>
            <pc:sldMk cId="1249746861" sldId="381"/>
            <ac:picMk id="5" creationId="{6CC4E634-87E2-7E21-A845-4ED7A6089B3B}"/>
          </ac:picMkLst>
        </pc:picChg>
      </pc:sldChg>
      <pc:sldChg chg="addSp delSp modSp add mod">
        <pc:chgData name="Joel Teixeira Cunha" userId="195451ac3a5e8dfd" providerId="LiveId" clId="{2A4D4AF3-9DC9-4CE5-AE1A-E96DDBF3EED9}" dt="2026-03-18T11:33:42.208" v="115" actId="1076"/>
        <pc:sldMkLst>
          <pc:docMk/>
          <pc:sldMk cId="519265965" sldId="382"/>
        </pc:sldMkLst>
        <pc:spChg chg="mod">
          <ac:chgData name="Joel Teixeira Cunha" userId="195451ac3a5e8dfd" providerId="LiveId" clId="{2A4D4AF3-9DC9-4CE5-AE1A-E96DDBF3EED9}" dt="2026-03-18T11:33:14.389" v="108" actId="20577"/>
          <ac:spMkLst>
            <pc:docMk/>
            <pc:sldMk cId="519265965" sldId="382"/>
            <ac:spMk id="3" creationId="{6FEA0E9A-132D-003A-8460-811A3E51F6BC}"/>
          </ac:spMkLst>
        </pc:spChg>
        <pc:picChg chg="del">
          <ac:chgData name="Joel Teixeira Cunha" userId="195451ac3a5e8dfd" providerId="LiveId" clId="{2A4D4AF3-9DC9-4CE5-AE1A-E96DDBF3EED9}" dt="2026-03-18T11:33:18.781" v="109" actId="478"/>
          <ac:picMkLst>
            <pc:docMk/>
            <pc:sldMk cId="519265965" sldId="382"/>
            <ac:picMk id="5" creationId="{6021A9EA-BBAA-3B74-894B-93B8ABA303F5}"/>
          </ac:picMkLst>
        </pc:picChg>
        <pc:picChg chg="add mod">
          <ac:chgData name="Joel Teixeira Cunha" userId="195451ac3a5e8dfd" providerId="LiveId" clId="{2A4D4AF3-9DC9-4CE5-AE1A-E96DDBF3EED9}" dt="2026-03-18T11:33:42.208" v="115" actId="1076"/>
          <ac:picMkLst>
            <pc:docMk/>
            <pc:sldMk cId="519265965" sldId="382"/>
            <ac:picMk id="6" creationId="{C3E887AA-9DFB-234A-FF6F-4BB7152A256A}"/>
          </ac:picMkLst>
        </pc:picChg>
      </pc:sldChg>
      <pc:sldChg chg="modSp new mod">
        <pc:chgData name="Joel Teixeira Cunha" userId="195451ac3a5e8dfd" providerId="LiveId" clId="{2A4D4AF3-9DC9-4CE5-AE1A-E96DDBF3EED9}" dt="2026-03-18T12:08:37.638" v="220" actId="27636"/>
        <pc:sldMkLst>
          <pc:docMk/>
          <pc:sldMk cId="2853708997" sldId="383"/>
        </pc:sldMkLst>
        <pc:spChg chg="mod">
          <ac:chgData name="Joel Teixeira Cunha" userId="195451ac3a5e8dfd" providerId="LiveId" clId="{2A4D4AF3-9DC9-4CE5-AE1A-E96DDBF3EED9}" dt="2026-03-18T11:34:33.694" v="132" actId="20577"/>
          <ac:spMkLst>
            <pc:docMk/>
            <pc:sldMk cId="2853708997" sldId="383"/>
            <ac:spMk id="2" creationId="{492B5C28-734E-DE9B-DBAA-02755B87187A}"/>
          </ac:spMkLst>
        </pc:spChg>
        <pc:spChg chg="mod">
          <ac:chgData name="Joel Teixeira Cunha" userId="195451ac3a5e8dfd" providerId="LiveId" clId="{2A4D4AF3-9DC9-4CE5-AE1A-E96DDBF3EED9}" dt="2026-03-18T12:08:37.638" v="220" actId="27636"/>
          <ac:spMkLst>
            <pc:docMk/>
            <pc:sldMk cId="2853708997" sldId="383"/>
            <ac:spMk id="3" creationId="{C17B9544-9180-75A0-957E-43004E366B6B}"/>
          </ac:spMkLst>
        </pc:spChg>
      </pc:sldChg>
      <pc:sldChg chg="addSp delSp modSp add mod">
        <pc:chgData name="Joel Teixeira Cunha" userId="195451ac3a5e8dfd" providerId="LiveId" clId="{2A4D4AF3-9DC9-4CE5-AE1A-E96DDBF3EED9}" dt="2026-03-18T12:16:06.420" v="228" actId="1076"/>
        <pc:sldMkLst>
          <pc:docMk/>
          <pc:sldMk cId="1396505815" sldId="384"/>
        </pc:sldMkLst>
        <pc:spChg chg="del">
          <ac:chgData name="Joel Teixeira Cunha" userId="195451ac3a5e8dfd" providerId="LiveId" clId="{2A4D4AF3-9DC9-4CE5-AE1A-E96DDBF3EED9}" dt="2026-03-18T12:11:24.526" v="222" actId="478"/>
          <ac:spMkLst>
            <pc:docMk/>
            <pc:sldMk cId="1396505815" sldId="384"/>
            <ac:spMk id="3" creationId="{2A9E50ED-3B10-B2E4-6B32-1EF49863A3F6}"/>
          </ac:spMkLst>
        </pc:spChg>
        <pc:spChg chg="add del mod">
          <ac:chgData name="Joel Teixeira Cunha" userId="195451ac3a5e8dfd" providerId="LiveId" clId="{2A4D4AF3-9DC9-4CE5-AE1A-E96DDBF3EED9}" dt="2026-03-18T12:15:52.395" v="223" actId="478"/>
          <ac:spMkLst>
            <pc:docMk/>
            <pc:sldMk cId="1396505815" sldId="384"/>
            <ac:spMk id="5" creationId="{AF503170-6DA1-BA3D-E245-EF2B4F330021}"/>
          </ac:spMkLst>
        </pc:spChg>
        <pc:picChg chg="add mod">
          <ac:chgData name="Joel Teixeira Cunha" userId="195451ac3a5e8dfd" providerId="LiveId" clId="{2A4D4AF3-9DC9-4CE5-AE1A-E96DDBF3EED9}" dt="2026-03-18T12:16:06.420" v="228" actId="1076"/>
          <ac:picMkLst>
            <pc:docMk/>
            <pc:sldMk cId="1396505815" sldId="384"/>
            <ac:picMk id="7" creationId="{6F1BDF86-13E4-BB7B-3F5C-99C3C6C6666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68958-142F-8C23-E18E-4ED5CFF62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7200" y="1271588"/>
            <a:ext cx="10363200" cy="2706687"/>
          </a:xfrm>
          <a:solidFill>
            <a:schemeClr val="bg1"/>
          </a:solidFill>
        </p:spPr>
        <p:txBody>
          <a:bodyPr anchor="b"/>
          <a:lstStyle>
            <a:lvl1pPr algn="ctr">
              <a:defRPr sz="60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474A9D-CACD-E235-21FF-D49C51AF8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0" y="4083050"/>
            <a:ext cx="10363200" cy="1876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F7B701-A155-862D-E03B-902668153D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325" y="7204075"/>
            <a:ext cx="3109913" cy="414338"/>
          </a:xfrm>
          <a:prstGeom prst="rect">
            <a:avLst/>
          </a:prstGeom>
        </p:spPr>
        <p:txBody>
          <a:bodyPr/>
          <a:lstStyle/>
          <a:p>
            <a:fld id="{780DC94A-BF3A-4C12-910E-FC3A5980A3E3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F89C95-EDE4-BE13-502D-89BF11E8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6763" y="7204075"/>
            <a:ext cx="4664075" cy="4143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A52A45-FAA0-646C-115D-058845D8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363" y="7204075"/>
            <a:ext cx="3109912" cy="414338"/>
          </a:xfrm>
          <a:prstGeom prst="rect">
            <a:avLst/>
          </a:prstGeom>
        </p:spPr>
        <p:txBody>
          <a:bodyPr/>
          <a:lstStyle/>
          <a:p>
            <a:fld id="{9B8A6AE9-E7AF-4190-8E89-A71876274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698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01B02-A954-6C58-26D6-0AC82CDB7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89F571-B0F7-5E00-0CE6-D28CE18E4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96A4E7-AB94-029A-0D1F-B240E961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325" y="7204075"/>
            <a:ext cx="3109913" cy="414338"/>
          </a:xfrm>
          <a:prstGeom prst="rect">
            <a:avLst/>
          </a:prstGeom>
        </p:spPr>
        <p:txBody>
          <a:bodyPr/>
          <a:lstStyle/>
          <a:p>
            <a:fld id="{780DC94A-BF3A-4C12-910E-FC3A5980A3E3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A0C235-DD03-1C0B-6CCF-7FDBE8801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6763" y="7204075"/>
            <a:ext cx="4664075" cy="4143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48CCD2-2DF2-416D-0720-DA3E6886B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363" y="7204075"/>
            <a:ext cx="3109912" cy="414338"/>
          </a:xfrm>
          <a:prstGeom prst="rect">
            <a:avLst/>
          </a:prstGeom>
        </p:spPr>
        <p:txBody>
          <a:bodyPr/>
          <a:lstStyle/>
          <a:p>
            <a:fld id="{9B8A6AE9-E7AF-4190-8E89-A71876274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1412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0418DE-4351-91C3-0D9E-024D9232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75" y="1938338"/>
            <a:ext cx="11917363" cy="323215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anchor="b"/>
          <a:lstStyle>
            <a:lvl1pPr>
              <a:defRPr sz="60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3EB391-C50A-2A16-1606-9AEB11945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2975" y="5200650"/>
            <a:ext cx="11917363" cy="1700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32526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3AED4-54BA-DEEE-DFE5-1025D96DE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7FAA74-3358-5221-7AFB-2850B923A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8001" y="1219201"/>
            <a:ext cx="6324600" cy="59436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D049D5-3E19-D8EA-5056-24EC2BDA4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85000" y="1219200"/>
            <a:ext cx="6324599" cy="59436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3510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3B13A1-13E2-CBEF-65B5-C866BA388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0" y="1219200"/>
            <a:ext cx="6289675" cy="762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80B14A-D5EE-0E50-8D5F-BE56970F1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000" y="2057400"/>
            <a:ext cx="6289675" cy="5029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FADDB0-77C2-8908-BD89-503F96C420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94524" y="1219200"/>
            <a:ext cx="6289675" cy="762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228B1AD-259E-0C27-AB7B-566CDE817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94525" y="2057400"/>
            <a:ext cx="6289674" cy="5029200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C0AE103B-EF15-A126-FE7F-CC62471BA82C}"/>
              </a:ext>
            </a:extLst>
          </p:cNvPr>
          <p:cNvSpPr txBox="1">
            <a:spLocks/>
          </p:cNvSpPr>
          <p:nvPr userDrawn="1"/>
        </p:nvSpPr>
        <p:spPr>
          <a:xfrm>
            <a:off x="508000" y="20637"/>
            <a:ext cx="12801600" cy="1122363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03454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EEC1A-5EF8-7F63-2D14-5BD09CF4E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51713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77DBD2-4FFA-B600-5415-B2260876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325" y="7204075"/>
            <a:ext cx="3109913" cy="414338"/>
          </a:xfrm>
          <a:prstGeom prst="rect">
            <a:avLst/>
          </a:prstGeom>
        </p:spPr>
        <p:txBody>
          <a:bodyPr/>
          <a:lstStyle/>
          <a:p>
            <a:fld id="{780DC94A-BF3A-4C12-910E-FC3A5980A3E3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4CFF1A0-9A61-7EC2-8C11-BC176358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6763" y="7204075"/>
            <a:ext cx="4664075" cy="4143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DFB019-C94A-CA40-5977-9FC16E79A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363" y="7204075"/>
            <a:ext cx="3109912" cy="414338"/>
          </a:xfrm>
          <a:prstGeom prst="rect">
            <a:avLst/>
          </a:prstGeom>
        </p:spPr>
        <p:txBody>
          <a:bodyPr/>
          <a:lstStyle/>
          <a:p>
            <a:fld id="{9B8A6AE9-E7AF-4190-8E89-A71876274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855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AAA873-4BE7-88C1-0569-16058C0A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517525"/>
            <a:ext cx="4456113" cy="18145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73033A-CADE-405E-5121-89370E8DB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0" y="1119188"/>
            <a:ext cx="6996113" cy="55229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E24ED5-FE1A-0603-01EA-FB217012A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2500" y="2332038"/>
            <a:ext cx="4456113" cy="4319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6952F4-54D1-3E25-B3B4-BBD2ACC432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325" y="7204075"/>
            <a:ext cx="3109913" cy="414338"/>
          </a:xfrm>
          <a:prstGeom prst="rect">
            <a:avLst/>
          </a:prstGeom>
        </p:spPr>
        <p:txBody>
          <a:bodyPr/>
          <a:lstStyle/>
          <a:p>
            <a:fld id="{780DC94A-BF3A-4C12-910E-FC3A5980A3E3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0855ED-7752-A0B0-2EA1-343E3B79F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6763" y="7204075"/>
            <a:ext cx="4664075" cy="4143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E44A8B-1C5C-7E6E-41E9-3877CF8A9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363" y="7204075"/>
            <a:ext cx="3109912" cy="414338"/>
          </a:xfrm>
          <a:prstGeom prst="rect">
            <a:avLst/>
          </a:prstGeom>
        </p:spPr>
        <p:txBody>
          <a:bodyPr/>
          <a:lstStyle/>
          <a:p>
            <a:fld id="{9B8A6AE9-E7AF-4190-8E89-A71876274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889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4CDA86-95C0-72FE-7074-533C67475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517525"/>
            <a:ext cx="4456113" cy="18145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B6792E8-508E-FD3D-7620-6743271055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73750" y="1119188"/>
            <a:ext cx="6996113" cy="55229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985C226-9D82-CF47-588A-7351FD5CE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2500" y="2332038"/>
            <a:ext cx="4456113" cy="4319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7FB96C-DF06-3A0D-957E-F2D1F78E0E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325" y="7204075"/>
            <a:ext cx="3109913" cy="414338"/>
          </a:xfrm>
          <a:prstGeom prst="rect">
            <a:avLst/>
          </a:prstGeom>
        </p:spPr>
        <p:txBody>
          <a:bodyPr/>
          <a:lstStyle/>
          <a:p>
            <a:fld id="{780DC94A-BF3A-4C12-910E-FC3A5980A3E3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D5E27A-A910-81BD-D899-08772E5D9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6763" y="7204075"/>
            <a:ext cx="4664075" cy="4143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DCC1DC-B72F-95FB-67E5-A3130FC95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363" y="7204075"/>
            <a:ext cx="3109912" cy="414338"/>
          </a:xfrm>
          <a:prstGeom prst="rect">
            <a:avLst/>
          </a:prstGeom>
        </p:spPr>
        <p:txBody>
          <a:bodyPr/>
          <a:lstStyle/>
          <a:p>
            <a:fld id="{9B8A6AE9-E7AF-4190-8E89-A71876274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30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64215-DCB7-669E-CC93-6945D6651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7BE8499-D12C-204F-87DC-98AE9C58A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596A8A-FC22-0B7E-C6E2-6F93EA941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325" y="7204075"/>
            <a:ext cx="3109913" cy="414338"/>
          </a:xfrm>
          <a:prstGeom prst="rect">
            <a:avLst/>
          </a:prstGeom>
        </p:spPr>
        <p:txBody>
          <a:bodyPr/>
          <a:lstStyle/>
          <a:p>
            <a:fld id="{780DC94A-BF3A-4C12-910E-FC3A5980A3E3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130DBD-B43A-B0B4-8979-DA48E8F6C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6763" y="7204075"/>
            <a:ext cx="4664075" cy="4143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23B793-6E64-A691-3FB7-73DD9A85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363" y="7204075"/>
            <a:ext cx="3109912" cy="414338"/>
          </a:xfrm>
          <a:prstGeom prst="rect">
            <a:avLst/>
          </a:prstGeom>
        </p:spPr>
        <p:txBody>
          <a:bodyPr/>
          <a:lstStyle/>
          <a:p>
            <a:fld id="{9B8A6AE9-E7AF-4190-8E89-A71876274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81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384102-ADE3-B95D-D6C5-C53E86243B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88538" y="414338"/>
            <a:ext cx="2979737" cy="658653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1B606F0-B8C6-F50B-FFA9-C2802193D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49325" y="414338"/>
            <a:ext cx="8786813" cy="658653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CF43C0-6735-C592-2938-06B67B2B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325" y="7204075"/>
            <a:ext cx="3109913" cy="414338"/>
          </a:xfrm>
          <a:prstGeom prst="rect">
            <a:avLst/>
          </a:prstGeom>
        </p:spPr>
        <p:txBody>
          <a:bodyPr/>
          <a:lstStyle/>
          <a:p>
            <a:fld id="{780DC94A-BF3A-4C12-910E-FC3A5980A3E3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5A2147-ADF4-4763-0EFA-A9C8EA04A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6763" y="7204075"/>
            <a:ext cx="4664075" cy="4143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DAF3D9-C5EF-87B3-7D5E-89358D61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363" y="7204075"/>
            <a:ext cx="3109912" cy="414338"/>
          </a:xfrm>
          <a:prstGeom prst="rect">
            <a:avLst/>
          </a:prstGeom>
        </p:spPr>
        <p:txBody>
          <a:bodyPr/>
          <a:lstStyle/>
          <a:p>
            <a:fld id="{9B8A6AE9-E7AF-4190-8E89-A71876274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1001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0880" y="14350"/>
            <a:ext cx="12435840" cy="1367155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0" i="0">
                <a:solidFill>
                  <a:srgbClr val="3232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98834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0880" y="14350"/>
            <a:ext cx="12435840" cy="1367155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0" i="0">
                <a:solidFill>
                  <a:srgbClr val="3232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90880" y="1787652"/>
            <a:ext cx="6010656" cy="453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16064" y="1787652"/>
            <a:ext cx="6010656" cy="453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543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120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390C83F-DF22-E8A7-3A3A-F994DC560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0637"/>
            <a:ext cx="12801600" cy="1122363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1988EC-C13B-1BC8-8250-80A84EBC9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0" y="1219201"/>
            <a:ext cx="128016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04C91BD-C1F4-EE3B-DF8A-4268CB1AC505}"/>
              </a:ext>
            </a:extLst>
          </p:cNvPr>
          <p:cNvSpPr/>
          <p:nvPr userDrawn="1"/>
        </p:nvSpPr>
        <p:spPr>
          <a:xfrm>
            <a:off x="508000" y="7204075"/>
            <a:ext cx="12801600" cy="547688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114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ln>
            <a:solidFill>
              <a:schemeClr val="bg1"/>
            </a:solidFill>
          </a:ln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6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6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6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6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61231" y="1889251"/>
            <a:ext cx="6903720" cy="16700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508885" marR="5080" indent="-2496820">
              <a:lnSpc>
                <a:spcPts val="6470"/>
              </a:lnSpc>
              <a:spcBef>
                <a:spcPts val="204"/>
              </a:spcBef>
            </a:pPr>
            <a:r>
              <a:rPr sz="5400" dirty="0"/>
              <a:t>Introdução</a:t>
            </a:r>
            <a:r>
              <a:rPr sz="5400" spc="-125" dirty="0"/>
              <a:t> </a:t>
            </a:r>
            <a:r>
              <a:rPr sz="5400" dirty="0"/>
              <a:t>à</a:t>
            </a:r>
            <a:r>
              <a:rPr sz="5400" spc="-125" dirty="0"/>
              <a:t> </a:t>
            </a:r>
            <a:r>
              <a:rPr sz="5400" dirty="0"/>
              <a:t>Banco</a:t>
            </a:r>
            <a:r>
              <a:rPr sz="5400" spc="-120" dirty="0"/>
              <a:t> </a:t>
            </a:r>
            <a:r>
              <a:rPr sz="5400" spc="-25" dirty="0"/>
              <a:t>de </a:t>
            </a:r>
            <a:r>
              <a:rPr sz="5400" spc="-10" dirty="0"/>
              <a:t>Dados</a:t>
            </a:r>
            <a:endParaRPr sz="5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0854" y="1296631"/>
            <a:ext cx="10230739" cy="4176143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469900" indent="-457200">
              <a:spcBef>
                <a:spcPts val="785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O</a:t>
            </a:r>
            <a:r>
              <a:rPr sz="2800" spc="-3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que</a:t>
            </a:r>
            <a:r>
              <a:rPr sz="2800" spc="-2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é</a:t>
            </a:r>
            <a:r>
              <a:rPr sz="2800" spc="-3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Banco</a:t>
            </a:r>
            <a:r>
              <a:rPr sz="2800" spc="-2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de</a:t>
            </a:r>
            <a:r>
              <a:rPr sz="2800" spc="-2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spc="-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Dados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69900" indent="-457200">
              <a:spcBef>
                <a:spcPts val="68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Como</a:t>
            </a:r>
            <a:r>
              <a:rPr sz="2800" spc="-5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ele</a:t>
            </a:r>
            <a:r>
              <a:rPr sz="2800" spc="-4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spc="-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funciona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69900" indent="-457200">
              <a:spcBef>
                <a:spcPts val="675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Sistema</a:t>
            </a:r>
            <a:r>
              <a:rPr sz="2800" spc="-6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Gerenciador</a:t>
            </a:r>
            <a:r>
              <a:rPr sz="2800" spc="-7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de</a:t>
            </a:r>
            <a:r>
              <a:rPr sz="2800" spc="-6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Banco</a:t>
            </a:r>
            <a:r>
              <a:rPr sz="2800" spc="-6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de</a:t>
            </a:r>
            <a:r>
              <a:rPr sz="2800" spc="-6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spc="-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Dados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69900" indent="-457200">
              <a:spcBef>
                <a:spcPts val="685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Modelagem</a:t>
            </a:r>
            <a:r>
              <a:rPr sz="2800" spc="-7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de</a:t>
            </a:r>
            <a:r>
              <a:rPr sz="2800" spc="-7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spc="-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Dados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69900" indent="-457200">
              <a:spcBef>
                <a:spcPts val="67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Modelo</a:t>
            </a:r>
            <a:r>
              <a:rPr sz="2800" spc="-5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de</a:t>
            </a:r>
            <a:r>
              <a:rPr sz="2800" spc="-5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dados</a:t>
            </a:r>
            <a:r>
              <a:rPr sz="2800" spc="-5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spc="-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Entidade-Relacionamento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69900" indent="-457200">
              <a:spcBef>
                <a:spcPts val="685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Modelo</a:t>
            </a:r>
            <a:r>
              <a:rPr sz="2800" spc="-5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de</a:t>
            </a:r>
            <a:r>
              <a:rPr sz="2800" spc="-5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dados</a:t>
            </a:r>
            <a:r>
              <a:rPr sz="2800" spc="-4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spc="-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Relacional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69900" indent="-457200">
              <a:spcBef>
                <a:spcPts val="67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Mapeamento</a:t>
            </a:r>
            <a:r>
              <a:rPr sz="2800" spc="-13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spc="-2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MER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69900" indent="-457200">
              <a:spcBef>
                <a:spcPts val="685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Normalização</a:t>
            </a:r>
            <a:r>
              <a:rPr sz="2800" spc="-7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de</a:t>
            </a:r>
            <a:r>
              <a:rPr sz="2800" spc="-7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spc="-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dados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3D6219AA-F745-3574-6608-24F1E28AB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193D65-E680-4F87-334F-A2BB78D6B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object 3"/>
          <p:cNvSpPr txBox="1"/>
          <p:nvPr/>
        </p:nvSpPr>
        <p:spPr>
          <a:xfrm>
            <a:off x="3598163" y="2506472"/>
            <a:ext cx="7434580" cy="40677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69265" marR="108585" indent="-457200">
              <a:lnSpc>
                <a:spcPct val="100400"/>
              </a:lnSpc>
              <a:spcBef>
                <a:spcPts val="8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  <a:tab pos="5472430" algn="l"/>
              </a:tabLst>
            </a:pPr>
            <a:r>
              <a:rPr sz="2800" dirty="0">
                <a:latin typeface="Tahoma"/>
                <a:cs typeface="Tahoma"/>
              </a:rPr>
              <a:t>Uma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base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é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conjunto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dirty="0">
                <a:latin typeface="Tahoma"/>
                <a:cs typeface="Tahoma"/>
              </a:rPr>
              <a:t>arquivos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relacionados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entre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si.</a:t>
            </a:r>
            <a:r>
              <a:rPr sz="2800" dirty="0">
                <a:latin typeface="Tahoma"/>
                <a:cs typeface="Tahoma"/>
              </a:rPr>
              <a:t>	(CHU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1983)</a:t>
            </a:r>
            <a:endParaRPr sz="2800" dirty="0">
              <a:latin typeface="Tahoma"/>
              <a:cs typeface="Tahoma"/>
            </a:endParaRPr>
          </a:p>
          <a:p>
            <a:pPr marL="469265" marR="55880" indent="-457200">
              <a:lnSpc>
                <a:spcPct val="100099"/>
              </a:lnSpc>
              <a:spcBef>
                <a:spcPts val="67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  <a:tab pos="5456555" algn="l"/>
              </a:tabLst>
            </a:pPr>
            <a:r>
              <a:rPr sz="2800" dirty="0">
                <a:latin typeface="Tahoma"/>
                <a:cs typeface="Tahoma"/>
              </a:rPr>
              <a:t>Uma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base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é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coleção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dados </a:t>
            </a:r>
            <a:r>
              <a:rPr sz="2800" dirty="0">
                <a:latin typeface="Tahoma"/>
                <a:cs typeface="Tahoma"/>
              </a:rPr>
              <a:t>operacionais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armazenados,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usados</a:t>
            </a:r>
            <a:r>
              <a:rPr sz="2800" spc="-114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pelos </a:t>
            </a:r>
            <a:r>
              <a:rPr sz="2800" dirty="0">
                <a:latin typeface="Tahoma"/>
                <a:cs typeface="Tahoma"/>
              </a:rPr>
              <a:t>sistemas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aplicação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determinada organização.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10" dirty="0">
                <a:latin typeface="Tahoma"/>
                <a:cs typeface="Tahoma"/>
              </a:rPr>
              <a:t>(Date,1985)</a:t>
            </a:r>
            <a:endParaRPr sz="2800" dirty="0">
              <a:latin typeface="Tahoma"/>
              <a:cs typeface="Tahoma"/>
            </a:endParaRPr>
          </a:p>
          <a:p>
            <a:pPr marL="469265" marR="5080" indent="-457200">
              <a:spcBef>
                <a:spcPts val="67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  <a:tab pos="3423285" algn="l"/>
              </a:tabLst>
            </a:pPr>
            <a:r>
              <a:rPr sz="2800" dirty="0">
                <a:latin typeface="Tahoma"/>
                <a:cs typeface="Tahoma"/>
              </a:rPr>
              <a:t>Uma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base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é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coleção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dados relacionados.</a:t>
            </a:r>
            <a:r>
              <a:rPr sz="2800" dirty="0">
                <a:latin typeface="Tahoma"/>
                <a:cs typeface="Tahoma"/>
              </a:rPr>
              <a:t>	(Elmasri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Navathe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1989)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FB0ADB46-9648-EDCF-64E1-92A2D18F5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BANCO DE DADOS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ED1B2D-7FC8-E7DE-238D-AB57B4FAF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object 3"/>
          <p:cNvSpPr txBox="1"/>
          <p:nvPr/>
        </p:nvSpPr>
        <p:spPr>
          <a:xfrm>
            <a:off x="3598163" y="2210816"/>
            <a:ext cx="7588250" cy="5296706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4965" marR="52069" indent="-342900">
              <a:lnSpc>
                <a:spcPct val="80300"/>
              </a:lnSpc>
              <a:spcBef>
                <a:spcPts val="595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100" spc="155" dirty="0">
                <a:latin typeface="Tahoma"/>
                <a:cs typeface="Tahoma"/>
              </a:rPr>
              <a:t>Banco</a:t>
            </a:r>
            <a:r>
              <a:rPr sz="2100" spc="-60" dirty="0">
                <a:latin typeface="Tahoma"/>
                <a:cs typeface="Tahoma"/>
              </a:rPr>
              <a:t> </a:t>
            </a:r>
            <a:r>
              <a:rPr sz="2100" spc="140" dirty="0">
                <a:latin typeface="Tahoma"/>
                <a:cs typeface="Tahoma"/>
              </a:rPr>
              <a:t>de</a:t>
            </a:r>
            <a:r>
              <a:rPr sz="2100" spc="-55" dirty="0">
                <a:latin typeface="Tahoma"/>
                <a:cs typeface="Tahoma"/>
              </a:rPr>
              <a:t> </a:t>
            </a:r>
            <a:r>
              <a:rPr sz="2100" spc="145" dirty="0">
                <a:latin typeface="Tahoma"/>
                <a:cs typeface="Tahoma"/>
              </a:rPr>
              <a:t>Dados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-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Representa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arquivo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físico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dados, </a:t>
            </a:r>
            <a:r>
              <a:rPr sz="2100" dirty="0">
                <a:latin typeface="Tahoma"/>
                <a:cs typeface="Tahoma"/>
              </a:rPr>
              <a:t>armazenado</a:t>
            </a:r>
            <a:r>
              <a:rPr sz="2100" spc="-6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em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dispositivos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periféricos,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onde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estão </a:t>
            </a:r>
            <a:r>
              <a:rPr sz="2100" dirty="0">
                <a:latin typeface="Tahoma"/>
                <a:cs typeface="Tahoma"/>
              </a:rPr>
              <a:t>armazenados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os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dados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diversos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sistemas,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para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consulta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e </a:t>
            </a:r>
            <a:r>
              <a:rPr sz="2100" dirty="0">
                <a:latin typeface="Tahoma"/>
                <a:cs typeface="Tahoma"/>
              </a:rPr>
              <a:t>atualização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pelo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usuário.</a:t>
            </a:r>
            <a:endParaRPr sz="2100" dirty="0">
              <a:latin typeface="Tahoma"/>
              <a:cs typeface="Tahoma"/>
            </a:endParaRPr>
          </a:p>
          <a:p>
            <a:pPr marL="354965" marR="99695" indent="-342900">
              <a:lnSpc>
                <a:spcPts val="2030"/>
              </a:lnSpc>
              <a:spcBef>
                <a:spcPts val="475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100" spc="150" dirty="0">
                <a:latin typeface="Tahoma"/>
                <a:cs typeface="Tahoma"/>
              </a:rPr>
              <a:t>Dado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-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É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valor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campo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quando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é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armazenado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Banco </a:t>
            </a:r>
            <a:r>
              <a:rPr sz="2100" dirty="0">
                <a:latin typeface="Tahoma"/>
                <a:cs typeface="Tahoma"/>
              </a:rPr>
              <a:t>de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Dados.</a:t>
            </a:r>
            <a:endParaRPr sz="2100" dirty="0">
              <a:latin typeface="Tahoma"/>
              <a:cs typeface="Tahoma"/>
            </a:endParaRPr>
          </a:p>
          <a:p>
            <a:pPr marL="354965" marR="1226820" indent="-342900">
              <a:lnSpc>
                <a:spcPts val="2030"/>
              </a:lnSpc>
              <a:spcBef>
                <a:spcPts val="49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100" spc="135" dirty="0">
                <a:latin typeface="Tahoma"/>
                <a:cs typeface="Tahoma"/>
              </a:rPr>
              <a:t>Tabelas</a:t>
            </a:r>
            <a:r>
              <a:rPr sz="2100" spc="-65" dirty="0">
                <a:latin typeface="Tahoma"/>
                <a:cs typeface="Tahoma"/>
              </a:rPr>
              <a:t> </a:t>
            </a:r>
            <a:r>
              <a:rPr sz="2100" spc="140" dirty="0">
                <a:latin typeface="Tahoma"/>
                <a:cs typeface="Tahoma"/>
              </a:rPr>
              <a:t>Lógicas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-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Representam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as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estruturas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de </a:t>
            </a:r>
            <a:r>
              <a:rPr sz="2100" dirty="0">
                <a:latin typeface="Tahoma"/>
                <a:cs typeface="Tahoma"/>
              </a:rPr>
              <a:t>armazenamento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dados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(arquivos)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dos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sistemas.</a:t>
            </a:r>
            <a:endParaRPr sz="2100" dirty="0">
              <a:latin typeface="Tahoma"/>
              <a:cs typeface="Tahoma"/>
            </a:endParaRPr>
          </a:p>
          <a:p>
            <a:pPr marL="354965" marR="5080" indent="-342900" algn="just">
              <a:lnSpc>
                <a:spcPct val="80200"/>
              </a:lnSpc>
              <a:spcBef>
                <a:spcPts val="52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100" spc="85" dirty="0">
                <a:latin typeface="Tahoma"/>
                <a:cs typeface="Tahoma"/>
              </a:rPr>
              <a:t>S.G.D.B.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155" dirty="0">
                <a:latin typeface="Tahoma"/>
                <a:cs typeface="Tahoma"/>
              </a:rPr>
              <a:t>(Sistema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145" dirty="0">
                <a:latin typeface="Tahoma"/>
                <a:cs typeface="Tahoma"/>
              </a:rPr>
              <a:t>Gerenciador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140" dirty="0">
                <a:latin typeface="Tahoma"/>
                <a:cs typeface="Tahoma"/>
              </a:rPr>
              <a:t>de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155" dirty="0">
                <a:latin typeface="Tahoma"/>
                <a:cs typeface="Tahoma"/>
              </a:rPr>
              <a:t>Banco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140" dirty="0">
                <a:latin typeface="Tahoma"/>
                <a:cs typeface="Tahoma"/>
              </a:rPr>
              <a:t>de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145" dirty="0">
                <a:latin typeface="Tahoma"/>
                <a:cs typeface="Tahoma"/>
              </a:rPr>
              <a:t>Dados)</a:t>
            </a:r>
            <a:r>
              <a:rPr sz="2100" spc="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-</a:t>
            </a:r>
            <a:r>
              <a:rPr sz="2100" spc="25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É 	</a:t>
            </a:r>
            <a:r>
              <a:rPr sz="2100" dirty="0">
                <a:latin typeface="Tahoma"/>
                <a:cs typeface="Tahoma"/>
              </a:rPr>
              <a:t>o</a:t>
            </a:r>
            <a:r>
              <a:rPr sz="2100" spc="-5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software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responsável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pelo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gerenciamento</a:t>
            </a:r>
            <a:r>
              <a:rPr sz="2100" spc="-6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(armazenamento 	</a:t>
            </a:r>
            <a:r>
              <a:rPr sz="2100" dirty="0">
                <a:latin typeface="Tahoma"/>
                <a:cs typeface="Tahoma"/>
              </a:rPr>
              <a:t>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recuperação)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dos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dados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Banco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Dados.</a:t>
            </a:r>
            <a:endParaRPr sz="2100" dirty="0">
              <a:latin typeface="Tahoma"/>
              <a:cs typeface="Tahoma"/>
            </a:endParaRPr>
          </a:p>
          <a:p>
            <a:pPr marL="354965" marR="110489" indent="-342900">
              <a:lnSpc>
                <a:spcPts val="2030"/>
              </a:lnSpc>
              <a:spcBef>
                <a:spcPts val="48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100" spc="150" dirty="0">
                <a:latin typeface="Tahoma"/>
                <a:cs typeface="Tahoma"/>
              </a:rPr>
              <a:t>Conteúdo</a:t>
            </a:r>
            <a:r>
              <a:rPr sz="2100" spc="-55" dirty="0">
                <a:latin typeface="Tahoma"/>
                <a:cs typeface="Tahoma"/>
              </a:rPr>
              <a:t> </a:t>
            </a:r>
            <a:r>
              <a:rPr sz="2100" spc="150" dirty="0">
                <a:latin typeface="Tahoma"/>
                <a:cs typeface="Tahoma"/>
              </a:rPr>
              <a:t>do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160" dirty="0">
                <a:latin typeface="Tahoma"/>
                <a:cs typeface="Tahoma"/>
              </a:rPr>
              <a:t>campo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- É o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valor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do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campo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armazenado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no </a:t>
            </a:r>
            <a:r>
              <a:rPr sz="2100" dirty="0">
                <a:latin typeface="Tahoma"/>
                <a:cs typeface="Tahoma"/>
              </a:rPr>
              <a:t>Banco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Dados.</a:t>
            </a:r>
            <a:endParaRPr sz="2100" dirty="0">
              <a:latin typeface="Tahoma"/>
              <a:cs typeface="Tahoma"/>
            </a:endParaRPr>
          </a:p>
          <a:p>
            <a:pPr marL="354965" marR="73660" indent="-342900">
              <a:lnSpc>
                <a:spcPct val="80400"/>
              </a:lnSpc>
              <a:spcBef>
                <a:spcPts val="515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100" spc="165" dirty="0">
                <a:latin typeface="Tahoma"/>
                <a:cs typeface="Tahoma"/>
              </a:rPr>
              <a:t>Modelo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140" dirty="0">
                <a:latin typeface="Tahoma"/>
                <a:cs typeface="Tahoma"/>
              </a:rPr>
              <a:t>de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spc="155" dirty="0">
                <a:latin typeface="Tahoma"/>
                <a:cs typeface="Tahoma"/>
              </a:rPr>
              <a:t>Banco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spc="140" dirty="0">
                <a:latin typeface="Tahoma"/>
                <a:cs typeface="Tahoma"/>
              </a:rPr>
              <a:t>de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125" dirty="0">
                <a:latin typeface="Tahoma"/>
                <a:cs typeface="Tahoma"/>
              </a:rPr>
              <a:t>Dados:</a:t>
            </a:r>
            <a:r>
              <a:rPr sz="2100" spc="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Modelo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Relacional,</a:t>
            </a:r>
            <a:r>
              <a:rPr sz="2100" spc="-10" dirty="0">
                <a:latin typeface="Tahoma"/>
                <a:cs typeface="Tahoma"/>
              </a:rPr>
              <a:t> Modelo </a:t>
            </a:r>
            <a:r>
              <a:rPr sz="2100" dirty="0">
                <a:latin typeface="Tahoma"/>
                <a:cs typeface="Tahoma"/>
              </a:rPr>
              <a:t>Hierárquico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Modelo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em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Rede.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Representa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estrutura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física </a:t>
            </a:r>
            <a:r>
              <a:rPr sz="2100" dirty="0">
                <a:latin typeface="Tahoma"/>
                <a:cs typeface="Tahoma"/>
              </a:rPr>
              <a:t>no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qual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armazenamento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dos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dados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foram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projetados.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O </a:t>
            </a:r>
            <a:r>
              <a:rPr sz="2100" dirty="0">
                <a:latin typeface="Tahoma"/>
                <a:cs typeface="Tahoma"/>
              </a:rPr>
              <a:t>modelo</a:t>
            </a:r>
            <a:r>
              <a:rPr sz="2100" spc="-6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identifica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estrutura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interna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recuperação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e </a:t>
            </a:r>
            <a:r>
              <a:rPr sz="2100" dirty="0">
                <a:latin typeface="Tahoma"/>
                <a:cs typeface="Tahoma"/>
              </a:rPr>
              <a:t>armazenamento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dos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dados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qual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SGBD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foi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projetado.</a:t>
            </a:r>
            <a:endParaRPr sz="2100" dirty="0">
              <a:latin typeface="Tahoma"/>
              <a:cs typeface="Tahoma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B82804AD-0AAA-48BA-57F6-35775D95A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GERAIS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A5391C4-30DD-48B5-C7E2-23E3E96C3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3598163" y="2474467"/>
            <a:ext cx="7531734" cy="437747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4965" marR="1195070" indent="-342900">
              <a:lnSpc>
                <a:spcPts val="2580"/>
              </a:lnSpc>
              <a:spcBef>
                <a:spcPts val="434"/>
              </a:spcBef>
              <a:buClr>
                <a:srgbClr val="3232CC"/>
              </a:buClr>
              <a:buSzPct val="58333"/>
              <a:buBlip>
                <a:blip r:embed="rId2"/>
              </a:buBlip>
              <a:tabLst>
                <a:tab pos="354965" algn="l"/>
              </a:tabLst>
            </a:pPr>
            <a:r>
              <a:rPr lang="pt-BR" sz="2400" dirty="0">
                <a:latin typeface="Tahoma"/>
                <a:cs typeface="Tahoma"/>
              </a:rPr>
              <a:t>Um</a:t>
            </a:r>
            <a:r>
              <a:rPr lang="pt-BR" sz="2400" spc="-15" dirty="0">
                <a:latin typeface="Tahoma"/>
                <a:cs typeface="Tahoma"/>
              </a:rPr>
              <a:t> </a:t>
            </a:r>
            <a:r>
              <a:rPr lang="pt-BR" sz="2400" dirty="0" err="1">
                <a:latin typeface="Tahoma"/>
                <a:cs typeface="Tahoma"/>
              </a:rPr>
              <a:t>Bd</a:t>
            </a:r>
            <a:r>
              <a:rPr lang="pt-BR" sz="2400" spc="-15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é</a:t>
            </a:r>
            <a:r>
              <a:rPr lang="pt-BR" sz="2400" spc="-35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uma</a:t>
            </a:r>
            <a:r>
              <a:rPr lang="pt-BR" sz="2400" spc="-1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coleção</a:t>
            </a:r>
            <a:r>
              <a:rPr lang="pt-BR" sz="2400" spc="-1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de</a:t>
            </a:r>
            <a:r>
              <a:rPr lang="pt-BR" sz="2400" spc="-25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dados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spc="-10" dirty="0">
                <a:latin typeface="Tahoma"/>
                <a:cs typeface="Tahoma"/>
              </a:rPr>
              <a:t>logicamente </a:t>
            </a:r>
            <a:r>
              <a:rPr lang="pt-BR" sz="2400" dirty="0">
                <a:latin typeface="Tahoma"/>
                <a:cs typeface="Tahoma"/>
              </a:rPr>
              <a:t>relacionados,</a:t>
            </a:r>
            <a:r>
              <a:rPr lang="pt-BR" sz="2400" spc="-4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com</a:t>
            </a:r>
            <a:r>
              <a:rPr lang="pt-BR" sz="2400" spc="-4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algum</a:t>
            </a:r>
            <a:r>
              <a:rPr lang="pt-BR" sz="2400" spc="-45" dirty="0">
                <a:latin typeface="Tahoma"/>
                <a:cs typeface="Tahoma"/>
              </a:rPr>
              <a:t> </a:t>
            </a:r>
            <a:r>
              <a:rPr lang="pt-BR" sz="2400" spc="-10" dirty="0">
                <a:latin typeface="Tahoma"/>
                <a:cs typeface="Tahoma"/>
              </a:rPr>
              <a:t>significado.</a:t>
            </a:r>
            <a:endParaRPr lang="pt-BR" sz="2400" dirty="0">
              <a:latin typeface="Tahoma"/>
              <a:cs typeface="Tahoma"/>
            </a:endParaRPr>
          </a:p>
          <a:p>
            <a:pPr marL="812165" marR="5080" lvl="1" indent="-342900">
              <a:lnSpc>
                <a:spcPts val="2160"/>
              </a:lnSpc>
              <a:spcBef>
                <a:spcPts val="480"/>
              </a:spcBef>
              <a:buClr>
                <a:srgbClr val="FF0000"/>
              </a:buClr>
              <a:buSzPct val="55000"/>
              <a:buBlip>
                <a:blip r:embed="rId2"/>
              </a:buBlip>
              <a:tabLst>
                <a:tab pos="756285" algn="l"/>
              </a:tabLst>
            </a:pPr>
            <a:r>
              <a:rPr lang="pt-BR" sz="2000" dirty="0">
                <a:latin typeface="Tahoma"/>
                <a:cs typeface="Tahoma"/>
              </a:rPr>
              <a:t>implica</a:t>
            </a:r>
            <a:r>
              <a:rPr lang="pt-BR" sz="2000" spc="-4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em</a:t>
            </a:r>
            <a:r>
              <a:rPr lang="pt-BR" sz="2000" spc="-4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que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associações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aleatórias</a:t>
            </a:r>
            <a:r>
              <a:rPr lang="pt-BR" sz="2000" spc="-4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de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dados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não</a:t>
            </a:r>
            <a:r>
              <a:rPr lang="pt-BR" sz="2000" spc="-45" dirty="0">
                <a:latin typeface="Tahoma"/>
                <a:cs typeface="Tahoma"/>
              </a:rPr>
              <a:t> </a:t>
            </a:r>
            <a:r>
              <a:rPr lang="pt-BR" sz="2000" spc="-10" dirty="0">
                <a:latin typeface="Tahoma"/>
                <a:cs typeface="Tahoma"/>
              </a:rPr>
              <a:t>possam </a:t>
            </a:r>
            <a:r>
              <a:rPr lang="pt-BR" sz="2000" dirty="0">
                <a:latin typeface="Tahoma"/>
                <a:cs typeface="Tahoma"/>
              </a:rPr>
              <a:t>ser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chamadas</a:t>
            </a:r>
            <a:r>
              <a:rPr lang="pt-BR" sz="2000" spc="-4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de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bases</a:t>
            </a:r>
            <a:r>
              <a:rPr lang="pt-BR" sz="2000" spc="-2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de</a:t>
            </a:r>
            <a:r>
              <a:rPr lang="pt-BR" sz="2000" spc="-45" dirty="0">
                <a:latin typeface="Tahoma"/>
                <a:cs typeface="Tahoma"/>
              </a:rPr>
              <a:t> </a:t>
            </a:r>
            <a:r>
              <a:rPr lang="pt-BR" sz="2000" spc="-10" dirty="0">
                <a:latin typeface="Tahoma"/>
                <a:cs typeface="Tahoma"/>
              </a:rPr>
              <a:t>dados.</a:t>
            </a:r>
            <a:endParaRPr lang="pt-BR" sz="2000" dirty="0">
              <a:latin typeface="Tahoma"/>
              <a:cs typeface="Tahoma"/>
            </a:endParaRPr>
          </a:p>
          <a:p>
            <a:pPr marL="354965" marR="557530" indent="-342900">
              <a:lnSpc>
                <a:spcPts val="2590"/>
              </a:lnSpc>
              <a:spcBef>
                <a:spcPts val="580"/>
              </a:spcBef>
              <a:buClr>
                <a:srgbClr val="3232CC"/>
              </a:buClr>
              <a:buSzPct val="58333"/>
              <a:buBlip>
                <a:blip r:embed="rId2"/>
              </a:buBlip>
              <a:tabLst>
                <a:tab pos="354965" algn="l"/>
              </a:tabLst>
            </a:pPr>
            <a:r>
              <a:rPr lang="pt-BR" sz="2400" dirty="0">
                <a:latin typeface="Tahoma"/>
                <a:cs typeface="Tahoma"/>
              </a:rPr>
              <a:t>Um</a:t>
            </a:r>
            <a:r>
              <a:rPr lang="pt-BR" sz="2400" spc="-15" dirty="0">
                <a:latin typeface="Tahoma"/>
                <a:cs typeface="Tahoma"/>
              </a:rPr>
              <a:t> </a:t>
            </a:r>
            <a:r>
              <a:rPr lang="pt-BR" sz="2400" dirty="0" err="1">
                <a:latin typeface="Tahoma"/>
                <a:cs typeface="Tahoma"/>
              </a:rPr>
              <a:t>Bd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é</a:t>
            </a:r>
            <a:r>
              <a:rPr lang="pt-BR" sz="2400" spc="-35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projetado,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construído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e</a:t>
            </a:r>
            <a:r>
              <a:rPr lang="pt-BR" sz="2400" spc="-3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preenchido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spc="-25" dirty="0">
                <a:latin typeface="Tahoma"/>
                <a:cs typeface="Tahoma"/>
              </a:rPr>
              <a:t>com </a:t>
            </a:r>
            <a:r>
              <a:rPr lang="pt-BR" sz="2400" dirty="0">
                <a:latin typeface="Tahoma"/>
                <a:cs typeface="Tahoma"/>
              </a:rPr>
              <a:t>dados</a:t>
            </a:r>
            <a:r>
              <a:rPr lang="pt-BR" sz="2400" spc="-3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para</a:t>
            </a:r>
            <a:r>
              <a:rPr lang="pt-BR" sz="2400" spc="-3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um</a:t>
            </a:r>
            <a:r>
              <a:rPr lang="pt-BR" sz="2400" spc="-3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propósito</a:t>
            </a:r>
            <a:r>
              <a:rPr lang="pt-BR" sz="2400" spc="-25" dirty="0">
                <a:latin typeface="Tahoma"/>
                <a:cs typeface="Tahoma"/>
              </a:rPr>
              <a:t> </a:t>
            </a:r>
            <a:r>
              <a:rPr lang="pt-BR" sz="2400" spc="-10" dirty="0">
                <a:latin typeface="Tahoma"/>
                <a:cs typeface="Tahoma"/>
              </a:rPr>
              <a:t>específico.</a:t>
            </a:r>
            <a:endParaRPr lang="pt-BR" sz="2400" dirty="0">
              <a:latin typeface="Tahoma"/>
              <a:cs typeface="Tahoma"/>
            </a:endParaRPr>
          </a:p>
          <a:p>
            <a:pPr marL="812165" marR="1089025" lvl="1" indent="-342900">
              <a:lnSpc>
                <a:spcPts val="2170"/>
              </a:lnSpc>
              <a:spcBef>
                <a:spcPts val="459"/>
              </a:spcBef>
              <a:buClr>
                <a:srgbClr val="FF0000"/>
              </a:buClr>
              <a:buSzPct val="55000"/>
              <a:buBlip>
                <a:blip r:embed="rId2"/>
              </a:buBlip>
              <a:tabLst>
                <a:tab pos="756285" algn="l"/>
              </a:tabLst>
            </a:pPr>
            <a:r>
              <a:rPr lang="pt-BR" sz="2000" dirty="0">
                <a:latin typeface="Tahoma"/>
                <a:cs typeface="Tahoma"/>
              </a:rPr>
              <a:t>Possui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um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grupo</a:t>
            </a:r>
            <a:r>
              <a:rPr lang="pt-BR" sz="2000" spc="-2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de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usuários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e</a:t>
            </a:r>
            <a:r>
              <a:rPr lang="pt-BR" sz="2000" spc="-2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algumas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spc="-10" dirty="0">
                <a:latin typeface="Tahoma"/>
                <a:cs typeface="Tahoma"/>
              </a:rPr>
              <a:t>aplicações </a:t>
            </a:r>
            <a:r>
              <a:rPr lang="pt-BR" sz="2000" dirty="0">
                <a:latin typeface="Tahoma"/>
                <a:cs typeface="Tahoma"/>
              </a:rPr>
              <a:t>concebidas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para</a:t>
            </a:r>
            <a:r>
              <a:rPr lang="pt-BR" sz="2000" spc="-4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atender</a:t>
            </a:r>
            <a:r>
              <a:rPr lang="pt-BR" sz="2000" spc="-4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a</a:t>
            </a:r>
            <a:r>
              <a:rPr lang="pt-BR" sz="2000" spc="-5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esses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usuários</a:t>
            </a:r>
            <a:r>
              <a:rPr lang="pt-BR" sz="2000" spc="-50" dirty="0">
                <a:latin typeface="Tahoma"/>
                <a:cs typeface="Tahoma"/>
              </a:rPr>
              <a:t> .</a:t>
            </a:r>
            <a:endParaRPr lang="pt-BR" sz="2000" dirty="0">
              <a:latin typeface="Tahoma"/>
              <a:cs typeface="Tahoma"/>
            </a:endParaRPr>
          </a:p>
          <a:p>
            <a:pPr marL="354965" marR="857250" indent="-342900">
              <a:lnSpc>
                <a:spcPts val="2590"/>
              </a:lnSpc>
              <a:spcBef>
                <a:spcPts val="565"/>
              </a:spcBef>
              <a:buClr>
                <a:srgbClr val="3232CC"/>
              </a:buClr>
              <a:buSzPct val="58333"/>
              <a:buBlip>
                <a:blip r:embed="rId2"/>
              </a:buBlip>
              <a:tabLst>
                <a:tab pos="354965" algn="l"/>
              </a:tabLst>
            </a:pPr>
            <a:r>
              <a:rPr lang="pt-BR" sz="2400" dirty="0">
                <a:latin typeface="Tahoma"/>
                <a:cs typeface="Tahoma"/>
              </a:rPr>
              <a:t>Um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dirty="0" err="1">
                <a:latin typeface="Tahoma"/>
                <a:cs typeface="Tahoma"/>
              </a:rPr>
              <a:t>Bd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é</a:t>
            </a:r>
            <a:r>
              <a:rPr lang="pt-BR" sz="2400" spc="-25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a</a:t>
            </a:r>
            <a:r>
              <a:rPr lang="pt-BR" sz="2400" spc="-4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representação</a:t>
            </a:r>
            <a:r>
              <a:rPr lang="pt-BR" sz="2400" spc="-15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de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algum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aspecto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spc="-25" dirty="0">
                <a:latin typeface="Tahoma"/>
                <a:cs typeface="Tahoma"/>
              </a:rPr>
              <a:t>do </a:t>
            </a:r>
            <a:r>
              <a:rPr lang="pt-BR" sz="2400" dirty="0">
                <a:latin typeface="Tahoma"/>
                <a:cs typeface="Tahoma"/>
              </a:rPr>
              <a:t>mundo</a:t>
            </a:r>
            <a:r>
              <a:rPr lang="pt-BR" sz="2400" spc="-15" dirty="0">
                <a:latin typeface="Tahoma"/>
                <a:cs typeface="Tahoma"/>
              </a:rPr>
              <a:t> </a:t>
            </a:r>
            <a:r>
              <a:rPr lang="pt-BR" sz="2400" spc="-20" dirty="0">
                <a:latin typeface="Tahoma"/>
                <a:cs typeface="Tahoma"/>
              </a:rPr>
              <a:t>real.</a:t>
            </a:r>
            <a:endParaRPr lang="pt-BR" sz="2400" dirty="0">
              <a:latin typeface="Tahoma"/>
              <a:cs typeface="Tahoma"/>
            </a:endParaRPr>
          </a:p>
          <a:p>
            <a:pPr marL="756285" marR="100330" lvl="1" indent="-287020">
              <a:lnSpc>
                <a:spcPts val="2160"/>
              </a:lnSpc>
              <a:spcBef>
                <a:spcPts val="480"/>
              </a:spcBef>
              <a:buBlip>
                <a:blip r:embed="rId2"/>
              </a:buBlip>
              <a:tabLst>
                <a:tab pos="756285" algn="l"/>
                <a:tab pos="835025" algn="l"/>
              </a:tabLst>
            </a:pPr>
            <a:r>
              <a:rPr lang="pt-BR" sz="1100" dirty="0">
                <a:solidFill>
                  <a:srgbClr val="FF0000"/>
                </a:solidFill>
                <a:latin typeface="Segoe UI Symbol"/>
                <a:cs typeface="Segoe UI Symbol"/>
              </a:rPr>
              <a:t>	</a:t>
            </a:r>
            <a:r>
              <a:rPr lang="pt-BR" sz="2000" dirty="0">
                <a:latin typeface="Tahoma"/>
                <a:cs typeface="Tahoma"/>
              </a:rPr>
              <a:t>nos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leva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a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que,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qualquer</a:t>
            </a:r>
            <a:r>
              <a:rPr lang="pt-BR" sz="2000" spc="-4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mudança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na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realidade,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spc="-10" dirty="0">
                <a:latin typeface="Tahoma"/>
                <a:cs typeface="Tahoma"/>
              </a:rPr>
              <a:t>provocará </a:t>
            </a:r>
            <a:r>
              <a:rPr lang="pt-BR" sz="2000" dirty="0">
                <a:latin typeface="Tahoma"/>
                <a:cs typeface="Tahoma"/>
              </a:rPr>
              <a:t>mudanças</a:t>
            </a:r>
            <a:r>
              <a:rPr lang="pt-BR" sz="2000" spc="-5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nessa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base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de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spc="-10" dirty="0">
                <a:latin typeface="Tahoma"/>
                <a:cs typeface="Tahoma"/>
              </a:rPr>
              <a:t>dados.</a:t>
            </a:r>
            <a:endParaRPr lang="pt-BR" sz="2000" dirty="0">
              <a:latin typeface="Tahoma"/>
              <a:cs typeface="Tahoma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64B3EBF-1B02-F56C-E865-B4AE47EEF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</a:t>
            </a:r>
            <a:r>
              <a:rPr lang="pt-BR" spc="-170" dirty="0"/>
              <a:t> </a:t>
            </a:r>
            <a:r>
              <a:rPr lang="pt-BR" spc="-10" dirty="0"/>
              <a:t>GENÉRICAS</a:t>
            </a: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55600" indent="-342900">
              <a:spcBef>
                <a:spcPts val="755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5600" algn="l"/>
              </a:tabLst>
            </a:pPr>
            <a:r>
              <a:rPr sz="2800" i="0" dirty="0">
                <a:latin typeface="Tahoma"/>
                <a:cs typeface="Tahoma"/>
              </a:rPr>
              <a:t>Visão</a:t>
            </a:r>
            <a:r>
              <a:rPr sz="2800" i="0" spc="-60" dirty="0">
                <a:latin typeface="Tahoma"/>
                <a:cs typeface="Tahoma"/>
              </a:rPr>
              <a:t> </a:t>
            </a:r>
            <a:r>
              <a:rPr sz="2800" i="0" spc="-10" dirty="0">
                <a:latin typeface="Tahoma"/>
                <a:cs typeface="Tahoma"/>
              </a:rPr>
              <a:t>Interna</a:t>
            </a:r>
            <a:endParaRPr sz="2800" dirty="0">
              <a:latin typeface="Tahoma"/>
              <a:cs typeface="Tahoma"/>
            </a:endParaRPr>
          </a:p>
          <a:p>
            <a:pPr marL="756285" marR="5080" lvl="1" indent="-287020">
              <a:lnSpc>
                <a:spcPct val="999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É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aquela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vista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pelo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responsável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pela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manutenção</a:t>
            </a:r>
            <a:r>
              <a:rPr sz="2400" spc="6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desenvolvimento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SGBD.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Existe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preocupação </a:t>
            </a:r>
            <a:r>
              <a:rPr sz="2400" dirty="0">
                <a:latin typeface="Tahoma"/>
                <a:cs typeface="Tahoma"/>
              </a:rPr>
              <a:t>com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forma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recuperação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manipulação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dos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dentro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do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Banco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Dados.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spcBef>
                <a:spcPts val="68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5600" algn="l"/>
              </a:tabLst>
            </a:pPr>
            <a:r>
              <a:rPr sz="2800" i="0" dirty="0">
                <a:latin typeface="Tahoma"/>
                <a:cs typeface="Tahoma"/>
              </a:rPr>
              <a:t>Visão</a:t>
            </a:r>
            <a:r>
              <a:rPr sz="2800" i="0" spc="-60" dirty="0">
                <a:latin typeface="Tahoma"/>
                <a:cs typeface="Tahoma"/>
              </a:rPr>
              <a:t> </a:t>
            </a:r>
            <a:r>
              <a:rPr sz="2800" i="0" spc="-10" dirty="0">
                <a:latin typeface="Tahoma"/>
                <a:cs typeface="Tahoma"/>
              </a:rPr>
              <a:t>Externa</a:t>
            </a:r>
            <a:endParaRPr sz="2800" dirty="0">
              <a:latin typeface="Tahoma"/>
              <a:cs typeface="Tahoma"/>
            </a:endParaRPr>
          </a:p>
          <a:p>
            <a:pPr marL="756285" marR="130810" lvl="1" indent="-287020">
              <a:lnSpc>
                <a:spcPct val="997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É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aquela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vista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pelo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usuário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opera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sistemas </a:t>
            </a:r>
            <a:r>
              <a:rPr sz="2400" dirty="0">
                <a:latin typeface="Tahoma"/>
                <a:cs typeface="Tahoma"/>
              </a:rPr>
              <a:t>aplicativos,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através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interfaces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desenvolvidas </a:t>
            </a:r>
            <a:r>
              <a:rPr sz="2400" dirty="0">
                <a:latin typeface="Tahoma"/>
                <a:cs typeface="Tahoma"/>
              </a:rPr>
              <a:t>pelo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analista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(programas),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buscando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o </a:t>
            </a:r>
            <a:r>
              <a:rPr sz="2400" dirty="0">
                <a:latin typeface="Tahoma"/>
                <a:cs typeface="Tahoma"/>
              </a:rPr>
              <a:t>atendimento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suas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necessidades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" name="Título 5">
            <a:extLst>
              <a:ext uri="{FF2B5EF4-FFF2-40B4-BE49-F238E27FC236}">
                <a16:creationId xmlns:a16="http://schemas.microsoft.com/office/drawing/2014/main" id="{584108D4-100D-9267-C65C-1BD5066E9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0637"/>
            <a:ext cx="12801600" cy="1122363"/>
          </a:xfrm>
        </p:spPr>
        <p:txBody>
          <a:bodyPr/>
          <a:lstStyle/>
          <a:p>
            <a:r>
              <a:rPr lang="pt-BR" dirty="0"/>
              <a:t>VISÕES DO BANCO DE DADOS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4200" y="1143000"/>
            <a:ext cx="12725400" cy="245131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55600" indent="-342900">
              <a:spcBef>
                <a:spcPts val="755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Visão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Conceitual</a:t>
            </a:r>
            <a:endParaRPr sz="2800" dirty="0">
              <a:latin typeface="Tahoma"/>
              <a:cs typeface="Tahoma"/>
            </a:endParaRPr>
          </a:p>
          <a:p>
            <a:pPr marL="756285" marR="5080" lvl="1" indent="-287020">
              <a:lnSpc>
                <a:spcPct val="998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É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aquela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vista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pelo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analista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desenvolvimento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e </a:t>
            </a:r>
            <a:r>
              <a:rPr sz="2400" dirty="0">
                <a:latin typeface="Tahoma"/>
                <a:cs typeface="Tahoma"/>
              </a:rPr>
              <a:t>pelo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administrador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bases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dados.</a:t>
            </a:r>
            <a:r>
              <a:rPr sz="2400" spc="-25" dirty="0">
                <a:latin typeface="Tahoma"/>
                <a:cs typeface="Tahoma"/>
              </a:rPr>
              <a:t>  </a:t>
            </a:r>
            <a:r>
              <a:rPr sz="2400" dirty="0">
                <a:latin typeface="Tahoma"/>
                <a:cs typeface="Tahoma"/>
              </a:rPr>
              <a:t>Existe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a </a:t>
            </a:r>
            <a:r>
              <a:rPr sz="2400" dirty="0">
                <a:latin typeface="Tahoma"/>
                <a:cs typeface="Tahoma"/>
              </a:rPr>
              <a:t>preocupação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definição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normas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e </a:t>
            </a:r>
            <a:r>
              <a:rPr sz="2400" dirty="0">
                <a:latin typeface="Tahoma"/>
                <a:cs typeface="Tahoma"/>
              </a:rPr>
              <a:t>procedimentos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para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manipulação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dos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dados,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para </a:t>
            </a:r>
            <a:r>
              <a:rPr sz="2400" dirty="0">
                <a:latin typeface="Tahoma"/>
                <a:cs typeface="Tahoma"/>
              </a:rPr>
              <a:t>garantir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sua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segurança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confiabilidade,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o </a:t>
            </a:r>
            <a:r>
              <a:rPr sz="2400" dirty="0">
                <a:latin typeface="Tahoma"/>
                <a:cs typeface="Tahoma"/>
              </a:rPr>
              <a:t>desenvolvimento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sistemas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programas </a:t>
            </a:r>
            <a:r>
              <a:rPr sz="2400" dirty="0">
                <a:latin typeface="Tahoma"/>
                <a:cs typeface="Tahoma"/>
              </a:rPr>
              <a:t>aplicativos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definição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banco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de </a:t>
            </a:r>
            <a:r>
              <a:rPr sz="2400" dirty="0">
                <a:latin typeface="Tahoma"/>
                <a:cs typeface="Tahoma"/>
              </a:rPr>
              <a:t>novos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arquivos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campos.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visão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conceitual, </a:t>
            </a:r>
            <a:r>
              <a:rPr sz="2400" dirty="0">
                <a:latin typeface="Tahoma"/>
                <a:cs typeface="Tahoma"/>
              </a:rPr>
              <a:t>existem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(duas)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linguagens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operação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são: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7707628A-AFD9-CD3A-0FE8-45AF25773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VISÕES</a:t>
            </a:r>
            <a:r>
              <a:rPr lang="pt-BR" spc="-40" dirty="0"/>
              <a:t> </a:t>
            </a:r>
            <a:r>
              <a:rPr lang="pt-BR" dirty="0"/>
              <a:t>DO</a:t>
            </a:r>
            <a:r>
              <a:rPr lang="pt-BR" spc="-30" dirty="0"/>
              <a:t> </a:t>
            </a:r>
            <a:r>
              <a:rPr lang="pt-BR" dirty="0"/>
              <a:t>BANCO</a:t>
            </a:r>
            <a:r>
              <a:rPr lang="pt-BR" spc="-50" dirty="0"/>
              <a:t> </a:t>
            </a:r>
            <a:r>
              <a:rPr lang="pt-BR" dirty="0"/>
              <a:t>DE</a:t>
            </a:r>
            <a:r>
              <a:rPr lang="pt-BR" spc="-35" dirty="0"/>
              <a:t> </a:t>
            </a:r>
            <a:r>
              <a:rPr lang="pt-BR" spc="-10" dirty="0"/>
              <a:t>DADOS</a:t>
            </a:r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0765E7-4966-71C4-0F0F-0191D04E0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indent="0">
              <a:lnSpc>
                <a:spcPct val="120000"/>
              </a:lnSpc>
              <a:spcBef>
                <a:spcPts val="0"/>
              </a:spcBef>
              <a:buClr>
                <a:srgbClr val="3232CC"/>
              </a:buClr>
              <a:buSzPct val="50000"/>
              <a:buNone/>
              <a:tabLst>
                <a:tab pos="239395" algn="l"/>
              </a:tabLst>
            </a:pPr>
            <a:r>
              <a:rPr lang="pt-BR" spc="180" dirty="0">
                <a:latin typeface="Tahoma"/>
                <a:cs typeface="Tahoma"/>
              </a:rPr>
              <a:t>Linguagem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spc="165" dirty="0">
                <a:latin typeface="Tahoma"/>
                <a:cs typeface="Tahoma"/>
              </a:rPr>
              <a:t>de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spc="160" dirty="0">
                <a:latin typeface="Tahoma"/>
                <a:cs typeface="Tahoma"/>
              </a:rPr>
              <a:t>definição</a:t>
            </a:r>
            <a:r>
              <a:rPr lang="pt-BR" spc="-35" dirty="0">
                <a:latin typeface="Tahoma"/>
                <a:cs typeface="Tahoma"/>
              </a:rPr>
              <a:t> </a:t>
            </a:r>
            <a:r>
              <a:rPr lang="pt-BR" spc="165" dirty="0">
                <a:latin typeface="Tahoma"/>
                <a:cs typeface="Tahoma"/>
              </a:rPr>
              <a:t>dos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spc="165" dirty="0">
                <a:latin typeface="Tahoma"/>
                <a:cs typeface="Tahoma"/>
              </a:rPr>
              <a:t>dados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spc="150" dirty="0">
                <a:latin typeface="Tahoma"/>
                <a:cs typeface="Tahoma"/>
              </a:rPr>
              <a:t>(DDL)</a:t>
            </a:r>
            <a:endParaRPr lang="pt-BR" dirty="0">
              <a:latin typeface="Tahoma"/>
              <a:cs typeface="Tahoma"/>
            </a:endParaRPr>
          </a:p>
          <a:p>
            <a:pPr marL="240665" marR="46990">
              <a:lnSpc>
                <a:spcPct val="120000"/>
              </a:lnSpc>
              <a:spcBef>
                <a:spcPts val="0"/>
              </a:spcBef>
            </a:pPr>
            <a:r>
              <a:rPr lang="pt-BR" dirty="0">
                <a:latin typeface="Tahoma"/>
                <a:cs typeface="Tahoma"/>
              </a:rPr>
              <a:t>Linguagem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que</a:t>
            </a:r>
            <a:r>
              <a:rPr lang="pt-BR" spc="-4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define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as</a:t>
            </a:r>
            <a:r>
              <a:rPr lang="pt-BR" spc="-3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aplicações,</a:t>
            </a:r>
            <a:r>
              <a:rPr lang="pt-BR" spc="-25" dirty="0">
                <a:latin typeface="Tahoma"/>
                <a:cs typeface="Tahoma"/>
              </a:rPr>
              <a:t> </a:t>
            </a:r>
            <a:r>
              <a:rPr lang="pt-BR" spc="-10" dirty="0">
                <a:latin typeface="Tahoma"/>
                <a:cs typeface="Tahoma"/>
              </a:rPr>
              <a:t>arquivos </a:t>
            </a:r>
            <a:r>
              <a:rPr lang="pt-BR" dirty="0">
                <a:latin typeface="Tahoma"/>
                <a:cs typeface="Tahoma"/>
              </a:rPr>
              <a:t>e</a:t>
            </a:r>
            <a:r>
              <a:rPr lang="pt-BR" spc="-2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campos</a:t>
            </a:r>
            <a:r>
              <a:rPr lang="pt-BR" spc="-2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que</a:t>
            </a:r>
            <a:r>
              <a:rPr lang="pt-BR" spc="-1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irão</a:t>
            </a:r>
            <a:r>
              <a:rPr lang="pt-BR" spc="-1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compor</a:t>
            </a:r>
            <a:r>
              <a:rPr lang="pt-BR" spc="-2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o</a:t>
            </a:r>
            <a:r>
              <a:rPr lang="pt-BR" spc="-2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banco</a:t>
            </a:r>
            <a:r>
              <a:rPr lang="pt-BR" spc="-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de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spc="-10" dirty="0">
                <a:latin typeface="Tahoma"/>
                <a:cs typeface="Tahoma"/>
              </a:rPr>
              <a:t>dados </a:t>
            </a:r>
            <a:r>
              <a:rPr lang="pt-BR" dirty="0">
                <a:latin typeface="Tahoma"/>
                <a:cs typeface="Tahoma"/>
              </a:rPr>
              <a:t>(comandos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de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criação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e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atualização</a:t>
            </a:r>
            <a:r>
              <a:rPr lang="pt-BR" spc="-35" dirty="0">
                <a:latin typeface="Tahoma"/>
                <a:cs typeface="Tahoma"/>
              </a:rPr>
              <a:t> </a:t>
            </a:r>
            <a:r>
              <a:rPr lang="pt-BR" spc="-25" dirty="0">
                <a:latin typeface="Tahoma"/>
                <a:cs typeface="Tahoma"/>
              </a:rPr>
              <a:t>da </a:t>
            </a:r>
            <a:r>
              <a:rPr lang="pt-BR" dirty="0">
                <a:latin typeface="Tahoma"/>
                <a:cs typeface="Tahoma"/>
              </a:rPr>
              <a:t>estrutura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dos</a:t>
            </a:r>
            <a:r>
              <a:rPr lang="pt-BR" spc="-2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campos</a:t>
            </a:r>
            <a:r>
              <a:rPr lang="pt-BR" spc="-3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dos</a:t>
            </a:r>
            <a:r>
              <a:rPr lang="pt-BR" spc="-20" dirty="0">
                <a:latin typeface="Tahoma"/>
                <a:cs typeface="Tahoma"/>
              </a:rPr>
              <a:t> </a:t>
            </a:r>
            <a:r>
              <a:rPr lang="pt-BR" spc="-10" dirty="0">
                <a:latin typeface="Tahoma"/>
                <a:cs typeface="Tahoma"/>
              </a:rPr>
              <a:t>arquivos).</a:t>
            </a:r>
          </a:p>
          <a:p>
            <a:pPr marL="12065" marR="4699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pc="180" dirty="0">
                <a:latin typeface="Tahoma"/>
                <a:cs typeface="Tahoma"/>
              </a:rPr>
              <a:t>Linguagem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spc="165" dirty="0">
                <a:latin typeface="Tahoma"/>
                <a:cs typeface="Tahoma"/>
              </a:rPr>
              <a:t>de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spc="175" dirty="0">
                <a:latin typeface="Tahoma"/>
                <a:cs typeface="Tahoma"/>
              </a:rPr>
              <a:t>manipulação</a:t>
            </a:r>
            <a:r>
              <a:rPr lang="pt-BR" spc="-35" dirty="0">
                <a:latin typeface="Tahoma"/>
                <a:cs typeface="Tahoma"/>
              </a:rPr>
              <a:t> </a:t>
            </a:r>
            <a:r>
              <a:rPr lang="pt-BR" spc="165" dirty="0">
                <a:latin typeface="Tahoma"/>
                <a:cs typeface="Tahoma"/>
              </a:rPr>
              <a:t>dos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spc="145" dirty="0">
                <a:latin typeface="Tahoma"/>
                <a:cs typeface="Tahoma"/>
              </a:rPr>
              <a:t>dados 	</a:t>
            </a:r>
            <a:r>
              <a:rPr lang="pt-BR" spc="180" dirty="0">
                <a:latin typeface="Tahoma"/>
                <a:cs typeface="Tahoma"/>
              </a:rPr>
              <a:t>(DML)</a:t>
            </a:r>
            <a:r>
              <a:rPr lang="pt-BR" spc="-2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–</a:t>
            </a:r>
            <a:r>
              <a:rPr lang="pt-BR" spc="-5" dirty="0">
                <a:latin typeface="Tahoma"/>
                <a:cs typeface="Tahoma"/>
              </a:rPr>
              <a:t> </a:t>
            </a:r>
          </a:p>
          <a:p>
            <a:pPr marL="240665" marR="46990">
              <a:lnSpc>
                <a:spcPct val="120000"/>
              </a:lnSpc>
              <a:spcBef>
                <a:spcPts val="0"/>
              </a:spcBef>
            </a:pPr>
            <a:r>
              <a:rPr lang="pt-BR" dirty="0">
                <a:latin typeface="Tahoma"/>
                <a:cs typeface="Tahoma"/>
              </a:rPr>
              <a:t>Linguagem</a:t>
            </a:r>
            <a:r>
              <a:rPr lang="pt-BR" spc="-1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que</a:t>
            </a:r>
            <a:r>
              <a:rPr lang="pt-BR" spc="-1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define</a:t>
            </a:r>
            <a:r>
              <a:rPr lang="pt-BR" spc="-2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os</a:t>
            </a:r>
            <a:r>
              <a:rPr lang="pt-BR" spc="-10" dirty="0">
                <a:latin typeface="Tahoma"/>
                <a:cs typeface="Tahoma"/>
              </a:rPr>
              <a:t> comandos </a:t>
            </a:r>
            <a:r>
              <a:rPr lang="pt-BR" dirty="0">
                <a:latin typeface="Tahoma"/>
                <a:cs typeface="Tahoma"/>
              </a:rPr>
              <a:t>de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manipulação</a:t>
            </a:r>
            <a:r>
              <a:rPr lang="pt-BR" spc="-2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e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operação</a:t>
            </a:r>
            <a:r>
              <a:rPr lang="pt-BR" spc="-2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dos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spc="-10" dirty="0">
                <a:latin typeface="Tahoma"/>
                <a:cs typeface="Tahoma"/>
              </a:rPr>
              <a:t>dados </a:t>
            </a:r>
            <a:r>
              <a:rPr lang="pt-BR" dirty="0">
                <a:latin typeface="Tahoma"/>
                <a:cs typeface="Tahoma"/>
              </a:rPr>
              <a:t>(comandos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de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consulta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e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atualização</a:t>
            </a:r>
            <a:r>
              <a:rPr lang="pt-BR" spc="-2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dos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spc="-10" dirty="0">
                <a:latin typeface="Tahoma"/>
                <a:cs typeface="Tahoma"/>
              </a:rPr>
              <a:t>dados </a:t>
            </a:r>
            <a:r>
              <a:rPr lang="pt-BR" dirty="0">
                <a:latin typeface="Tahoma"/>
                <a:cs typeface="Tahoma"/>
              </a:rPr>
              <a:t>dos</a:t>
            </a:r>
            <a:r>
              <a:rPr lang="pt-BR" spc="-10" dirty="0">
                <a:latin typeface="Tahoma"/>
                <a:cs typeface="Tahoma"/>
              </a:rPr>
              <a:t> arquivos).</a:t>
            </a:r>
            <a:endParaRPr lang="pt-BR" dirty="0">
              <a:latin typeface="Tahoma"/>
              <a:cs typeface="Tahoma"/>
            </a:endParaRPr>
          </a:p>
          <a:p>
            <a:pPr marL="240665" marR="46990">
              <a:lnSpc>
                <a:spcPts val="2880"/>
              </a:lnSpc>
              <a:spcBef>
                <a:spcPts val="90"/>
              </a:spcBef>
            </a:pPr>
            <a:endParaRPr lang="pt-BR" dirty="0">
              <a:latin typeface="Tahoma"/>
              <a:cs typeface="Tahoma"/>
            </a:endParaRPr>
          </a:p>
          <a:p>
            <a:endParaRPr lang="pt-BR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82413821-1C46-E9CD-32E8-CFADBC5CE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VISÕES</a:t>
            </a:r>
            <a:r>
              <a:rPr lang="pt-BR" spc="-40" dirty="0"/>
              <a:t> </a:t>
            </a:r>
            <a:r>
              <a:rPr lang="pt-BR" dirty="0"/>
              <a:t>DO</a:t>
            </a:r>
            <a:r>
              <a:rPr lang="pt-BR" spc="-30" dirty="0"/>
              <a:t> </a:t>
            </a:r>
            <a:r>
              <a:rPr lang="pt-BR" dirty="0"/>
              <a:t>BANCO</a:t>
            </a:r>
            <a:r>
              <a:rPr lang="pt-BR" spc="-50" dirty="0"/>
              <a:t> </a:t>
            </a:r>
            <a:r>
              <a:rPr lang="pt-BR" dirty="0"/>
              <a:t>DE</a:t>
            </a:r>
            <a:r>
              <a:rPr lang="pt-BR" spc="-35" dirty="0"/>
              <a:t> </a:t>
            </a:r>
            <a:r>
              <a:rPr lang="pt-BR" spc="-10" dirty="0"/>
              <a:t>DADOS</a:t>
            </a:r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08831" y="1889251"/>
            <a:ext cx="7207884" cy="16700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26034" rIns="0" bIns="0" rtlCol="0">
            <a:spAutoFit/>
          </a:bodyPr>
          <a:lstStyle/>
          <a:p>
            <a:pPr marL="1160145" marR="5080" indent="-1148080">
              <a:lnSpc>
                <a:spcPts val="6470"/>
              </a:lnSpc>
              <a:spcBef>
                <a:spcPts val="204"/>
              </a:spcBef>
            </a:pPr>
            <a:r>
              <a:rPr sz="5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Sistema</a:t>
            </a:r>
            <a:r>
              <a:rPr sz="5400" spc="-18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sz="5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Gerenciador</a:t>
            </a:r>
            <a:r>
              <a:rPr sz="5400" spc="-17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sz="5400" spc="-25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de </a:t>
            </a:r>
            <a:r>
              <a:rPr sz="5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Banco</a:t>
            </a:r>
            <a:r>
              <a:rPr sz="5400" spc="-8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sz="5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de</a:t>
            </a:r>
            <a:r>
              <a:rPr sz="5400" spc="-9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sz="5400" spc="-1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Dados</a:t>
            </a:r>
            <a:endParaRPr sz="5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Sistema</a:t>
            </a:r>
            <a:r>
              <a:rPr spc="-114" dirty="0"/>
              <a:t> </a:t>
            </a:r>
            <a:r>
              <a:rPr dirty="0"/>
              <a:t>Gerenciador</a:t>
            </a:r>
            <a:r>
              <a:rPr spc="-125" dirty="0"/>
              <a:t> </a:t>
            </a:r>
            <a:r>
              <a:rPr spc="-25" dirty="0"/>
              <a:t>de </a:t>
            </a:r>
            <a:r>
              <a:rPr dirty="0"/>
              <a:t>Bancos</a:t>
            </a:r>
            <a:r>
              <a:rPr spc="-5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Dados</a:t>
            </a:r>
            <a:r>
              <a:rPr spc="-60" dirty="0"/>
              <a:t> </a:t>
            </a:r>
            <a:r>
              <a:rPr spc="-10" dirty="0"/>
              <a:t>(SGBD)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4400" y="1567634"/>
            <a:ext cx="9448800" cy="130420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965" marR="5080" indent="-342900">
              <a:lnSpc>
                <a:spcPct val="100099"/>
              </a:lnSpc>
              <a:spcBef>
                <a:spcPts val="9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É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coleção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programas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permitem </a:t>
            </a:r>
            <a:r>
              <a:rPr sz="2800" dirty="0">
                <a:latin typeface="Tahoma"/>
                <a:cs typeface="Tahoma"/>
              </a:rPr>
              <a:t>aos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usuários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definirem,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construírem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e </a:t>
            </a:r>
            <a:r>
              <a:rPr sz="2800" dirty="0">
                <a:latin typeface="Tahoma"/>
                <a:cs typeface="Tahoma"/>
              </a:rPr>
              <a:t>manipularem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base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para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uso </a:t>
            </a:r>
            <a:r>
              <a:rPr sz="2800" dirty="0">
                <a:latin typeface="Tahoma"/>
                <a:cs typeface="Tahoma"/>
              </a:rPr>
              <a:t>das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diversas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aplicações.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99401" y="4363212"/>
            <a:ext cx="2228215" cy="986155"/>
          </a:xfrm>
          <a:custGeom>
            <a:avLst/>
            <a:gdLst/>
            <a:ahLst/>
            <a:cxnLst/>
            <a:rect l="l" t="t" r="r" b="b"/>
            <a:pathLst>
              <a:path w="2228215" h="986154">
                <a:moveTo>
                  <a:pt x="1114043" y="0"/>
                </a:moveTo>
                <a:lnTo>
                  <a:pt x="1048542" y="837"/>
                </a:lnTo>
                <a:lnTo>
                  <a:pt x="984044" y="3320"/>
                </a:lnTo>
                <a:lnTo>
                  <a:pt x="920651" y="7400"/>
                </a:lnTo>
                <a:lnTo>
                  <a:pt x="858469" y="13031"/>
                </a:lnTo>
                <a:lnTo>
                  <a:pt x="797602" y="20167"/>
                </a:lnTo>
                <a:lnTo>
                  <a:pt x="738153" y="28761"/>
                </a:lnTo>
                <a:lnTo>
                  <a:pt x="680227" y="38766"/>
                </a:lnTo>
                <a:lnTo>
                  <a:pt x="623929" y="50136"/>
                </a:lnTo>
                <a:lnTo>
                  <a:pt x="569361" y="62824"/>
                </a:lnTo>
                <a:lnTo>
                  <a:pt x="516629" y="76783"/>
                </a:lnTo>
                <a:lnTo>
                  <a:pt x="465836" y="91966"/>
                </a:lnTo>
                <a:lnTo>
                  <a:pt x="417087" y="108328"/>
                </a:lnTo>
                <a:lnTo>
                  <a:pt x="370485" y="125821"/>
                </a:lnTo>
                <a:lnTo>
                  <a:pt x="326135" y="144398"/>
                </a:lnTo>
                <a:lnTo>
                  <a:pt x="284142" y="164014"/>
                </a:lnTo>
                <a:lnTo>
                  <a:pt x="244608" y="184621"/>
                </a:lnTo>
                <a:lnTo>
                  <a:pt x="207639" y="206173"/>
                </a:lnTo>
                <a:lnTo>
                  <a:pt x="173338" y="228623"/>
                </a:lnTo>
                <a:lnTo>
                  <a:pt x="141809" y="251924"/>
                </a:lnTo>
                <a:lnTo>
                  <a:pt x="87487" y="300894"/>
                </a:lnTo>
                <a:lnTo>
                  <a:pt x="45504" y="352710"/>
                </a:lnTo>
                <a:lnTo>
                  <a:pt x="16693" y="406999"/>
                </a:lnTo>
                <a:lnTo>
                  <a:pt x="1889" y="463387"/>
                </a:lnTo>
                <a:lnTo>
                  <a:pt x="0" y="492251"/>
                </a:lnTo>
                <a:lnTo>
                  <a:pt x="1889" y="521274"/>
                </a:lnTo>
                <a:lnTo>
                  <a:pt x="16693" y="577943"/>
                </a:lnTo>
                <a:lnTo>
                  <a:pt x="45504" y="632472"/>
                </a:lnTo>
                <a:lnTo>
                  <a:pt x="87487" y="684490"/>
                </a:lnTo>
                <a:lnTo>
                  <a:pt x="141809" y="733627"/>
                </a:lnTo>
                <a:lnTo>
                  <a:pt x="173338" y="756999"/>
                </a:lnTo>
                <a:lnTo>
                  <a:pt x="207639" y="779513"/>
                </a:lnTo>
                <a:lnTo>
                  <a:pt x="244608" y="801121"/>
                </a:lnTo>
                <a:lnTo>
                  <a:pt x="284142" y="821779"/>
                </a:lnTo>
                <a:lnTo>
                  <a:pt x="326135" y="841438"/>
                </a:lnTo>
                <a:lnTo>
                  <a:pt x="370485" y="860054"/>
                </a:lnTo>
                <a:lnTo>
                  <a:pt x="417087" y="877579"/>
                </a:lnTo>
                <a:lnTo>
                  <a:pt x="465836" y="893968"/>
                </a:lnTo>
                <a:lnTo>
                  <a:pt x="516629" y="909175"/>
                </a:lnTo>
                <a:lnTo>
                  <a:pt x="569361" y="923153"/>
                </a:lnTo>
                <a:lnTo>
                  <a:pt x="623929" y="935855"/>
                </a:lnTo>
                <a:lnTo>
                  <a:pt x="680227" y="947237"/>
                </a:lnTo>
                <a:lnTo>
                  <a:pt x="738153" y="957251"/>
                </a:lnTo>
                <a:lnTo>
                  <a:pt x="797602" y="965851"/>
                </a:lnTo>
                <a:lnTo>
                  <a:pt x="858469" y="972991"/>
                </a:lnTo>
                <a:lnTo>
                  <a:pt x="920651" y="978625"/>
                </a:lnTo>
                <a:lnTo>
                  <a:pt x="984044" y="982707"/>
                </a:lnTo>
                <a:lnTo>
                  <a:pt x="1048542" y="985190"/>
                </a:lnTo>
                <a:lnTo>
                  <a:pt x="1114043" y="986027"/>
                </a:lnTo>
                <a:lnTo>
                  <a:pt x="1179545" y="985190"/>
                </a:lnTo>
                <a:lnTo>
                  <a:pt x="1244043" y="982707"/>
                </a:lnTo>
                <a:lnTo>
                  <a:pt x="1307436" y="978625"/>
                </a:lnTo>
                <a:lnTo>
                  <a:pt x="1369618" y="972991"/>
                </a:lnTo>
                <a:lnTo>
                  <a:pt x="1430485" y="965851"/>
                </a:lnTo>
                <a:lnTo>
                  <a:pt x="1489934" y="957251"/>
                </a:lnTo>
                <a:lnTo>
                  <a:pt x="1547860" y="947237"/>
                </a:lnTo>
                <a:lnTo>
                  <a:pt x="1604158" y="935855"/>
                </a:lnTo>
                <a:lnTo>
                  <a:pt x="1658726" y="923153"/>
                </a:lnTo>
                <a:lnTo>
                  <a:pt x="1711458" y="909175"/>
                </a:lnTo>
                <a:lnTo>
                  <a:pt x="1762251" y="893968"/>
                </a:lnTo>
                <a:lnTo>
                  <a:pt x="1811000" y="877579"/>
                </a:lnTo>
                <a:lnTo>
                  <a:pt x="1857602" y="860054"/>
                </a:lnTo>
                <a:lnTo>
                  <a:pt x="1901951" y="841438"/>
                </a:lnTo>
                <a:lnTo>
                  <a:pt x="1943945" y="821779"/>
                </a:lnTo>
                <a:lnTo>
                  <a:pt x="1983479" y="801121"/>
                </a:lnTo>
                <a:lnTo>
                  <a:pt x="2020448" y="779513"/>
                </a:lnTo>
                <a:lnTo>
                  <a:pt x="2054749" y="756999"/>
                </a:lnTo>
                <a:lnTo>
                  <a:pt x="2086278" y="733627"/>
                </a:lnTo>
                <a:lnTo>
                  <a:pt x="2140600" y="684490"/>
                </a:lnTo>
                <a:lnTo>
                  <a:pt x="2182583" y="632472"/>
                </a:lnTo>
                <a:lnTo>
                  <a:pt x="2211394" y="577943"/>
                </a:lnTo>
                <a:lnTo>
                  <a:pt x="2226198" y="521274"/>
                </a:lnTo>
                <a:lnTo>
                  <a:pt x="2228087" y="492251"/>
                </a:lnTo>
                <a:lnTo>
                  <a:pt x="2226198" y="463387"/>
                </a:lnTo>
                <a:lnTo>
                  <a:pt x="2211394" y="406999"/>
                </a:lnTo>
                <a:lnTo>
                  <a:pt x="2182583" y="352710"/>
                </a:lnTo>
                <a:lnTo>
                  <a:pt x="2140600" y="300894"/>
                </a:lnTo>
                <a:lnTo>
                  <a:pt x="2086278" y="251924"/>
                </a:lnTo>
                <a:lnTo>
                  <a:pt x="2054749" y="228623"/>
                </a:lnTo>
                <a:lnTo>
                  <a:pt x="2020448" y="206173"/>
                </a:lnTo>
                <a:lnTo>
                  <a:pt x="1983479" y="184621"/>
                </a:lnTo>
                <a:lnTo>
                  <a:pt x="1943945" y="164014"/>
                </a:lnTo>
                <a:lnTo>
                  <a:pt x="1901951" y="144398"/>
                </a:lnTo>
                <a:lnTo>
                  <a:pt x="1857602" y="125821"/>
                </a:lnTo>
                <a:lnTo>
                  <a:pt x="1811000" y="108328"/>
                </a:lnTo>
                <a:lnTo>
                  <a:pt x="1762251" y="91966"/>
                </a:lnTo>
                <a:lnTo>
                  <a:pt x="1711458" y="76783"/>
                </a:lnTo>
                <a:lnTo>
                  <a:pt x="1658726" y="62824"/>
                </a:lnTo>
                <a:lnTo>
                  <a:pt x="1604158" y="50136"/>
                </a:lnTo>
                <a:lnTo>
                  <a:pt x="1547860" y="38766"/>
                </a:lnTo>
                <a:lnTo>
                  <a:pt x="1489934" y="28761"/>
                </a:lnTo>
                <a:lnTo>
                  <a:pt x="1430485" y="20167"/>
                </a:lnTo>
                <a:lnTo>
                  <a:pt x="1369618" y="13031"/>
                </a:lnTo>
                <a:lnTo>
                  <a:pt x="1307436" y="7400"/>
                </a:lnTo>
                <a:lnTo>
                  <a:pt x="1244043" y="3320"/>
                </a:lnTo>
                <a:lnTo>
                  <a:pt x="1179545" y="837"/>
                </a:lnTo>
                <a:lnTo>
                  <a:pt x="1114043" y="0"/>
                </a:lnTo>
                <a:close/>
              </a:path>
            </a:pathLst>
          </a:custGeom>
          <a:ln w="76199">
            <a:solidFill>
              <a:srgbClr val="00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695697" y="4960365"/>
            <a:ext cx="613410" cy="697230"/>
            <a:chOff x="2816097" y="6039357"/>
            <a:chExt cx="613410" cy="697230"/>
          </a:xfrm>
        </p:grpSpPr>
        <p:sp>
          <p:nvSpPr>
            <p:cNvPr id="6" name="object 6"/>
            <p:cNvSpPr/>
            <p:nvPr/>
          </p:nvSpPr>
          <p:spPr>
            <a:xfrm>
              <a:off x="2822447" y="6045707"/>
              <a:ext cx="600710" cy="684530"/>
            </a:xfrm>
            <a:custGeom>
              <a:avLst/>
              <a:gdLst/>
              <a:ahLst/>
              <a:cxnLst/>
              <a:rect l="l" t="t" r="r" b="b"/>
              <a:pathLst>
                <a:path w="600710" h="684529">
                  <a:moveTo>
                    <a:pt x="600455" y="684275"/>
                  </a:moveTo>
                  <a:lnTo>
                    <a:pt x="600455" y="0"/>
                  </a:lnTo>
                  <a:lnTo>
                    <a:pt x="0" y="0"/>
                  </a:lnTo>
                  <a:lnTo>
                    <a:pt x="0" y="684275"/>
                  </a:lnTo>
                  <a:lnTo>
                    <a:pt x="600455" y="68427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22447" y="6045707"/>
              <a:ext cx="600710" cy="684530"/>
            </a:xfrm>
            <a:custGeom>
              <a:avLst/>
              <a:gdLst/>
              <a:ahLst/>
              <a:cxnLst/>
              <a:rect l="l" t="t" r="r" b="b"/>
              <a:pathLst>
                <a:path w="600710" h="684529">
                  <a:moveTo>
                    <a:pt x="0" y="0"/>
                  </a:moveTo>
                  <a:lnTo>
                    <a:pt x="0" y="684275"/>
                  </a:lnTo>
                  <a:lnTo>
                    <a:pt x="600455" y="684275"/>
                  </a:lnTo>
                  <a:lnTo>
                    <a:pt x="600455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701795" y="4900930"/>
            <a:ext cx="601345" cy="122555"/>
            <a:chOff x="2822194" y="5979921"/>
            <a:chExt cx="601345" cy="122555"/>
          </a:xfrm>
        </p:grpSpPr>
        <p:sp>
          <p:nvSpPr>
            <p:cNvPr id="9" name="object 9"/>
            <p:cNvSpPr/>
            <p:nvPr/>
          </p:nvSpPr>
          <p:spPr>
            <a:xfrm>
              <a:off x="2828543" y="5986271"/>
              <a:ext cx="588645" cy="109855"/>
            </a:xfrm>
            <a:custGeom>
              <a:avLst/>
              <a:gdLst/>
              <a:ahLst/>
              <a:cxnLst/>
              <a:rect l="l" t="t" r="r" b="b"/>
              <a:pathLst>
                <a:path w="588645" h="109854">
                  <a:moveTo>
                    <a:pt x="588263" y="54863"/>
                  </a:moveTo>
                  <a:lnTo>
                    <a:pt x="547906" y="27093"/>
                  </a:lnTo>
                  <a:lnTo>
                    <a:pt x="501776" y="16001"/>
                  </a:lnTo>
                  <a:lnTo>
                    <a:pt x="442185" y="7450"/>
                  </a:lnTo>
                  <a:lnTo>
                    <a:pt x="372011" y="1947"/>
                  </a:lnTo>
                  <a:lnTo>
                    <a:pt x="294131" y="0"/>
                  </a:lnTo>
                  <a:lnTo>
                    <a:pt x="215723" y="1947"/>
                  </a:lnTo>
                  <a:lnTo>
                    <a:pt x="145400" y="7450"/>
                  </a:lnTo>
                  <a:lnTo>
                    <a:pt x="85915" y="16001"/>
                  </a:lnTo>
                  <a:lnTo>
                    <a:pt x="40019" y="27093"/>
                  </a:lnTo>
                  <a:lnTo>
                    <a:pt x="0" y="54863"/>
                  </a:lnTo>
                  <a:lnTo>
                    <a:pt x="10463" y="69511"/>
                  </a:lnTo>
                  <a:lnTo>
                    <a:pt x="85915" y="93725"/>
                  </a:lnTo>
                  <a:lnTo>
                    <a:pt x="145400" y="102277"/>
                  </a:lnTo>
                  <a:lnTo>
                    <a:pt x="215723" y="107780"/>
                  </a:lnTo>
                  <a:lnTo>
                    <a:pt x="294131" y="109727"/>
                  </a:lnTo>
                  <a:lnTo>
                    <a:pt x="372011" y="107780"/>
                  </a:lnTo>
                  <a:lnTo>
                    <a:pt x="442185" y="102277"/>
                  </a:lnTo>
                  <a:lnTo>
                    <a:pt x="501776" y="93725"/>
                  </a:lnTo>
                  <a:lnTo>
                    <a:pt x="547906" y="82634"/>
                  </a:lnTo>
                  <a:lnTo>
                    <a:pt x="588263" y="54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28543" y="5986271"/>
              <a:ext cx="588645" cy="109855"/>
            </a:xfrm>
            <a:custGeom>
              <a:avLst/>
              <a:gdLst/>
              <a:ahLst/>
              <a:cxnLst/>
              <a:rect l="l" t="t" r="r" b="b"/>
              <a:pathLst>
                <a:path w="588645" h="109854">
                  <a:moveTo>
                    <a:pt x="294131" y="0"/>
                  </a:moveTo>
                  <a:lnTo>
                    <a:pt x="215723" y="1947"/>
                  </a:lnTo>
                  <a:lnTo>
                    <a:pt x="145400" y="7450"/>
                  </a:lnTo>
                  <a:lnTo>
                    <a:pt x="85915" y="16001"/>
                  </a:lnTo>
                  <a:lnTo>
                    <a:pt x="40019" y="27093"/>
                  </a:lnTo>
                  <a:lnTo>
                    <a:pt x="0" y="54863"/>
                  </a:lnTo>
                  <a:lnTo>
                    <a:pt x="10463" y="69511"/>
                  </a:lnTo>
                  <a:lnTo>
                    <a:pt x="85915" y="93725"/>
                  </a:lnTo>
                  <a:lnTo>
                    <a:pt x="145400" y="102277"/>
                  </a:lnTo>
                  <a:lnTo>
                    <a:pt x="215723" y="107780"/>
                  </a:lnTo>
                  <a:lnTo>
                    <a:pt x="294131" y="109727"/>
                  </a:lnTo>
                  <a:lnTo>
                    <a:pt x="372011" y="107780"/>
                  </a:lnTo>
                  <a:lnTo>
                    <a:pt x="442185" y="102277"/>
                  </a:lnTo>
                  <a:lnTo>
                    <a:pt x="501776" y="93725"/>
                  </a:lnTo>
                  <a:lnTo>
                    <a:pt x="547906" y="82634"/>
                  </a:lnTo>
                  <a:lnTo>
                    <a:pt x="588263" y="54863"/>
                  </a:lnTo>
                  <a:lnTo>
                    <a:pt x="577694" y="40216"/>
                  </a:lnTo>
                  <a:lnTo>
                    <a:pt x="501776" y="16001"/>
                  </a:lnTo>
                  <a:lnTo>
                    <a:pt x="442185" y="7450"/>
                  </a:lnTo>
                  <a:lnTo>
                    <a:pt x="372011" y="1947"/>
                  </a:lnTo>
                  <a:lnTo>
                    <a:pt x="29413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823970" y="4428491"/>
            <a:ext cx="613410" cy="709295"/>
            <a:chOff x="1944370" y="5507482"/>
            <a:chExt cx="613410" cy="709295"/>
          </a:xfrm>
        </p:grpSpPr>
        <p:sp>
          <p:nvSpPr>
            <p:cNvPr id="12" name="object 12"/>
            <p:cNvSpPr/>
            <p:nvPr/>
          </p:nvSpPr>
          <p:spPr>
            <a:xfrm>
              <a:off x="1950720" y="5529072"/>
              <a:ext cx="600710" cy="681355"/>
            </a:xfrm>
            <a:custGeom>
              <a:avLst/>
              <a:gdLst/>
              <a:ahLst/>
              <a:cxnLst/>
              <a:rect l="l" t="t" r="r" b="b"/>
              <a:pathLst>
                <a:path w="600710" h="681354">
                  <a:moveTo>
                    <a:pt x="600455" y="681227"/>
                  </a:moveTo>
                  <a:lnTo>
                    <a:pt x="600455" y="0"/>
                  </a:lnTo>
                  <a:lnTo>
                    <a:pt x="0" y="0"/>
                  </a:lnTo>
                  <a:lnTo>
                    <a:pt x="0" y="681227"/>
                  </a:lnTo>
                  <a:lnTo>
                    <a:pt x="600455" y="681227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50720" y="5529072"/>
              <a:ext cx="600710" cy="681355"/>
            </a:xfrm>
            <a:custGeom>
              <a:avLst/>
              <a:gdLst/>
              <a:ahLst/>
              <a:cxnLst/>
              <a:rect l="l" t="t" r="r" b="b"/>
              <a:pathLst>
                <a:path w="600710" h="681354">
                  <a:moveTo>
                    <a:pt x="0" y="0"/>
                  </a:moveTo>
                  <a:lnTo>
                    <a:pt x="0" y="681227"/>
                  </a:lnTo>
                  <a:lnTo>
                    <a:pt x="600455" y="681227"/>
                  </a:lnTo>
                  <a:lnTo>
                    <a:pt x="600455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56816" y="5536692"/>
              <a:ext cx="588645" cy="109855"/>
            </a:xfrm>
            <a:custGeom>
              <a:avLst/>
              <a:gdLst/>
              <a:ahLst/>
              <a:cxnLst/>
              <a:rect l="l" t="t" r="r" b="b"/>
              <a:pathLst>
                <a:path w="588644" h="109854">
                  <a:moveTo>
                    <a:pt x="588263" y="54863"/>
                  </a:moveTo>
                  <a:lnTo>
                    <a:pt x="547906" y="27093"/>
                  </a:lnTo>
                  <a:lnTo>
                    <a:pt x="501776" y="16001"/>
                  </a:lnTo>
                  <a:lnTo>
                    <a:pt x="442185" y="7450"/>
                  </a:lnTo>
                  <a:lnTo>
                    <a:pt x="372011" y="1947"/>
                  </a:lnTo>
                  <a:lnTo>
                    <a:pt x="294131" y="0"/>
                  </a:lnTo>
                  <a:lnTo>
                    <a:pt x="216252" y="1947"/>
                  </a:lnTo>
                  <a:lnTo>
                    <a:pt x="146078" y="7450"/>
                  </a:lnTo>
                  <a:lnTo>
                    <a:pt x="86486" y="16001"/>
                  </a:lnTo>
                  <a:lnTo>
                    <a:pt x="40357" y="27093"/>
                  </a:lnTo>
                  <a:lnTo>
                    <a:pt x="0" y="54863"/>
                  </a:lnTo>
                  <a:lnTo>
                    <a:pt x="10569" y="69511"/>
                  </a:lnTo>
                  <a:lnTo>
                    <a:pt x="86486" y="93725"/>
                  </a:lnTo>
                  <a:lnTo>
                    <a:pt x="146078" y="102277"/>
                  </a:lnTo>
                  <a:lnTo>
                    <a:pt x="216252" y="107780"/>
                  </a:lnTo>
                  <a:lnTo>
                    <a:pt x="294131" y="109727"/>
                  </a:lnTo>
                  <a:lnTo>
                    <a:pt x="372011" y="107780"/>
                  </a:lnTo>
                  <a:lnTo>
                    <a:pt x="442185" y="102277"/>
                  </a:lnTo>
                  <a:lnTo>
                    <a:pt x="501776" y="93725"/>
                  </a:lnTo>
                  <a:lnTo>
                    <a:pt x="547906" y="82634"/>
                  </a:lnTo>
                  <a:lnTo>
                    <a:pt x="588263" y="54863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56816" y="5536692"/>
              <a:ext cx="588645" cy="109855"/>
            </a:xfrm>
            <a:custGeom>
              <a:avLst/>
              <a:gdLst/>
              <a:ahLst/>
              <a:cxnLst/>
              <a:rect l="l" t="t" r="r" b="b"/>
              <a:pathLst>
                <a:path w="588644" h="109854">
                  <a:moveTo>
                    <a:pt x="294131" y="0"/>
                  </a:moveTo>
                  <a:lnTo>
                    <a:pt x="216252" y="1947"/>
                  </a:lnTo>
                  <a:lnTo>
                    <a:pt x="146078" y="7450"/>
                  </a:lnTo>
                  <a:lnTo>
                    <a:pt x="86486" y="16001"/>
                  </a:lnTo>
                  <a:lnTo>
                    <a:pt x="40357" y="27093"/>
                  </a:lnTo>
                  <a:lnTo>
                    <a:pt x="0" y="54863"/>
                  </a:lnTo>
                  <a:lnTo>
                    <a:pt x="10569" y="69511"/>
                  </a:lnTo>
                  <a:lnTo>
                    <a:pt x="86486" y="93725"/>
                  </a:lnTo>
                  <a:lnTo>
                    <a:pt x="146078" y="102277"/>
                  </a:lnTo>
                  <a:lnTo>
                    <a:pt x="216252" y="107780"/>
                  </a:lnTo>
                  <a:lnTo>
                    <a:pt x="294131" y="109727"/>
                  </a:lnTo>
                  <a:lnTo>
                    <a:pt x="372011" y="107780"/>
                  </a:lnTo>
                  <a:lnTo>
                    <a:pt x="442185" y="102277"/>
                  </a:lnTo>
                  <a:lnTo>
                    <a:pt x="501776" y="93725"/>
                  </a:lnTo>
                  <a:lnTo>
                    <a:pt x="547906" y="82634"/>
                  </a:lnTo>
                  <a:lnTo>
                    <a:pt x="588263" y="54863"/>
                  </a:lnTo>
                  <a:lnTo>
                    <a:pt x="577694" y="40216"/>
                  </a:lnTo>
                  <a:lnTo>
                    <a:pt x="501776" y="16001"/>
                  </a:lnTo>
                  <a:lnTo>
                    <a:pt x="442185" y="7450"/>
                  </a:lnTo>
                  <a:lnTo>
                    <a:pt x="372011" y="1947"/>
                  </a:lnTo>
                  <a:lnTo>
                    <a:pt x="29413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56816" y="5513832"/>
              <a:ext cx="588645" cy="113030"/>
            </a:xfrm>
            <a:custGeom>
              <a:avLst/>
              <a:gdLst/>
              <a:ahLst/>
              <a:cxnLst/>
              <a:rect l="l" t="t" r="r" b="b"/>
              <a:pathLst>
                <a:path w="588644" h="113029">
                  <a:moveTo>
                    <a:pt x="588263" y="56387"/>
                  </a:moveTo>
                  <a:lnTo>
                    <a:pt x="547906" y="27544"/>
                  </a:lnTo>
                  <a:lnTo>
                    <a:pt x="501776" y="16192"/>
                  </a:lnTo>
                  <a:lnTo>
                    <a:pt x="442185" y="7507"/>
                  </a:lnTo>
                  <a:lnTo>
                    <a:pt x="372011" y="1954"/>
                  </a:lnTo>
                  <a:lnTo>
                    <a:pt x="294131" y="0"/>
                  </a:lnTo>
                  <a:lnTo>
                    <a:pt x="216252" y="1954"/>
                  </a:lnTo>
                  <a:lnTo>
                    <a:pt x="146078" y="7507"/>
                  </a:lnTo>
                  <a:lnTo>
                    <a:pt x="86486" y="16192"/>
                  </a:lnTo>
                  <a:lnTo>
                    <a:pt x="40357" y="27544"/>
                  </a:lnTo>
                  <a:lnTo>
                    <a:pt x="0" y="56387"/>
                  </a:lnTo>
                  <a:lnTo>
                    <a:pt x="10569" y="71148"/>
                  </a:lnTo>
                  <a:lnTo>
                    <a:pt x="86486" y="96011"/>
                  </a:lnTo>
                  <a:lnTo>
                    <a:pt x="146078" y="104930"/>
                  </a:lnTo>
                  <a:lnTo>
                    <a:pt x="216252" y="110715"/>
                  </a:lnTo>
                  <a:lnTo>
                    <a:pt x="294131" y="112775"/>
                  </a:lnTo>
                  <a:lnTo>
                    <a:pt x="372011" y="110715"/>
                  </a:lnTo>
                  <a:lnTo>
                    <a:pt x="442185" y="104930"/>
                  </a:lnTo>
                  <a:lnTo>
                    <a:pt x="501776" y="96011"/>
                  </a:lnTo>
                  <a:lnTo>
                    <a:pt x="547906" y="84553"/>
                  </a:lnTo>
                  <a:lnTo>
                    <a:pt x="588263" y="563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56816" y="5513832"/>
              <a:ext cx="588645" cy="113030"/>
            </a:xfrm>
            <a:custGeom>
              <a:avLst/>
              <a:gdLst/>
              <a:ahLst/>
              <a:cxnLst/>
              <a:rect l="l" t="t" r="r" b="b"/>
              <a:pathLst>
                <a:path w="588644" h="113029">
                  <a:moveTo>
                    <a:pt x="294131" y="0"/>
                  </a:moveTo>
                  <a:lnTo>
                    <a:pt x="216252" y="1954"/>
                  </a:lnTo>
                  <a:lnTo>
                    <a:pt x="146078" y="7507"/>
                  </a:lnTo>
                  <a:lnTo>
                    <a:pt x="86486" y="16192"/>
                  </a:lnTo>
                  <a:lnTo>
                    <a:pt x="40357" y="27544"/>
                  </a:lnTo>
                  <a:lnTo>
                    <a:pt x="0" y="56387"/>
                  </a:lnTo>
                  <a:lnTo>
                    <a:pt x="10569" y="71148"/>
                  </a:lnTo>
                  <a:lnTo>
                    <a:pt x="86486" y="96011"/>
                  </a:lnTo>
                  <a:lnTo>
                    <a:pt x="146078" y="104930"/>
                  </a:lnTo>
                  <a:lnTo>
                    <a:pt x="216252" y="110715"/>
                  </a:lnTo>
                  <a:lnTo>
                    <a:pt x="294131" y="112775"/>
                  </a:lnTo>
                  <a:lnTo>
                    <a:pt x="372011" y="110715"/>
                  </a:lnTo>
                  <a:lnTo>
                    <a:pt x="442185" y="104930"/>
                  </a:lnTo>
                  <a:lnTo>
                    <a:pt x="501776" y="96011"/>
                  </a:lnTo>
                  <a:lnTo>
                    <a:pt x="547906" y="84553"/>
                  </a:lnTo>
                  <a:lnTo>
                    <a:pt x="588263" y="56387"/>
                  </a:lnTo>
                  <a:lnTo>
                    <a:pt x="577694" y="41098"/>
                  </a:lnTo>
                  <a:lnTo>
                    <a:pt x="501776" y="16192"/>
                  </a:lnTo>
                  <a:lnTo>
                    <a:pt x="442185" y="7507"/>
                  </a:lnTo>
                  <a:lnTo>
                    <a:pt x="372011" y="1954"/>
                  </a:lnTo>
                  <a:lnTo>
                    <a:pt x="29413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602477" y="4390390"/>
            <a:ext cx="613410" cy="759460"/>
            <a:chOff x="3722877" y="5469382"/>
            <a:chExt cx="613410" cy="759460"/>
          </a:xfrm>
        </p:grpSpPr>
        <p:sp>
          <p:nvSpPr>
            <p:cNvPr id="19" name="object 19"/>
            <p:cNvSpPr/>
            <p:nvPr/>
          </p:nvSpPr>
          <p:spPr>
            <a:xfrm>
              <a:off x="3729227" y="5538216"/>
              <a:ext cx="600710" cy="684530"/>
            </a:xfrm>
            <a:custGeom>
              <a:avLst/>
              <a:gdLst/>
              <a:ahLst/>
              <a:cxnLst/>
              <a:rect l="l" t="t" r="r" b="b"/>
              <a:pathLst>
                <a:path w="600710" h="684529">
                  <a:moveTo>
                    <a:pt x="600455" y="684275"/>
                  </a:moveTo>
                  <a:lnTo>
                    <a:pt x="600455" y="0"/>
                  </a:lnTo>
                  <a:lnTo>
                    <a:pt x="0" y="0"/>
                  </a:lnTo>
                  <a:lnTo>
                    <a:pt x="0" y="684275"/>
                  </a:lnTo>
                  <a:lnTo>
                    <a:pt x="600455" y="68427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29227" y="5538216"/>
              <a:ext cx="600710" cy="684530"/>
            </a:xfrm>
            <a:custGeom>
              <a:avLst/>
              <a:gdLst/>
              <a:ahLst/>
              <a:cxnLst/>
              <a:rect l="l" t="t" r="r" b="b"/>
              <a:pathLst>
                <a:path w="600710" h="684529">
                  <a:moveTo>
                    <a:pt x="0" y="0"/>
                  </a:moveTo>
                  <a:lnTo>
                    <a:pt x="0" y="684275"/>
                  </a:lnTo>
                  <a:lnTo>
                    <a:pt x="600455" y="684275"/>
                  </a:lnTo>
                  <a:lnTo>
                    <a:pt x="600455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35323" y="5475732"/>
              <a:ext cx="586740" cy="114300"/>
            </a:xfrm>
            <a:custGeom>
              <a:avLst/>
              <a:gdLst/>
              <a:ahLst/>
              <a:cxnLst/>
              <a:rect l="l" t="t" r="r" b="b"/>
              <a:pathLst>
                <a:path w="586739" h="114300">
                  <a:moveTo>
                    <a:pt x="586739" y="56387"/>
                  </a:moveTo>
                  <a:lnTo>
                    <a:pt x="546777" y="27544"/>
                  </a:lnTo>
                  <a:lnTo>
                    <a:pt x="501014" y="16192"/>
                  </a:lnTo>
                  <a:lnTo>
                    <a:pt x="441790" y="7507"/>
                  </a:lnTo>
                  <a:lnTo>
                    <a:pt x="371898" y="1954"/>
                  </a:lnTo>
                  <a:lnTo>
                    <a:pt x="294131" y="0"/>
                  </a:lnTo>
                  <a:lnTo>
                    <a:pt x="215723" y="1954"/>
                  </a:lnTo>
                  <a:lnTo>
                    <a:pt x="145400" y="7507"/>
                  </a:lnTo>
                  <a:lnTo>
                    <a:pt x="85915" y="16192"/>
                  </a:lnTo>
                  <a:lnTo>
                    <a:pt x="40019" y="27544"/>
                  </a:lnTo>
                  <a:lnTo>
                    <a:pt x="0" y="56387"/>
                  </a:lnTo>
                  <a:lnTo>
                    <a:pt x="10463" y="71790"/>
                  </a:lnTo>
                  <a:lnTo>
                    <a:pt x="85915" y="97345"/>
                  </a:lnTo>
                  <a:lnTo>
                    <a:pt x="145400" y="106397"/>
                  </a:lnTo>
                  <a:lnTo>
                    <a:pt x="215723" y="112232"/>
                  </a:lnTo>
                  <a:lnTo>
                    <a:pt x="294131" y="114299"/>
                  </a:lnTo>
                  <a:lnTo>
                    <a:pt x="371898" y="112232"/>
                  </a:lnTo>
                  <a:lnTo>
                    <a:pt x="441790" y="106397"/>
                  </a:lnTo>
                  <a:lnTo>
                    <a:pt x="501014" y="97345"/>
                  </a:lnTo>
                  <a:lnTo>
                    <a:pt x="546777" y="85626"/>
                  </a:lnTo>
                  <a:lnTo>
                    <a:pt x="586739" y="563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35323" y="5475732"/>
              <a:ext cx="586740" cy="114300"/>
            </a:xfrm>
            <a:custGeom>
              <a:avLst/>
              <a:gdLst/>
              <a:ahLst/>
              <a:cxnLst/>
              <a:rect l="l" t="t" r="r" b="b"/>
              <a:pathLst>
                <a:path w="586739" h="114300">
                  <a:moveTo>
                    <a:pt x="294131" y="0"/>
                  </a:moveTo>
                  <a:lnTo>
                    <a:pt x="215723" y="1954"/>
                  </a:lnTo>
                  <a:lnTo>
                    <a:pt x="145400" y="7507"/>
                  </a:lnTo>
                  <a:lnTo>
                    <a:pt x="85915" y="16192"/>
                  </a:lnTo>
                  <a:lnTo>
                    <a:pt x="40019" y="27544"/>
                  </a:lnTo>
                  <a:lnTo>
                    <a:pt x="0" y="56387"/>
                  </a:lnTo>
                  <a:lnTo>
                    <a:pt x="10463" y="71790"/>
                  </a:lnTo>
                  <a:lnTo>
                    <a:pt x="85915" y="97345"/>
                  </a:lnTo>
                  <a:lnTo>
                    <a:pt x="145400" y="106397"/>
                  </a:lnTo>
                  <a:lnTo>
                    <a:pt x="215723" y="112232"/>
                  </a:lnTo>
                  <a:lnTo>
                    <a:pt x="294131" y="114299"/>
                  </a:lnTo>
                  <a:lnTo>
                    <a:pt x="371898" y="112232"/>
                  </a:lnTo>
                  <a:lnTo>
                    <a:pt x="441790" y="106397"/>
                  </a:lnTo>
                  <a:lnTo>
                    <a:pt x="501014" y="97345"/>
                  </a:lnTo>
                  <a:lnTo>
                    <a:pt x="546777" y="85626"/>
                  </a:lnTo>
                  <a:lnTo>
                    <a:pt x="586739" y="56387"/>
                  </a:lnTo>
                  <a:lnTo>
                    <a:pt x="576283" y="41098"/>
                  </a:lnTo>
                  <a:lnTo>
                    <a:pt x="501014" y="16192"/>
                  </a:lnTo>
                  <a:lnTo>
                    <a:pt x="441790" y="7507"/>
                  </a:lnTo>
                  <a:lnTo>
                    <a:pt x="371898" y="1954"/>
                  </a:lnTo>
                  <a:lnTo>
                    <a:pt x="29413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543542" y="4655309"/>
            <a:ext cx="101536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b="1" spc="-20" dirty="0">
                <a:solidFill>
                  <a:srgbClr val="007E7E"/>
                </a:solidFill>
                <a:latin typeface="Arial"/>
                <a:cs typeface="Arial"/>
              </a:rPr>
              <a:t>SGBD</a:t>
            </a:r>
            <a:endParaRPr sz="270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8728" y="3771900"/>
            <a:ext cx="3096260" cy="51968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8160" y="5509260"/>
            <a:ext cx="3483864" cy="434340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6443981" y="4736592"/>
            <a:ext cx="1062355" cy="228600"/>
          </a:xfrm>
          <a:custGeom>
            <a:avLst/>
            <a:gdLst/>
            <a:ahLst/>
            <a:cxnLst/>
            <a:rect l="l" t="t" r="r" b="b"/>
            <a:pathLst>
              <a:path w="1062354" h="228600">
                <a:moveTo>
                  <a:pt x="228600" y="0"/>
                </a:moveTo>
                <a:lnTo>
                  <a:pt x="0" y="114300"/>
                </a:lnTo>
                <a:lnTo>
                  <a:pt x="114300" y="171450"/>
                </a:lnTo>
                <a:lnTo>
                  <a:pt x="114300" y="114300"/>
                </a:lnTo>
                <a:lnTo>
                  <a:pt x="117252" y="99345"/>
                </a:lnTo>
                <a:lnTo>
                  <a:pt x="125349" y="87249"/>
                </a:lnTo>
                <a:lnTo>
                  <a:pt x="137445" y="79152"/>
                </a:lnTo>
                <a:lnTo>
                  <a:pt x="152400" y="76200"/>
                </a:lnTo>
                <a:lnTo>
                  <a:pt x="177800" y="76200"/>
                </a:lnTo>
                <a:lnTo>
                  <a:pt x="228600" y="0"/>
                </a:lnTo>
                <a:close/>
              </a:path>
              <a:path w="1062354" h="228600">
                <a:moveTo>
                  <a:pt x="177800" y="152400"/>
                </a:moveTo>
                <a:lnTo>
                  <a:pt x="152400" y="114300"/>
                </a:lnTo>
                <a:lnTo>
                  <a:pt x="152400" y="76200"/>
                </a:lnTo>
                <a:lnTo>
                  <a:pt x="137445" y="79152"/>
                </a:lnTo>
                <a:lnTo>
                  <a:pt x="125349" y="87249"/>
                </a:lnTo>
                <a:lnTo>
                  <a:pt x="117252" y="99345"/>
                </a:lnTo>
                <a:lnTo>
                  <a:pt x="114300" y="114300"/>
                </a:lnTo>
                <a:lnTo>
                  <a:pt x="117252" y="128611"/>
                </a:lnTo>
                <a:lnTo>
                  <a:pt x="125349" y="140779"/>
                </a:lnTo>
                <a:lnTo>
                  <a:pt x="137445" y="149232"/>
                </a:lnTo>
                <a:lnTo>
                  <a:pt x="152400" y="152400"/>
                </a:lnTo>
                <a:lnTo>
                  <a:pt x="152400" y="114300"/>
                </a:lnTo>
                <a:lnTo>
                  <a:pt x="177800" y="76200"/>
                </a:lnTo>
                <a:lnTo>
                  <a:pt x="177800" y="152400"/>
                </a:lnTo>
                <a:close/>
              </a:path>
              <a:path w="1062354" h="228600">
                <a:moveTo>
                  <a:pt x="228600" y="228600"/>
                </a:moveTo>
                <a:lnTo>
                  <a:pt x="177800" y="152400"/>
                </a:lnTo>
                <a:lnTo>
                  <a:pt x="152400" y="152400"/>
                </a:lnTo>
                <a:lnTo>
                  <a:pt x="137445" y="149232"/>
                </a:lnTo>
                <a:lnTo>
                  <a:pt x="125349" y="140779"/>
                </a:lnTo>
                <a:lnTo>
                  <a:pt x="117252" y="128611"/>
                </a:lnTo>
                <a:lnTo>
                  <a:pt x="114300" y="114300"/>
                </a:lnTo>
                <a:lnTo>
                  <a:pt x="114300" y="171450"/>
                </a:lnTo>
                <a:lnTo>
                  <a:pt x="228600" y="228600"/>
                </a:lnTo>
                <a:close/>
              </a:path>
              <a:path w="1062354" h="228600">
                <a:moveTo>
                  <a:pt x="1062228" y="114300"/>
                </a:moveTo>
                <a:lnTo>
                  <a:pt x="1059060" y="99345"/>
                </a:lnTo>
                <a:lnTo>
                  <a:pt x="1050607" y="87249"/>
                </a:lnTo>
                <a:lnTo>
                  <a:pt x="1038439" y="79152"/>
                </a:lnTo>
                <a:lnTo>
                  <a:pt x="1024128" y="76200"/>
                </a:lnTo>
                <a:lnTo>
                  <a:pt x="177800" y="76200"/>
                </a:lnTo>
                <a:lnTo>
                  <a:pt x="152400" y="114300"/>
                </a:lnTo>
                <a:lnTo>
                  <a:pt x="177800" y="152400"/>
                </a:lnTo>
                <a:lnTo>
                  <a:pt x="1024128" y="152400"/>
                </a:lnTo>
                <a:lnTo>
                  <a:pt x="1038439" y="149232"/>
                </a:lnTo>
                <a:lnTo>
                  <a:pt x="1050607" y="140779"/>
                </a:lnTo>
                <a:lnTo>
                  <a:pt x="1059060" y="128611"/>
                </a:lnTo>
                <a:lnTo>
                  <a:pt x="1062228" y="114300"/>
                </a:lnTo>
                <a:close/>
              </a:path>
            </a:pathLst>
          </a:custGeom>
          <a:solidFill>
            <a:srgbClr val="007F7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72929" y="2598231"/>
            <a:ext cx="6634480" cy="2097405"/>
            <a:chOff x="1568005" y="3233737"/>
            <a:chExt cx="6634480" cy="2097405"/>
          </a:xfrm>
        </p:grpSpPr>
        <p:sp>
          <p:nvSpPr>
            <p:cNvPr id="3" name="object 3"/>
            <p:cNvSpPr/>
            <p:nvPr/>
          </p:nvSpPr>
          <p:spPr>
            <a:xfrm>
              <a:off x="1572767" y="3238500"/>
              <a:ext cx="6624955" cy="2087880"/>
            </a:xfrm>
            <a:custGeom>
              <a:avLst/>
              <a:gdLst/>
              <a:ahLst/>
              <a:cxnLst/>
              <a:rect l="l" t="t" r="r" b="b"/>
              <a:pathLst>
                <a:path w="6624955" h="2087879">
                  <a:moveTo>
                    <a:pt x="6624827" y="2087879"/>
                  </a:moveTo>
                  <a:lnTo>
                    <a:pt x="6624827" y="0"/>
                  </a:lnTo>
                  <a:lnTo>
                    <a:pt x="0" y="0"/>
                  </a:lnTo>
                  <a:lnTo>
                    <a:pt x="0" y="2087879"/>
                  </a:lnTo>
                  <a:lnTo>
                    <a:pt x="6624827" y="2087879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72767" y="3238500"/>
              <a:ext cx="6624955" cy="2087880"/>
            </a:xfrm>
            <a:custGeom>
              <a:avLst/>
              <a:gdLst/>
              <a:ahLst/>
              <a:cxnLst/>
              <a:rect l="l" t="t" r="r" b="b"/>
              <a:pathLst>
                <a:path w="6624955" h="2087879">
                  <a:moveTo>
                    <a:pt x="0" y="0"/>
                  </a:moveTo>
                  <a:lnTo>
                    <a:pt x="0" y="2087879"/>
                  </a:lnTo>
                  <a:lnTo>
                    <a:pt x="6624827" y="2087879"/>
                  </a:lnTo>
                  <a:lnTo>
                    <a:pt x="6624827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217416" y="5151121"/>
            <a:ext cx="1752600" cy="1417320"/>
          </a:xfrm>
          <a:custGeom>
            <a:avLst/>
            <a:gdLst/>
            <a:ahLst/>
            <a:cxnLst/>
            <a:rect l="l" t="t" r="r" b="b"/>
            <a:pathLst>
              <a:path w="1752600" h="1417320">
                <a:moveTo>
                  <a:pt x="12700" y="1173480"/>
                </a:moveTo>
                <a:lnTo>
                  <a:pt x="12700" y="265176"/>
                </a:lnTo>
                <a:lnTo>
                  <a:pt x="0" y="278892"/>
                </a:lnTo>
                <a:lnTo>
                  <a:pt x="0" y="1161288"/>
                </a:lnTo>
                <a:lnTo>
                  <a:pt x="12700" y="1173480"/>
                </a:lnTo>
                <a:close/>
              </a:path>
              <a:path w="1752600" h="1417320">
                <a:moveTo>
                  <a:pt x="25400" y="268224"/>
                </a:moveTo>
                <a:lnTo>
                  <a:pt x="25400" y="228600"/>
                </a:lnTo>
                <a:lnTo>
                  <a:pt x="12700" y="242316"/>
                </a:lnTo>
                <a:lnTo>
                  <a:pt x="12700" y="281940"/>
                </a:lnTo>
                <a:lnTo>
                  <a:pt x="25400" y="268224"/>
                </a:lnTo>
                <a:close/>
              </a:path>
              <a:path w="1752600" h="1417320">
                <a:moveTo>
                  <a:pt x="25400" y="1210056"/>
                </a:moveTo>
                <a:lnTo>
                  <a:pt x="25400" y="1170432"/>
                </a:lnTo>
                <a:lnTo>
                  <a:pt x="12700" y="1158240"/>
                </a:lnTo>
                <a:lnTo>
                  <a:pt x="12700" y="1197864"/>
                </a:lnTo>
                <a:lnTo>
                  <a:pt x="25400" y="1210056"/>
                </a:lnTo>
                <a:close/>
              </a:path>
              <a:path w="1752600" h="1417320">
                <a:moveTo>
                  <a:pt x="38100" y="220980"/>
                </a:moveTo>
                <a:lnTo>
                  <a:pt x="38100" y="195072"/>
                </a:lnTo>
                <a:lnTo>
                  <a:pt x="25400" y="205740"/>
                </a:lnTo>
                <a:lnTo>
                  <a:pt x="25400" y="233172"/>
                </a:lnTo>
                <a:lnTo>
                  <a:pt x="38100" y="220980"/>
                </a:lnTo>
                <a:close/>
              </a:path>
              <a:path w="1752600" h="1417320">
                <a:moveTo>
                  <a:pt x="38100" y="1245108"/>
                </a:moveTo>
                <a:lnTo>
                  <a:pt x="38100" y="1217676"/>
                </a:lnTo>
                <a:lnTo>
                  <a:pt x="25400" y="1205484"/>
                </a:lnTo>
                <a:lnTo>
                  <a:pt x="25400" y="1234440"/>
                </a:lnTo>
                <a:lnTo>
                  <a:pt x="38100" y="1245108"/>
                </a:lnTo>
                <a:close/>
              </a:path>
              <a:path w="1752600" h="1417320">
                <a:moveTo>
                  <a:pt x="63500" y="179832"/>
                </a:moveTo>
                <a:lnTo>
                  <a:pt x="63500" y="150876"/>
                </a:lnTo>
                <a:lnTo>
                  <a:pt x="50800" y="172212"/>
                </a:lnTo>
                <a:lnTo>
                  <a:pt x="38100" y="181356"/>
                </a:lnTo>
                <a:lnTo>
                  <a:pt x="38100" y="211836"/>
                </a:lnTo>
                <a:lnTo>
                  <a:pt x="50800" y="187452"/>
                </a:lnTo>
                <a:lnTo>
                  <a:pt x="50800" y="188976"/>
                </a:lnTo>
                <a:lnTo>
                  <a:pt x="63500" y="179832"/>
                </a:lnTo>
                <a:close/>
              </a:path>
              <a:path w="1752600" h="1417320">
                <a:moveTo>
                  <a:pt x="63500" y="1289304"/>
                </a:moveTo>
                <a:lnTo>
                  <a:pt x="63500" y="1261872"/>
                </a:lnTo>
                <a:lnTo>
                  <a:pt x="50800" y="1251204"/>
                </a:lnTo>
                <a:lnTo>
                  <a:pt x="50800" y="1240536"/>
                </a:lnTo>
                <a:lnTo>
                  <a:pt x="38100" y="1229868"/>
                </a:lnTo>
                <a:lnTo>
                  <a:pt x="38100" y="1258824"/>
                </a:lnTo>
                <a:lnTo>
                  <a:pt x="50800" y="1277112"/>
                </a:lnTo>
                <a:lnTo>
                  <a:pt x="63500" y="1289304"/>
                </a:lnTo>
                <a:close/>
              </a:path>
              <a:path w="1752600" h="1417320">
                <a:moveTo>
                  <a:pt x="127000" y="99060"/>
                </a:moveTo>
                <a:lnTo>
                  <a:pt x="127000" y="80772"/>
                </a:lnTo>
                <a:lnTo>
                  <a:pt x="114300" y="89916"/>
                </a:lnTo>
                <a:lnTo>
                  <a:pt x="88900" y="112776"/>
                </a:lnTo>
                <a:lnTo>
                  <a:pt x="76200" y="121920"/>
                </a:lnTo>
                <a:lnTo>
                  <a:pt x="76200" y="131064"/>
                </a:lnTo>
                <a:lnTo>
                  <a:pt x="63500" y="140208"/>
                </a:lnTo>
                <a:lnTo>
                  <a:pt x="63500" y="158496"/>
                </a:lnTo>
                <a:lnTo>
                  <a:pt x="76200" y="149352"/>
                </a:lnTo>
                <a:lnTo>
                  <a:pt x="88900" y="138684"/>
                </a:lnTo>
                <a:lnTo>
                  <a:pt x="88900" y="129540"/>
                </a:lnTo>
                <a:lnTo>
                  <a:pt x="127000" y="99060"/>
                </a:lnTo>
                <a:close/>
              </a:path>
              <a:path w="1752600" h="1417320">
                <a:moveTo>
                  <a:pt x="127000" y="1359408"/>
                </a:moveTo>
                <a:lnTo>
                  <a:pt x="127000" y="1341120"/>
                </a:lnTo>
                <a:lnTo>
                  <a:pt x="101600" y="1318260"/>
                </a:lnTo>
                <a:lnTo>
                  <a:pt x="88900" y="1309116"/>
                </a:lnTo>
                <a:lnTo>
                  <a:pt x="88900" y="1301496"/>
                </a:lnTo>
                <a:lnTo>
                  <a:pt x="76200" y="1292352"/>
                </a:lnTo>
                <a:lnTo>
                  <a:pt x="63500" y="1281684"/>
                </a:lnTo>
                <a:lnTo>
                  <a:pt x="63500" y="1299972"/>
                </a:lnTo>
                <a:lnTo>
                  <a:pt x="76200" y="1309116"/>
                </a:lnTo>
                <a:lnTo>
                  <a:pt x="76200" y="1316736"/>
                </a:lnTo>
                <a:lnTo>
                  <a:pt x="88900" y="1327404"/>
                </a:lnTo>
                <a:lnTo>
                  <a:pt x="114300" y="1351788"/>
                </a:lnTo>
                <a:lnTo>
                  <a:pt x="127000" y="1359408"/>
                </a:lnTo>
                <a:close/>
              </a:path>
              <a:path w="1752600" h="1417320">
                <a:moveTo>
                  <a:pt x="1473200" y="36576"/>
                </a:moveTo>
                <a:lnTo>
                  <a:pt x="1473200" y="22860"/>
                </a:lnTo>
                <a:lnTo>
                  <a:pt x="254000" y="22860"/>
                </a:lnTo>
                <a:lnTo>
                  <a:pt x="254000" y="24384"/>
                </a:lnTo>
                <a:lnTo>
                  <a:pt x="215900" y="28956"/>
                </a:lnTo>
                <a:lnTo>
                  <a:pt x="215900" y="33528"/>
                </a:lnTo>
                <a:lnTo>
                  <a:pt x="203200" y="38100"/>
                </a:lnTo>
                <a:lnTo>
                  <a:pt x="190500" y="41148"/>
                </a:lnTo>
                <a:lnTo>
                  <a:pt x="177800" y="45720"/>
                </a:lnTo>
                <a:lnTo>
                  <a:pt x="165100" y="48768"/>
                </a:lnTo>
                <a:lnTo>
                  <a:pt x="165100" y="56388"/>
                </a:lnTo>
                <a:lnTo>
                  <a:pt x="152400" y="60960"/>
                </a:lnTo>
                <a:lnTo>
                  <a:pt x="127000" y="73152"/>
                </a:lnTo>
                <a:lnTo>
                  <a:pt x="127000" y="91440"/>
                </a:lnTo>
                <a:lnTo>
                  <a:pt x="139700" y="82296"/>
                </a:lnTo>
                <a:lnTo>
                  <a:pt x="139700" y="83820"/>
                </a:lnTo>
                <a:lnTo>
                  <a:pt x="152400" y="71628"/>
                </a:lnTo>
                <a:lnTo>
                  <a:pt x="165100" y="67056"/>
                </a:lnTo>
                <a:lnTo>
                  <a:pt x="177800" y="60960"/>
                </a:lnTo>
                <a:lnTo>
                  <a:pt x="190500" y="57912"/>
                </a:lnTo>
                <a:lnTo>
                  <a:pt x="203200" y="48768"/>
                </a:lnTo>
                <a:lnTo>
                  <a:pt x="215900" y="45720"/>
                </a:lnTo>
                <a:lnTo>
                  <a:pt x="228600" y="41148"/>
                </a:lnTo>
                <a:lnTo>
                  <a:pt x="228600" y="42672"/>
                </a:lnTo>
                <a:lnTo>
                  <a:pt x="241300" y="39624"/>
                </a:lnTo>
                <a:lnTo>
                  <a:pt x="241300" y="38100"/>
                </a:lnTo>
                <a:lnTo>
                  <a:pt x="254000" y="36576"/>
                </a:lnTo>
                <a:lnTo>
                  <a:pt x="1473200" y="36576"/>
                </a:lnTo>
                <a:close/>
              </a:path>
              <a:path w="1752600" h="1417320">
                <a:moveTo>
                  <a:pt x="241300" y="1414272"/>
                </a:moveTo>
                <a:lnTo>
                  <a:pt x="241300" y="1400556"/>
                </a:lnTo>
                <a:lnTo>
                  <a:pt x="228600" y="1397508"/>
                </a:lnTo>
                <a:lnTo>
                  <a:pt x="228600" y="1395984"/>
                </a:lnTo>
                <a:lnTo>
                  <a:pt x="215900" y="1394460"/>
                </a:lnTo>
                <a:lnTo>
                  <a:pt x="203200" y="1391412"/>
                </a:lnTo>
                <a:lnTo>
                  <a:pt x="190500" y="1386840"/>
                </a:lnTo>
                <a:lnTo>
                  <a:pt x="190500" y="1383792"/>
                </a:lnTo>
                <a:lnTo>
                  <a:pt x="177800" y="1379220"/>
                </a:lnTo>
                <a:lnTo>
                  <a:pt x="177800" y="1380744"/>
                </a:lnTo>
                <a:lnTo>
                  <a:pt x="152400" y="1362456"/>
                </a:lnTo>
                <a:lnTo>
                  <a:pt x="139700" y="1354836"/>
                </a:lnTo>
                <a:lnTo>
                  <a:pt x="127000" y="1348740"/>
                </a:lnTo>
                <a:lnTo>
                  <a:pt x="127000" y="1365504"/>
                </a:lnTo>
                <a:lnTo>
                  <a:pt x="139700" y="1373124"/>
                </a:lnTo>
                <a:lnTo>
                  <a:pt x="165100" y="1391412"/>
                </a:lnTo>
                <a:lnTo>
                  <a:pt x="177800" y="1394460"/>
                </a:lnTo>
                <a:lnTo>
                  <a:pt x="203200" y="1403604"/>
                </a:lnTo>
                <a:lnTo>
                  <a:pt x="215900" y="1406652"/>
                </a:lnTo>
                <a:lnTo>
                  <a:pt x="215900" y="1408176"/>
                </a:lnTo>
                <a:lnTo>
                  <a:pt x="228600" y="1412748"/>
                </a:lnTo>
                <a:lnTo>
                  <a:pt x="241300" y="1414272"/>
                </a:lnTo>
                <a:close/>
              </a:path>
              <a:path w="1752600" h="1417320">
                <a:moveTo>
                  <a:pt x="1524000" y="1408176"/>
                </a:moveTo>
                <a:lnTo>
                  <a:pt x="1524000" y="1397508"/>
                </a:lnTo>
                <a:lnTo>
                  <a:pt x="1511300" y="1400556"/>
                </a:lnTo>
                <a:lnTo>
                  <a:pt x="1498600" y="1402080"/>
                </a:lnTo>
                <a:lnTo>
                  <a:pt x="1485900" y="1402080"/>
                </a:lnTo>
                <a:lnTo>
                  <a:pt x="1473200" y="1405128"/>
                </a:lnTo>
                <a:lnTo>
                  <a:pt x="1473200" y="1403604"/>
                </a:lnTo>
                <a:lnTo>
                  <a:pt x="266700" y="1403604"/>
                </a:lnTo>
                <a:lnTo>
                  <a:pt x="266700" y="1405128"/>
                </a:lnTo>
                <a:lnTo>
                  <a:pt x="254000" y="1402080"/>
                </a:lnTo>
                <a:lnTo>
                  <a:pt x="241300" y="1402080"/>
                </a:lnTo>
                <a:lnTo>
                  <a:pt x="241300" y="1415796"/>
                </a:lnTo>
                <a:lnTo>
                  <a:pt x="254000" y="1415796"/>
                </a:lnTo>
                <a:lnTo>
                  <a:pt x="254000" y="1414272"/>
                </a:lnTo>
                <a:lnTo>
                  <a:pt x="266700" y="1417320"/>
                </a:lnTo>
                <a:lnTo>
                  <a:pt x="1485900" y="1417320"/>
                </a:lnTo>
                <a:lnTo>
                  <a:pt x="1485900" y="1415796"/>
                </a:lnTo>
                <a:lnTo>
                  <a:pt x="1498600" y="1415796"/>
                </a:lnTo>
                <a:lnTo>
                  <a:pt x="1498600" y="1414272"/>
                </a:lnTo>
                <a:lnTo>
                  <a:pt x="1511300" y="1412748"/>
                </a:lnTo>
                <a:lnTo>
                  <a:pt x="1524000" y="1408176"/>
                </a:lnTo>
                <a:close/>
              </a:path>
              <a:path w="1752600" h="1417320">
                <a:moveTo>
                  <a:pt x="1549400" y="0"/>
                </a:moveTo>
                <a:lnTo>
                  <a:pt x="1473200" y="30480"/>
                </a:lnTo>
                <a:lnTo>
                  <a:pt x="1511300" y="57912"/>
                </a:lnTo>
                <a:lnTo>
                  <a:pt x="1511300" y="27432"/>
                </a:lnTo>
                <a:lnTo>
                  <a:pt x="1524000" y="28956"/>
                </a:lnTo>
                <a:lnTo>
                  <a:pt x="1524000" y="30480"/>
                </a:lnTo>
                <a:lnTo>
                  <a:pt x="1526822" y="31157"/>
                </a:lnTo>
                <a:lnTo>
                  <a:pt x="1549400" y="0"/>
                </a:lnTo>
                <a:close/>
              </a:path>
              <a:path w="1752600" h="1417320">
                <a:moveTo>
                  <a:pt x="1524000" y="42672"/>
                </a:moveTo>
                <a:lnTo>
                  <a:pt x="1524000" y="28956"/>
                </a:lnTo>
                <a:lnTo>
                  <a:pt x="1511300" y="27432"/>
                </a:lnTo>
                <a:lnTo>
                  <a:pt x="1511300" y="41148"/>
                </a:lnTo>
                <a:lnTo>
                  <a:pt x="1524000" y="42672"/>
                </a:lnTo>
                <a:close/>
              </a:path>
              <a:path w="1752600" h="1417320">
                <a:moveTo>
                  <a:pt x="1536700" y="76200"/>
                </a:moveTo>
                <a:lnTo>
                  <a:pt x="1526116" y="41910"/>
                </a:lnTo>
                <a:lnTo>
                  <a:pt x="1524000" y="41148"/>
                </a:lnTo>
                <a:lnTo>
                  <a:pt x="1524000" y="42672"/>
                </a:lnTo>
                <a:lnTo>
                  <a:pt x="1511300" y="41148"/>
                </a:lnTo>
                <a:lnTo>
                  <a:pt x="1511300" y="57912"/>
                </a:lnTo>
                <a:lnTo>
                  <a:pt x="1536700" y="76200"/>
                </a:lnTo>
                <a:close/>
              </a:path>
              <a:path w="1752600" h="1417320">
                <a:moveTo>
                  <a:pt x="1526822" y="31157"/>
                </a:moveTo>
                <a:lnTo>
                  <a:pt x="1524000" y="30480"/>
                </a:lnTo>
                <a:lnTo>
                  <a:pt x="1524000" y="35052"/>
                </a:lnTo>
                <a:lnTo>
                  <a:pt x="1526822" y="31157"/>
                </a:lnTo>
                <a:close/>
              </a:path>
              <a:path w="1752600" h="1417320">
                <a:moveTo>
                  <a:pt x="1612900" y="83820"/>
                </a:moveTo>
                <a:lnTo>
                  <a:pt x="1612900" y="73152"/>
                </a:lnTo>
                <a:lnTo>
                  <a:pt x="1600200" y="60960"/>
                </a:lnTo>
                <a:lnTo>
                  <a:pt x="1587500" y="56388"/>
                </a:lnTo>
                <a:lnTo>
                  <a:pt x="1574800" y="50292"/>
                </a:lnTo>
                <a:lnTo>
                  <a:pt x="1574800" y="48768"/>
                </a:lnTo>
                <a:lnTo>
                  <a:pt x="1562100" y="45720"/>
                </a:lnTo>
                <a:lnTo>
                  <a:pt x="1562100" y="41148"/>
                </a:lnTo>
                <a:lnTo>
                  <a:pt x="1549400" y="38100"/>
                </a:lnTo>
                <a:lnTo>
                  <a:pt x="1536700" y="33528"/>
                </a:lnTo>
                <a:lnTo>
                  <a:pt x="1526822" y="31157"/>
                </a:lnTo>
                <a:lnTo>
                  <a:pt x="1524000" y="35052"/>
                </a:lnTo>
                <a:lnTo>
                  <a:pt x="1526116" y="41910"/>
                </a:lnTo>
                <a:lnTo>
                  <a:pt x="1536700" y="45720"/>
                </a:lnTo>
                <a:lnTo>
                  <a:pt x="1549400" y="48768"/>
                </a:lnTo>
                <a:lnTo>
                  <a:pt x="1562100" y="57912"/>
                </a:lnTo>
                <a:lnTo>
                  <a:pt x="1574800" y="60960"/>
                </a:lnTo>
                <a:lnTo>
                  <a:pt x="1587500" y="67056"/>
                </a:lnTo>
                <a:lnTo>
                  <a:pt x="1587500" y="71628"/>
                </a:lnTo>
                <a:lnTo>
                  <a:pt x="1612900" y="83820"/>
                </a:lnTo>
                <a:close/>
              </a:path>
              <a:path w="1752600" h="1417320">
                <a:moveTo>
                  <a:pt x="1526116" y="41910"/>
                </a:moveTo>
                <a:lnTo>
                  <a:pt x="1524000" y="35052"/>
                </a:lnTo>
                <a:lnTo>
                  <a:pt x="1524000" y="41148"/>
                </a:lnTo>
                <a:lnTo>
                  <a:pt x="1526116" y="41910"/>
                </a:lnTo>
                <a:close/>
              </a:path>
              <a:path w="1752600" h="1417320">
                <a:moveTo>
                  <a:pt x="1663700" y="1327404"/>
                </a:moveTo>
                <a:lnTo>
                  <a:pt x="1663700" y="1301496"/>
                </a:lnTo>
                <a:lnTo>
                  <a:pt x="1651000" y="1309116"/>
                </a:lnTo>
                <a:lnTo>
                  <a:pt x="1651000" y="1319784"/>
                </a:lnTo>
                <a:lnTo>
                  <a:pt x="1638300" y="1325880"/>
                </a:lnTo>
                <a:lnTo>
                  <a:pt x="1625600" y="1342644"/>
                </a:lnTo>
                <a:lnTo>
                  <a:pt x="1612900" y="1354836"/>
                </a:lnTo>
                <a:lnTo>
                  <a:pt x="1600200" y="1362456"/>
                </a:lnTo>
                <a:lnTo>
                  <a:pt x="1587500" y="1368552"/>
                </a:lnTo>
                <a:lnTo>
                  <a:pt x="1587500" y="1374648"/>
                </a:lnTo>
                <a:lnTo>
                  <a:pt x="1574800" y="1380744"/>
                </a:lnTo>
                <a:lnTo>
                  <a:pt x="1574800" y="1379220"/>
                </a:lnTo>
                <a:lnTo>
                  <a:pt x="1562100" y="1383792"/>
                </a:lnTo>
                <a:lnTo>
                  <a:pt x="1549400" y="1386840"/>
                </a:lnTo>
                <a:lnTo>
                  <a:pt x="1536700" y="1391412"/>
                </a:lnTo>
                <a:lnTo>
                  <a:pt x="1536700" y="1394460"/>
                </a:lnTo>
                <a:lnTo>
                  <a:pt x="1524000" y="1395984"/>
                </a:lnTo>
                <a:lnTo>
                  <a:pt x="1524000" y="1409700"/>
                </a:lnTo>
                <a:lnTo>
                  <a:pt x="1549400" y="1403604"/>
                </a:lnTo>
                <a:lnTo>
                  <a:pt x="1562100" y="1399032"/>
                </a:lnTo>
                <a:lnTo>
                  <a:pt x="1562100" y="1395984"/>
                </a:lnTo>
                <a:lnTo>
                  <a:pt x="1574800" y="1391412"/>
                </a:lnTo>
                <a:lnTo>
                  <a:pt x="1612900" y="1373124"/>
                </a:lnTo>
                <a:lnTo>
                  <a:pt x="1612900" y="1365504"/>
                </a:lnTo>
                <a:lnTo>
                  <a:pt x="1625600" y="1359408"/>
                </a:lnTo>
                <a:lnTo>
                  <a:pt x="1638300" y="1342644"/>
                </a:lnTo>
                <a:lnTo>
                  <a:pt x="1663700" y="1327404"/>
                </a:lnTo>
                <a:close/>
              </a:path>
              <a:path w="1752600" h="1417320">
                <a:moveTo>
                  <a:pt x="1701800" y="188976"/>
                </a:moveTo>
                <a:lnTo>
                  <a:pt x="1701800" y="172212"/>
                </a:lnTo>
                <a:lnTo>
                  <a:pt x="1689100" y="160020"/>
                </a:lnTo>
                <a:lnTo>
                  <a:pt x="1689100" y="150876"/>
                </a:lnTo>
                <a:lnTo>
                  <a:pt x="1676400" y="141732"/>
                </a:lnTo>
                <a:lnTo>
                  <a:pt x="1663700" y="120396"/>
                </a:lnTo>
                <a:lnTo>
                  <a:pt x="1651000" y="105156"/>
                </a:lnTo>
                <a:lnTo>
                  <a:pt x="1638300" y="97536"/>
                </a:lnTo>
                <a:lnTo>
                  <a:pt x="1638300" y="89916"/>
                </a:lnTo>
                <a:lnTo>
                  <a:pt x="1612900" y="74676"/>
                </a:lnTo>
                <a:lnTo>
                  <a:pt x="1612900" y="91440"/>
                </a:lnTo>
                <a:lnTo>
                  <a:pt x="1625600" y="99060"/>
                </a:lnTo>
                <a:lnTo>
                  <a:pt x="1651000" y="129540"/>
                </a:lnTo>
                <a:lnTo>
                  <a:pt x="1663700" y="138684"/>
                </a:lnTo>
                <a:lnTo>
                  <a:pt x="1663700" y="147828"/>
                </a:lnTo>
                <a:lnTo>
                  <a:pt x="1676400" y="158496"/>
                </a:lnTo>
                <a:lnTo>
                  <a:pt x="1689100" y="167640"/>
                </a:lnTo>
                <a:lnTo>
                  <a:pt x="1701800" y="188976"/>
                </a:lnTo>
                <a:close/>
              </a:path>
              <a:path w="1752600" h="1417320">
                <a:moveTo>
                  <a:pt x="1676400" y="1310640"/>
                </a:moveTo>
                <a:lnTo>
                  <a:pt x="1676400" y="1281684"/>
                </a:lnTo>
                <a:lnTo>
                  <a:pt x="1663700" y="1292352"/>
                </a:lnTo>
                <a:lnTo>
                  <a:pt x="1663700" y="1318260"/>
                </a:lnTo>
                <a:lnTo>
                  <a:pt x="1676400" y="1310640"/>
                </a:lnTo>
                <a:close/>
              </a:path>
              <a:path w="1752600" h="1417320">
                <a:moveTo>
                  <a:pt x="1689100" y="1290828"/>
                </a:moveTo>
                <a:lnTo>
                  <a:pt x="1689100" y="1271016"/>
                </a:lnTo>
                <a:lnTo>
                  <a:pt x="1676400" y="1283208"/>
                </a:lnTo>
                <a:lnTo>
                  <a:pt x="1676400" y="1299972"/>
                </a:lnTo>
                <a:lnTo>
                  <a:pt x="1689100" y="1290828"/>
                </a:lnTo>
                <a:close/>
              </a:path>
              <a:path w="1752600" h="1417320">
                <a:moveTo>
                  <a:pt x="1701800" y="1267968"/>
                </a:moveTo>
                <a:lnTo>
                  <a:pt x="1701800" y="1251204"/>
                </a:lnTo>
                <a:lnTo>
                  <a:pt x="1689100" y="1261872"/>
                </a:lnTo>
                <a:lnTo>
                  <a:pt x="1689100" y="1289304"/>
                </a:lnTo>
                <a:lnTo>
                  <a:pt x="1701800" y="1267968"/>
                </a:lnTo>
                <a:close/>
              </a:path>
              <a:path w="1752600" h="1417320">
                <a:moveTo>
                  <a:pt x="1714500" y="222504"/>
                </a:moveTo>
                <a:lnTo>
                  <a:pt x="1714500" y="195072"/>
                </a:lnTo>
                <a:lnTo>
                  <a:pt x="1701800" y="182880"/>
                </a:lnTo>
                <a:lnTo>
                  <a:pt x="1701800" y="211836"/>
                </a:lnTo>
                <a:lnTo>
                  <a:pt x="1714500" y="222504"/>
                </a:lnTo>
                <a:close/>
              </a:path>
              <a:path w="1752600" h="1417320">
                <a:moveTo>
                  <a:pt x="1714500" y="1245108"/>
                </a:moveTo>
                <a:lnTo>
                  <a:pt x="1714500" y="1217676"/>
                </a:lnTo>
                <a:lnTo>
                  <a:pt x="1701800" y="1228344"/>
                </a:lnTo>
                <a:lnTo>
                  <a:pt x="1701800" y="1257300"/>
                </a:lnTo>
                <a:lnTo>
                  <a:pt x="1714500" y="1245108"/>
                </a:lnTo>
                <a:close/>
              </a:path>
              <a:path w="1752600" h="1417320">
                <a:moveTo>
                  <a:pt x="1727200" y="257556"/>
                </a:moveTo>
                <a:lnTo>
                  <a:pt x="1727200" y="214884"/>
                </a:lnTo>
                <a:lnTo>
                  <a:pt x="1714500" y="205740"/>
                </a:lnTo>
                <a:lnTo>
                  <a:pt x="1714500" y="245364"/>
                </a:lnTo>
                <a:lnTo>
                  <a:pt x="1727200" y="257556"/>
                </a:lnTo>
                <a:close/>
              </a:path>
              <a:path w="1752600" h="1417320">
                <a:moveTo>
                  <a:pt x="1727200" y="1223772"/>
                </a:moveTo>
                <a:lnTo>
                  <a:pt x="1727200" y="1182624"/>
                </a:lnTo>
                <a:lnTo>
                  <a:pt x="1714500" y="1194816"/>
                </a:lnTo>
                <a:lnTo>
                  <a:pt x="1714500" y="1234440"/>
                </a:lnTo>
                <a:lnTo>
                  <a:pt x="1727200" y="1223772"/>
                </a:lnTo>
                <a:close/>
              </a:path>
              <a:path w="1752600" h="1417320">
                <a:moveTo>
                  <a:pt x="1739900" y="347472"/>
                </a:moveTo>
                <a:lnTo>
                  <a:pt x="1739900" y="252984"/>
                </a:lnTo>
                <a:lnTo>
                  <a:pt x="1727200" y="242316"/>
                </a:lnTo>
                <a:lnTo>
                  <a:pt x="1727200" y="292608"/>
                </a:lnTo>
                <a:lnTo>
                  <a:pt x="1739900" y="347472"/>
                </a:lnTo>
                <a:close/>
              </a:path>
              <a:path w="1752600" h="1417320">
                <a:moveTo>
                  <a:pt x="1739900" y="1187196"/>
                </a:moveTo>
                <a:lnTo>
                  <a:pt x="1739900" y="1133856"/>
                </a:lnTo>
                <a:lnTo>
                  <a:pt x="1727200" y="1146048"/>
                </a:lnTo>
                <a:lnTo>
                  <a:pt x="1727200" y="1199388"/>
                </a:lnTo>
                <a:lnTo>
                  <a:pt x="1739900" y="1187196"/>
                </a:lnTo>
                <a:close/>
              </a:path>
              <a:path w="1752600" h="1417320">
                <a:moveTo>
                  <a:pt x="1752600" y="1094232"/>
                </a:moveTo>
                <a:lnTo>
                  <a:pt x="1752600" y="345948"/>
                </a:lnTo>
                <a:lnTo>
                  <a:pt x="1739900" y="291084"/>
                </a:lnTo>
                <a:lnTo>
                  <a:pt x="1739900" y="1135380"/>
                </a:lnTo>
                <a:lnTo>
                  <a:pt x="1752600" y="10942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85812" y="5097781"/>
            <a:ext cx="1752600" cy="1399540"/>
          </a:xfrm>
          <a:custGeom>
            <a:avLst/>
            <a:gdLst/>
            <a:ahLst/>
            <a:cxnLst/>
            <a:rect l="l" t="t" r="r" b="b"/>
            <a:pathLst>
              <a:path w="1752600" h="1399540">
                <a:moveTo>
                  <a:pt x="25400" y="265176"/>
                </a:moveTo>
                <a:lnTo>
                  <a:pt x="25400" y="213360"/>
                </a:lnTo>
                <a:lnTo>
                  <a:pt x="12700" y="237744"/>
                </a:lnTo>
                <a:lnTo>
                  <a:pt x="0" y="274320"/>
                </a:lnTo>
                <a:lnTo>
                  <a:pt x="0" y="1146048"/>
                </a:lnTo>
                <a:lnTo>
                  <a:pt x="12700" y="1159764"/>
                </a:lnTo>
                <a:lnTo>
                  <a:pt x="12700" y="289560"/>
                </a:lnTo>
                <a:lnTo>
                  <a:pt x="25400" y="265176"/>
                </a:lnTo>
                <a:close/>
              </a:path>
              <a:path w="1752600" h="1399540">
                <a:moveTo>
                  <a:pt x="25400" y="1196340"/>
                </a:moveTo>
                <a:lnTo>
                  <a:pt x="25400" y="1156716"/>
                </a:lnTo>
                <a:lnTo>
                  <a:pt x="12700" y="1143000"/>
                </a:lnTo>
                <a:lnTo>
                  <a:pt x="12700" y="1185672"/>
                </a:lnTo>
                <a:lnTo>
                  <a:pt x="25400" y="1196340"/>
                </a:lnTo>
                <a:close/>
              </a:path>
              <a:path w="1752600" h="1399540">
                <a:moveTo>
                  <a:pt x="38100" y="217932"/>
                </a:moveTo>
                <a:lnTo>
                  <a:pt x="38100" y="190500"/>
                </a:lnTo>
                <a:lnTo>
                  <a:pt x="25400" y="202692"/>
                </a:lnTo>
                <a:lnTo>
                  <a:pt x="25400" y="230124"/>
                </a:lnTo>
                <a:lnTo>
                  <a:pt x="38100" y="217932"/>
                </a:lnTo>
                <a:close/>
              </a:path>
              <a:path w="1752600" h="1399540">
                <a:moveTo>
                  <a:pt x="63500" y="1272540"/>
                </a:moveTo>
                <a:lnTo>
                  <a:pt x="63500" y="1246632"/>
                </a:lnTo>
                <a:lnTo>
                  <a:pt x="50800" y="1235964"/>
                </a:lnTo>
                <a:lnTo>
                  <a:pt x="38100" y="1214628"/>
                </a:lnTo>
                <a:lnTo>
                  <a:pt x="38100" y="1203960"/>
                </a:lnTo>
                <a:lnTo>
                  <a:pt x="25400" y="1191768"/>
                </a:lnTo>
                <a:lnTo>
                  <a:pt x="25400" y="1220724"/>
                </a:lnTo>
                <a:lnTo>
                  <a:pt x="38100" y="1229868"/>
                </a:lnTo>
                <a:lnTo>
                  <a:pt x="50800" y="1254252"/>
                </a:lnTo>
                <a:lnTo>
                  <a:pt x="63500" y="1272540"/>
                </a:lnTo>
                <a:close/>
              </a:path>
              <a:path w="1752600" h="1399540">
                <a:moveTo>
                  <a:pt x="63500" y="175260"/>
                </a:moveTo>
                <a:lnTo>
                  <a:pt x="63500" y="149352"/>
                </a:lnTo>
                <a:lnTo>
                  <a:pt x="50800" y="158496"/>
                </a:lnTo>
                <a:lnTo>
                  <a:pt x="38100" y="179832"/>
                </a:lnTo>
                <a:lnTo>
                  <a:pt x="38100" y="207264"/>
                </a:lnTo>
                <a:lnTo>
                  <a:pt x="50800" y="195072"/>
                </a:lnTo>
                <a:lnTo>
                  <a:pt x="50800" y="187452"/>
                </a:lnTo>
                <a:lnTo>
                  <a:pt x="63500" y="175260"/>
                </a:lnTo>
                <a:close/>
              </a:path>
              <a:path w="1752600" h="1399540">
                <a:moveTo>
                  <a:pt x="76200" y="144780"/>
                </a:moveTo>
                <a:lnTo>
                  <a:pt x="76200" y="129540"/>
                </a:lnTo>
                <a:lnTo>
                  <a:pt x="63500" y="137160"/>
                </a:lnTo>
                <a:lnTo>
                  <a:pt x="63500" y="166116"/>
                </a:lnTo>
                <a:lnTo>
                  <a:pt x="76200" y="144780"/>
                </a:lnTo>
                <a:close/>
              </a:path>
              <a:path w="1752600" h="1399540">
                <a:moveTo>
                  <a:pt x="101600" y="1319784"/>
                </a:moveTo>
                <a:lnTo>
                  <a:pt x="101600" y="1301496"/>
                </a:lnTo>
                <a:lnTo>
                  <a:pt x="88900" y="1293876"/>
                </a:lnTo>
                <a:lnTo>
                  <a:pt x="88900" y="1284732"/>
                </a:lnTo>
                <a:lnTo>
                  <a:pt x="63500" y="1266444"/>
                </a:lnTo>
                <a:lnTo>
                  <a:pt x="63500" y="1283208"/>
                </a:lnTo>
                <a:lnTo>
                  <a:pt x="76200" y="1301496"/>
                </a:lnTo>
                <a:lnTo>
                  <a:pt x="101600" y="1319784"/>
                </a:lnTo>
                <a:close/>
              </a:path>
              <a:path w="1752600" h="1399540">
                <a:moveTo>
                  <a:pt x="177800" y="60960"/>
                </a:moveTo>
                <a:lnTo>
                  <a:pt x="177800" y="44196"/>
                </a:lnTo>
                <a:lnTo>
                  <a:pt x="165100" y="48768"/>
                </a:lnTo>
                <a:lnTo>
                  <a:pt x="165100" y="53340"/>
                </a:lnTo>
                <a:lnTo>
                  <a:pt x="127000" y="71628"/>
                </a:lnTo>
                <a:lnTo>
                  <a:pt x="127000" y="79248"/>
                </a:lnTo>
                <a:lnTo>
                  <a:pt x="101600" y="94488"/>
                </a:lnTo>
                <a:lnTo>
                  <a:pt x="88900" y="109728"/>
                </a:lnTo>
                <a:lnTo>
                  <a:pt x="76200" y="120396"/>
                </a:lnTo>
                <a:lnTo>
                  <a:pt x="76200" y="146304"/>
                </a:lnTo>
                <a:lnTo>
                  <a:pt x="88900" y="138684"/>
                </a:lnTo>
                <a:lnTo>
                  <a:pt x="88900" y="128016"/>
                </a:lnTo>
                <a:lnTo>
                  <a:pt x="101600" y="118872"/>
                </a:lnTo>
                <a:lnTo>
                  <a:pt x="127000" y="88392"/>
                </a:lnTo>
                <a:lnTo>
                  <a:pt x="139700" y="83820"/>
                </a:lnTo>
                <a:lnTo>
                  <a:pt x="152400" y="74676"/>
                </a:lnTo>
                <a:lnTo>
                  <a:pt x="152400" y="70104"/>
                </a:lnTo>
                <a:lnTo>
                  <a:pt x="165100" y="64008"/>
                </a:lnTo>
                <a:lnTo>
                  <a:pt x="177800" y="60960"/>
                </a:lnTo>
                <a:close/>
              </a:path>
              <a:path w="1752600" h="1399540">
                <a:moveTo>
                  <a:pt x="127000" y="1341120"/>
                </a:moveTo>
                <a:lnTo>
                  <a:pt x="127000" y="1325880"/>
                </a:lnTo>
                <a:lnTo>
                  <a:pt x="101600" y="1310640"/>
                </a:lnTo>
                <a:lnTo>
                  <a:pt x="101600" y="1328928"/>
                </a:lnTo>
                <a:lnTo>
                  <a:pt x="114300" y="1336548"/>
                </a:lnTo>
                <a:lnTo>
                  <a:pt x="127000" y="1341120"/>
                </a:lnTo>
                <a:close/>
              </a:path>
              <a:path w="1752600" h="1399540">
                <a:moveTo>
                  <a:pt x="215900" y="1389888"/>
                </a:moveTo>
                <a:lnTo>
                  <a:pt x="215900" y="1376172"/>
                </a:lnTo>
                <a:lnTo>
                  <a:pt x="203200" y="1374648"/>
                </a:lnTo>
                <a:lnTo>
                  <a:pt x="190500" y="1371600"/>
                </a:lnTo>
                <a:lnTo>
                  <a:pt x="177800" y="1365504"/>
                </a:lnTo>
                <a:lnTo>
                  <a:pt x="177800" y="1362456"/>
                </a:lnTo>
                <a:lnTo>
                  <a:pt x="165100" y="1356360"/>
                </a:lnTo>
                <a:lnTo>
                  <a:pt x="152400" y="1344168"/>
                </a:lnTo>
                <a:lnTo>
                  <a:pt x="139700" y="1339596"/>
                </a:lnTo>
                <a:lnTo>
                  <a:pt x="127000" y="1331976"/>
                </a:lnTo>
                <a:lnTo>
                  <a:pt x="127000" y="1350264"/>
                </a:lnTo>
                <a:lnTo>
                  <a:pt x="139700" y="1356360"/>
                </a:lnTo>
                <a:lnTo>
                  <a:pt x="152400" y="1360932"/>
                </a:lnTo>
                <a:lnTo>
                  <a:pt x="165100" y="1373124"/>
                </a:lnTo>
                <a:lnTo>
                  <a:pt x="177800" y="1377696"/>
                </a:lnTo>
                <a:lnTo>
                  <a:pt x="190500" y="1383792"/>
                </a:lnTo>
                <a:lnTo>
                  <a:pt x="215900" y="1389888"/>
                </a:lnTo>
                <a:close/>
              </a:path>
              <a:path w="1752600" h="1399540">
                <a:moveTo>
                  <a:pt x="1473200" y="33528"/>
                </a:moveTo>
                <a:lnTo>
                  <a:pt x="1473200" y="21336"/>
                </a:lnTo>
                <a:lnTo>
                  <a:pt x="266700" y="21336"/>
                </a:lnTo>
                <a:lnTo>
                  <a:pt x="254000" y="22860"/>
                </a:lnTo>
                <a:lnTo>
                  <a:pt x="241300" y="25908"/>
                </a:lnTo>
                <a:lnTo>
                  <a:pt x="215900" y="28956"/>
                </a:lnTo>
                <a:lnTo>
                  <a:pt x="215900" y="32004"/>
                </a:lnTo>
                <a:lnTo>
                  <a:pt x="203200" y="35052"/>
                </a:lnTo>
                <a:lnTo>
                  <a:pt x="190500" y="39624"/>
                </a:lnTo>
                <a:lnTo>
                  <a:pt x="177800" y="42672"/>
                </a:lnTo>
                <a:lnTo>
                  <a:pt x="177800" y="54864"/>
                </a:lnTo>
                <a:lnTo>
                  <a:pt x="190500" y="50292"/>
                </a:lnTo>
                <a:lnTo>
                  <a:pt x="203200" y="47244"/>
                </a:lnTo>
                <a:lnTo>
                  <a:pt x="215900" y="42672"/>
                </a:lnTo>
                <a:lnTo>
                  <a:pt x="228600" y="41148"/>
                </a:lnTo>
                <a:lnTo>
                  <a:pt x="254000" y="36576"/>
                </a:lnTo>
                <a:lnTo>
                  <a:pt x="266700" y="33528"/>
                </a:lnTo>
                <a:lnTo>
                  <a:pt x="1473200" y="33528"/>
                </a:lnTo>
                <a:close/>
              </a:path>
              <a:path w="1752600" h="1399540">
                <a:moveTo>
                  <a:pt x="190500" y="54864"/>
                </a:moveTo>
                <a:lnTo>
                  <a:pt x="177800" y="54864"/>
                </a:lnTo>
                <a:lnTo>
                  <a:pt x="177800" y="59436"/>
                </a:lnTo>
                <a:lnTo>
                  <a:pt x="190500" y="54864"/>
                </a:lnTo>
                <a:close/>
              </a:path>
              <a:path w="1752600" h="1399540">
                <a:moveTo>
                  <a:pt x="1536700" y="1388364"/>
                </a:moveTo>
                <a:lnTo>
                  <a:pt x="1536700" y="1377696"/>
                </a:lnTo>
                <a:lnTo>
                  <a:pt x="1524000" y="1377696"/>
                </a:lnTo>
                <a:lnTo>
                  <a:pt x="1524000" y="1380744"/>
                </a:lnTo>
                <a:lnTo>
                  <a:pt x="1498600" y="1383792"/>
                </a:lnTo>
                <a:lnTo>
                  <a:pt x="1485900" y="1386840"/>
                </a:lnTo>
                <a:lnTo>
                  <a:pt x="254000" y="1386840"/>
                </a:lnTo>
                <a:lnTo>
                  <a:pt x="215900" y="1377696"/>
                </a:lnTo>
                <a:lnTo>
                  <a:pt x="215900" y="1392936"/>
                </a:lnTo>
                <a:lnTo>
                  <a:pt x="228600" y="1394460"/>
                </a:lnTo>
                <a:lnTo>
                  <a:pt x="241300" y="1397508"/>
                </a:lnTo>
                <a:lnTo>
                  <a:pt x="254000" y="1399032"/>
                </a:lnTo>
                <a:lnTo>
                  <a:pt x="1485900" y="1399032"/>
                </a:lnTo>
                <a:lnTo>
                  <a:pt x="1498600" y="1397508"/>
                </a:lnTo>
                <a:lnTo>
                  <a:pt x="1511300" y="1394460"/>
                </a:lnTo>
                <a:lnTo>
                  <a:pt x="1524000" y="1392936"/>
                </a:lnTo>
                <a:lnTo>
                  <a:pt x="1536700" y="1388364"/>
                </a:lnTo>
                <a:close/>
              </a:path>
              <a:path w="1752600" h="1399540">
                <a:moveTo>
                  <a:pt x="1549400" y="0"/>
                </a:moveTo>
                <a:lnTo>
                  <a:pt x="1473200" y="27432"/>
                </a:lnTo>
                <a:lnTo>
                  <a:pt x="1511300" y="56692"/>
                </a:lnTo>
                <a:lnTo>
                  <a:pt x="1511300" y="27432"/>
                </a:lnTo>
                <a:lnTo>
                  <a:pt x="1528064" y="29443"/>
                </a:lnTo>
                <a:lnTo>
                  <a:pt x="1549400" y="0"/>
                </a:lnTo>
                <a:close/>
              </a:path>
              <a:path w="1752600" h="1399540">
                <a:moveTo>
                  <a:pt x="1528064" y="29443"/>
                </a:moveTo>
                <a:lnTo>
                  <a:pt x="1511300" y="27432"/>
                </a:lnTo>
                <a:lnTo>
                  <a:pt x="1511300" y="41148"/>
                </a:lnTo>
                <a:lnTo>
                  <a:pt x="1524000" y="41148"/>
                </a:lnTo>
                <a:lnTo>
                  <a:pt x="1524000" y="35052"/>
                </a:lnTo>
                <a:lnTo>
                  <a:pt x="1528064" y="29443"/>
                </a:lnTo>
                <a:close/>
              </a:path>
              <a:path w="1752600" h="1399540">
                <a:moveTo>
                  <a:pt x="1536700" y="76200"/>
                </a:moveTo>
                <a:lnTo>
                  <a:pt x="1526032" y="41635"/>
                </a:lnTo>
                <a:lnTo>
                  <a:pt x="1524000" y="41148"/>
                </a:lnTo>
                <a:lnTo>
                  <a:pt x="1511300" y="41148"/>
                </a:lnTo>
                <a:lnTo>
                  <a:pt x="1511300" y="56692"/>
                </a:lnTo>
                <a:lnTo>
                  <a:pt x="1536700" y="76200"/>
                </a:lnTo>
                <a:close/>
              </a:path>
              <a:path w="1752600" h="1399540">
                <a:moveTo>
                  <a:pt x="1536700" y="44196"/>
                </a:moveTo>
                <a:lnTo>
                  <a:pt x="1536700" y="30480"/>
                </a:lnTo>
                <a:lnTo>
                  <a:pt x="1528064" y="29443"/>
                </a:lnTo>
                <a:lnTo>
                  <a:pt x="1524000" y="35052"/>
                </a:lnTo>
                <a:lnTo>
                  <a:pt x="1526032" y="41635"/>
                </a:lnTo>
                <a:lnTo>
                  <a:pt x="1536700" y="44196"/>
                </a:lnTo>
                <a:close/>
              </a:path>
              <a:path w="1752600" h="1399540">
                <a:moveTo>
                  <a:pt x="1526032" y="41635"/>
                </a:moveTo>
                <a:lnTo>
                  <a:pt x="1524000" y="35052"/>
                </a:lnTo>
                <a:lnTo>
                  <a:pt x="1524000" y="41148"/>
                </a:lnTo>
                <a:lnTo>
                  <a:pt x="1526032" y="41635"/>
                </a:lnTo>
                <a:close/>
              </a:path>
              <a:path w="1752600" h="1399540">
                <a:moveTo>
                  <a:pt x="1663700" y="137160"/>
                </a:moveTo>
                <a:lnTo>
                  <a:pt x="1663700" y="109728"/>
                </a:lnTo>
                <a:lnTo>
                  <a:pt x="1638300" y="94488"/>
                </a:lnTo>
                <a:lnTo>
                  <a:pt x="1638300" y="86868"/>
                </a:lnTo>
                <a:lnTo>
                  <a:pt x="1625600" y="79248"/>
                </a:lnTo>
                <a:lnTo>
                  <a:pt x="1625600" y="77724"/>
                </a:lnTo>
                <a:lnTo>
                  <a:pt x="1612900" y="73152"/>
                </a:lnTo>
                <a:lnTo>
                  <a:pt x="1600200" y="65532"/>
                </a:lnTo>
                <a:lnTo>
                  <a:pt x="1600200" y="57912"/>
                </a:lnTo>
                <a:lnTo>
                  <a:pt x="1562100" y="44196"/>
                </a:lnTo>
                <a:lnTo>
                  <a:pt x="1562100" y="39624"/>
                </a:lnTo>
                <a:lnTo>
                  <a:pt x="1549400" y="35052"/>
                </a:lnTo>
                <a:lnTo>
                  <a:pt x="1536700" y="32004"/>
                </a:lnTo>
                <a:lnTo>
                  <a:pt x="1536700" y="47244"/>
                </a:lnTo>
                <a:lnTo>
                  <a:pt x="1549400" y="50292"/>
                </a:lnTo>
                <a:lnTo>
                  <a:pt x="1574800" y="59436"/>
                </a:lnTo>
                <a:lnTo>
                  <a:pt x="1574800" y="64008"/>
                </a:lnTo>
                <a:lnTo>
                  <a:pt x="1587500" y="70104"/>
                </a:lnTo>
                <a:lnTo>
                  <a:pt x="1587500" y="68580"/>
                </a:lnTo>
                <a:lnTo>
                  <a:pt x="1600200" y="74676"/>
                </a:lnTo>
                <a:lnTo>
                  <a:pt x="1612900" y="82296"/>
                </a:lnTo>
                <a:lnTo>
                  <a:pt x="1612900" y="88392"/>
                </a:lnTo>
                <a:lnTo>
                  <a:pt x="1638300" y="103632"/>
                </a:lnTo>
                <a:lnTo>
                  <a:pt x="1651000" y="118872"/>
                </a:lnTo>
                <a:lnTo>
                  <a:pt x="1651000" y="128016"/>
                </a:lnTo>
                <a:lnTo>
                  <a:pt x="1663700" y="137160"/>
                </a:lnTo>
                <a:close/>
              </a:path>
              <a:path w="1752600" h="1399540">
                <a:moveTo>
                  <a:pt x="1663700" y="1310640"/>
                </a:moveTo>
                <a:lnTo>
                  <a:pt x="1663700" y="1284732"/>
                </a:lnTo>
                <a:lnTo>
                  <a:pt x="1651000" y="1295400"/>
                </a:lnTo>
                <a:lnTo>
                  <a:pt x="1651000" y="1301496"/>
                </a:lnTo>
                <a:lnTo>
                  <a:pt x="1638300" y="1312164"/>
                </a:lnTo>
                <a:lnTo>
                  <a:pt x="1638300" y="1318260"/>
                </a:lnTo>
                <a:lnTo>
                  <a:pt x="1625600" y="1325880"/>
                </a:lnTo>
                <a:lnTo>
                  <a:pt x="1612900" y="1331976"/>
                </a:lnTo>
                <a:lnTo>
                  <a:pt x="1612900" y="1339596"/>
                </a:lnTo>
                <a:lnTo>
                  <a:pt x="1600200" y="1344168"/>
                </a:lnTo>
                <a:lnTo>
                  <a:pt x="1574800" y="1356360"/>
                </a:lnTo>
                <a:lnTo>
                  <a:pt x="1574800" y="1362456"/>
                </a:lnTo>
                <a:lnTo>
                  <a:pt x="1562100" y="1365504"/>
                </a:lnTo>
                <a:lnTo>
                  <a:pt x="1549400" y="1371600"/>
                </a:lnTo>
                <a:lnTo>
                  <a:pt x="1536700" y="1374648"/>
                </a:lnTo>
                <a:lnTo>
                  <a:pt x="1549400" y="1374648"/>
                </a:lnTo>
                <a:lnTo>
                  <a:pt x="1549400" y="1386840"/>
                </a:lnTo>
                <a:lnTo>
                  <a:pt x="1562100" y="1383792"/>
                </a:lnTo>
                <a:lnTo>
                  <a:pt x="1562100" y="1377696"/>
                </a:lnTo>
                <a:lnTo>
                  <a:pt x="1574800" y="1373124"/>
                </a:lnTo>
                <a:lnTo>
                  <a:pt x="1587500" y="1367028"/>
                </a:lnTo>
                <a:lnTo>
                  <a:pt x="1600200" y="1362456"/>
                </a:lnTo>
                <a:lnTo>
                  <a:pt x="1600200" y="1356360"/>
                </a:lnTo>
                <a:lnTo>
                  <a:pt x="1612900" y="1348740"/>
                </a:lnTo>
                <a:lnTo>
                  <a:pt x="1625600" y="1342644"/>
                </a:lnTo>
                <a:lnTo>
                  <a:pt x="1625600" y="1336548"/>
                </a:lnTo>
                <a:lnTo>
                  <a:pt x="1638300" y="1327404"/>
                </a:lnTo>
                <a:lnTo>
                  <a:pt x="1651000" y="1319784"/>
                </a:lnTo>
                <a:lnTo>
                  <a:pt x="1663700" y="1310640"/>
                </a:lnTo>
                <a:close/>
              </a:path>
              <a:path w="1752600" h="1399540">
                <a:moveTo>
                  <a:pt x="1549400" y="1386840"/>
                </a:moveTo>
                <a:lnTo>
                  <a:pt x="1549400" y="1374648"/>
                </a:lnTo>
                <a:lnTo>
                  <a:pt x="1536700" y="1376172"/>
                </a:lnTo>
                <a:lnTo>
                  <a:pt x="1536700" y="1389888"/>
                </a:lnTo>
                <a:lnTo>
                  <a:pt x="1549400" y="1386840"/>
                </a:lnTo>
                <a:close/>
              </a:path>
              <a:path w="1752600" h="1399540">
                <a:moveTo>
                  <a:pt x="1714500" y="217932"/>
                </a:moveTo>
                <a:lnTo>
                  <a:pt x="1714500" y="188976"/>
                </a:lnTo>
                <a:lnTo>
                  <a:pt x="1701800" y="179832"/>
                </a:lnTo>
                <a:lnTo>
                  <a:pt x="1689100" y="158496"/>
                </a:lnTo>
                <a:lnTo>
                  <a:pt x="1689100" y="149352"/>
                </a:lnTo>
                <a:lnTo>
                  <a:pt x="1676400" y="138684"/>
                </a:lnTo>
                <a:lnTo>
                  <a:pt x="1676400" y="129540"/>
                </a:lnTo>
                <a:lnTo>
                  <a:pt x="1663700" y="120396"/>
                </a:lnTo>
                <a:lnTo>
                  <a:pt x="1663700" y="144780"/>
                </a:lnTo>
                <a:lnTo>
                  <a:pt x="1676400" y="166116"/>
                </a:lnTo>
                <a:lnTo>
                  <a:pt x="1689100" y="175260"/>
                </a:lnTo>
                <a:lnTo>
                  <a:pt x="1701800" y="196596"/>
                </a:lnTo>
                <a:lnTo>
                  <a:pt x="1701800" y="207264"/>
                </a:lnTo>
                <a:lnTo>
                  <a:pt x="1714500" y="217932"/>
                </a:lnTo>
                <a:close/>
              </a:path>
              <a:path w="1752600" h="1399540">
                <a:moveTo>
                  <a:pt x="1676400" y="1292352"/>
                </a:moveTo>
                <a:lnTo>
                  <a:pt x="1676400" y="1266444"/>
                </a:lnTo>
                <a:lnTo>
                  <a:pt x="1663700" y="1275588"/>
                </a:lnTo>
                <a:lnTo>
                  <a:pt x="1663700" y="1301496"/>
                </a:lnTo>
                <a:lnTo>
                  <a:pt x="1676400" y="1292352"/>
                </a:lnTo>
                <a:close/>
              </a:path>
              <a:path w="1752600" h="1399540">
                <a:moveTo>
                  <a:pt x="1689100" y="1272540"/>
                </a:moveTo>
                <a:lnTo>
                  <a:pt x="1689100" y="1246632"/>
                </a:lnTo>
                <a:lnTo>
                  <a:pt x="1676400" y="1255776"/>
                </a:lnTo>
                <a:lnTo>
                  <a:pt x="1676400" y="1283208"/>
                </a:lnTo>
                <a:lnTo>
                  <a:pt x="1689100" y="1272540"/>
                </a:lnTo>
                <a:close/>
              </a:path>
              <a:path w="1752600" h="1399540">
                <a:moveTo>
                  <a:pt x="1714500" y="1229868"/>
                </a:moveTo>
                <a:lnTo>
                  <a:pt x="1714500" y="1203960"/>
                </a:lnTo>
                <a:lnTo>
                  <a:pt x="1701800" y="1214628"/>
                </a:lnTo>
                <a:lnTo>
                  <a:pt x="1689100" y="1235964"/>
                </a:lnTo>
                <a:lnTo>
                  <a:pt x="1689100" y="1263396"/>
                </a:lnTo>
                <a:lnTo>
                  <a:pt x="1701800" y="1242060"/>
                </a:lnTo>
                <a:lnTo>
                  <a:pt x="1714500" y="1229868"/>
                </a:lnTo>
                <a:close/>
              </a:path>
              <a:path w="1752600" h="1399540">
                <a:moveTo>
                  <a:pt x="1727200" y="252984"/>
                </a:moveTo>
                <a:lnTo>
                  <a:pt x="1727200" y="213360"/>
                </a:lnTo>
                <a:lnTo>
                  <a:pt x="1714500" y="202692"/>
                </a:lnTo>
                <a:lnTo>
                  <a:pt x="1714500" y="242316"/>
                </a:lnTo>
                <a:lnTo>
                  <a:pt x="1727200" y="252984"/>
                </a:lnTo>
                <a:close/>
              </a:path>
              <a:path w="1752600" h="1399540">
                <a:moveTo>
                  <a:pt x="1727200" y="1196340"/>
                </a:moveTo>
                <a:lnTo>
                  <a:pt x="1727200" y="1167384"/>
                </a:lnTo>
                <a:lnTo>
                  <a:pt x="1714500" y="1181100"/>
                </a:lnTo>
                <a:lnTo>
                  <a:pt x="1714500" y="1220724"/>
                </a:lnTo>
                <a:lnTo>
                  <a:pt x="1727200" y="1196340"/>
                </a:lnTo>
                <a:close/>
              </a:path>
              <a:path w="1752600" h="1399540">
                <a:moveTo>
                  <a:pt x="1739900" y="304800"/>
                </a:moveTo>
                <a:lnTo>
                  <a:pt x="1739900" y="248412"/>
                </a:lnTo>
                <a:lnTo>
                  <a:pt x="1727200" y="236220"/>
                </a:lnTo>
                <a:lnTo>
                  <a:pt x="1727200" y="277368"/>
                </a:lnTo>
                <a:lnTo>
                  <a:pt x="1739900" y="304800"/>
                </a:lnTo>
                <a:close/>
              </a:path>
              <a:path w="1752600" h="1399540">
                <a:moveTo>
                  <a:pt x="1739900" y="1159764"/>
                </a:moveTo>
                <a:lnTo>
                  <a:pt x="1739900" y="1118616"/>
                </a:lnTo>
                <a:lnTo>
                  <a:pt x="1727200" y="1132332"/>
                </a:lnTo>
                <a:lnTo>
                  <a:pt x="1727200" y="1184148"/>
                </a:lnTo>
                <a:lnTo>
                  <a:pt x="1739900" y="1159764"/>
                </a:lnTo>
                <a:close/>
              </a:path>
              <a:path w="1752600" h="1399540">
                <a:moveTo>
                  <a:pt x="1752600" y="1120140"/>
                </a:moveTo>
                <a:lnTo>
                  <a:pt x="1752600" y="313944"/>
                </a:lnTo>
                <a:lnTo>
                  <a:pt x="1739900" y="301752"/>
                </a:lnTo>
                <a:lnTo>
                  <a:pt x="1739900" y="1133856"/>
                </a:lnTo>
                <a:lnTo>
                  <a:pt x="1752600" y="11201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Título 24">
            <a:extLst>
              <a:ext uri="{FF2B5EF4-FFF2-40B4-BE49-F238E27FC236}">
                <a16:creationId xmlns:a16="http://schemas.microsoft.com/office/drawing/2014/main" id="{A43F3724-05F3-5A1D-E52B-AAF545A24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MT"/>
                <a:cs typeface="Arial MT"/>
              </a:rPr>
              <a:t>USUÁRIOS</a:t>
            </a:r>
            <a:r>
              <a:rPr lang="pt-BR" spc="-85" dirty="0">
                <a:latin typeface="Arial MT"/>
                <a:cs typeface="Arial MT"/>
              </a:rPr>
              <a:t> </a:t>
            </a:r>
            <a:r>
              <a:rPr lang="pt-BR" spc="-10" dirty="0">
                <a:latin typeface="Arial MT"/>
                <a:cs typeface="Arial MT"/>
              </a:rPr>
              <a:t>/PROGRAMADORES</a:t>
            </a:r>
            <a:endParaRPr lang="pt-BR" dirty="0"/>
          </a:p>
        </p:txBody>
      </p:sp>
      <p:sp>
        <p:nvSpPr>
          <p:cNvPr id="8" name="object 8"/>
          <p:cNvSpPr txBox="1"/>
          <p:nvPr/>
        </p:nvSpPr>
        <p:spPr>
          <a:xfrm>
            <a:off x="4775200" y="1828800"/>
            <a:ext cx="3929379" cy="441788"/>
          </a:xfrm>
          <a:prstGeom prst="rect">
            <a:avLst/>
          </a:prstGeom>
          <a:ln w="12699">
            <a:solidFill>
              <a:srgbClr val="000000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marL="37465">
              <a:spcBef>
                <a:spcPts val="1045"/>
              </a:spcBef>
            </a:pPr>
            <a:r>
              <a:rPr sz="2000" dirty="0">
                <a:latin typeface="Arial MT"/>
                <a:cs typeface="Arial MT"/>
              </a:rPr>
              <a:t>Programas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aplicação/consultas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73091" y="2764538"/>
            <a:ext cx="4175760" cy="637995"/>
          </a:xfrm>
          <a:prstGeom prst="rect">
            <a:avLst/>
          </a:prstGeom>
          <a:solidFill>
            <a:srgbClr val="FFFFFF"/>
          </a:solidFill>
          <a:ln w="12699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752475" marR="810895" indent="-161925">
              <a:spcBef>
                <a:spcPts val="175"/>
              </a:spcBef>
            </a:pPr>
            <a:r>
              <a:rPr sz="2000" dirty="0">
                <a:latin typeface="Arial MT"/>
                <a:cs typeface="Arial MT"/>
              </a:rPr>
              <a:t>Software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processar Consultas/Programas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88103" y="3829813"/>
            <a:ext cx="4601210" cy="715010"/>
          </a:xfrm>
          <a:prstGeom prst="rect">
            <a:avLst/>
          </a:prstGeom>
          <a:solidFill>
            <a:srgbClr val="FFFFFF"/>
          </a:solidFill>
          <a:ln w="12699">
            <a:solidFill>
              <a:srgbClr val="000000"/>
            </a:solidFill>
          </a:ln>
        </p:spPr>
        <p:txBody>
          <a:bodyPr vert="horz" wrap="square" lIns="0" tIns="104140" rIns="0" bIns="0" rtlCol="0">
            <a:spAutoFit/>
          </a:bodyPr>
          <a:lstStyle/>
          <a:p>
            <a:pPr marL="1407795" marR="715010" indent="-904240">
              <a:spcBef>
                <a:spcPts val="820"/>
              </a:spcBef>
            </a:pPr>
            <a:r>
              <a:rPr sz="2000" dirty="0">
                <a:latin typeface="Arial MT"/>
                <a:cs typeface="Arial MT"/>
              </a:rPr>
              <a:t>Software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Acessar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Dados Armazenados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63212" y="5290819"/>
            <a:ext cx="146748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Definição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da </a:t>
            </a:r>
            <a:r>
              <a:rPr sz="2000" dirty="0">
                <a:latin typeface="Arial MT"/>
                <a:cs typeface="Arial MT"/>
              </a:rPr>
              <a:t>Base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de </a:t>
            </a:r>
            <a:r>
              <a:rPr sz="2000" spc="-10" dirty="0">
                <a:latin typeface="Arial MT"/>
                <a:cs typeface="Arial MT"/>
              </a:rPr>
              <a:t>Dados Armazenada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31606" y="5403595"/>
            <a:ext cx="146748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Base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de </a:t>
            </a:r>
            <a:r>
              <a:rPr sz="2000" spc="-10" dirty="0">
                <a:latin typeface="Arial MT"/>
                <a:cs typeface="Arial MT"/>
              </a:rPr>
              <a:t>Dados Armazenada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30848" y="1406654"/>
            <a:ext cx="172720" cy="375285"/>
          </a:xfrm>
          <a:custGeom>
            <a:avLst/>
            <a:gdLst/>
            <a:ahLst/>
            <a:cxnLst/>
            <a:rect l="l" t="t" r="r" b="b"/>
            <a:pathLst>
              <a:path w="172720" h="375285">
                <a:moveTo>
                  <a:pt x="172212" y="202692"/>
                </a:moveTo>
                <a:lnTo>
                  <a:pt x="85344" y="260604"/>
                </a:lnTo>
                <a:lnTo>
                  <a:pt x="0" y="202692"/>
                </a:lnTo>
                <a:lnTo>
                  <a:pt x="57912" y="319550"/>
                </a:lnTo>
                <a:lnTo>
                  <a:pt x="57912" y="260604"/>
                </a:lnTo>
                <a:lnTo>
                  <a:pt x="60055" y="271319"/>
                </a:lnTo>
                <a:lnTo>
                  <a:pt x="65913" y="280035"/>
                </a:lnTo>
                <a:lnTo>
                  <a:pt x="74628" y="285892"/>
                </a:lnTo>
                <a:lnTo>
                  <a:pt x="85344" y="288036"/>
                </a:lnTo>
                <a:lnTo>
                  <a:pt x="96940" y="285892"/>
                </a:lnTo>
                <a:lnTo>
                  <a:pt x="106108" y="280035"/>
                </a:lnTo>
                <a:lnTo>
                  <a:pt x="112133" y="271319"/>
                </a:lnTo>
                <a:lnTo>
                  <a:pt x="114300" y="260604"/>
                </a:lnTo>
                <a:lnTo>
                  <a:pt x="114300" y="317500"/>
                </a:lnTo>
                <a:lnTo>
                  <a:pt x="172212" y="202692"/>
                </a:lnTo>
                <a:close/>
              </a:path>
              <a:path w="172720" h="375285">
                <a:moveTo>
                  <a:pt x="114300" y="241300"/>
                </a:moveTo>
                <a:lnTo>
                  <a:pt x="114300" y="27432"/>
                </a:lnTo>
                <a:lnTo>
                  <a:pt x="112133" y="16716"/>
                </a:lnTo>
                <a:lnTo>
                  <a:pt x="106108" y="8001"/>
                </a:lnTo>
                <a:lnTo>
                  <a:pt x="96940" y="2143"/>
                </a:lnTo>
                <a:lnTo>
                  <a:pt x="85344" y="0"/>
                </a:lnTo>
                <a:lnTo>
                  <a:pt x="74628" y="2143"/>
                </a:lnTo>
                <a:lnTo>
                  <a:pt x="65913" y="8001"/>
                </a:lnTo>
                <a:lnTo>
                  <a:pt x="60055" y="16716"/>
                </a:lnTo>
                <a:lnTo>
                  <a:pt x="57912" y="27432"/>
                </a:lnTo>
                <a:lnTo>
                  <a:pt x="57912" y="241989"/>
                </a:lnTo>
                <a:lnTo>
                  <a:pt x="85344" y="260604"/>
                </a:lnTo>
                <a:lnTo>
                  <a:pt x="114300" y="241300"/>
                </a:lnTo>
                <a:close/>
              </a:path>
              <a:path w="172720" h="375285">
                <a:moveTo>
                  <a:pt x="114300" y="317500"/>
                </a:moveTo>
                <a:lnTo>
                  <a:pt x="114300" y="260604"/>
                </a:lnTo>
                <a:lnTo>
                  <a:pt x="112133" y="271319"/>
                </a:lnTo>
                <a:lnTo>
                  <a:pt x="106108" y="280035"/>
                </a:lnTo>
                <a:lnTo>
                  <a:pt x="96940" y="285892"/>
                </a:lnTo>
                <a:lnTo>
                  <a:pt x="85344" y="288036"/>
                </a:lnTo>
                <a:lnTo>
                  <a:pt x="74628" y="285892"/>
                </a:lnTo>
                <a:lnTo>
                  <a:pt x="65913" y="280035"/>
                </a:lnTo>
                <a:lnTo>
                  <a:pt x="60055" y="271319"/>
                </a:lnTo>
                <a:lnTo>
                  <a:pt x="57912" y="260604"/>
                </a:lnTo>
                <a:lnTo>
                  <a:pt x="57912" y="319550"/>
                </a:lnTo>
                <a:lnTo>
                  <a:pt x="85344" y="374904"/>
                </a:lnTo>
                <a:lnTo>
                  <a:pt x="114300" y="317500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30848" y="2330197"/>
            <a:ext cx="172720" cy="388620"/>
          </a:xfrm>
          <a:custGeom>
            <a:avLst/>
            <a:gdLst/>
            <a:ahLst/>
            <a:cxnLst/>
            <a:rect l="l" t="t" r="r" b="b"/>
            <a:pathLst>
              <a:path w="172720" h="388620">
                <a:moveTo>
                  <a:pt x="172212" y="216408"/>
                </a:moveTo>
                <a:lnTo>
                  <a:pt x="85344" y="274320"/>
                </a:lnTo>
                <a:lnTo>
                  <a:pt x="0" y="216408"/>
                </a:lnTo>
                <a:lnTo>
                  <a:pt x="57912" y="333266"/>
                </a:lnTo>
                <a:lnTo>
                  <a:pt x="57912" y="274320"/>
                </a:lnTo>
                <a:lnTo>
                  <a:pt x="60055" y="285035"/>
                </a:lnTo>
                <a:lnTo>
                  <a:pt x="65913" y="293751"/>
                </a:lnTo>
                <a:lnTo>
                  <a:pt x="74628" y="299608"/>
                </a:lnTo>
                <a:lnTo>
                  <a:pt x="85344" y="301752"/>
                </a:lnTo>
                <a:lnTo>
                  <a:pt x="96940" y="299608"/>
                </a:lnTo>
                <a:lnTo>
                  <a:pt x="106108" y="293751"/>
                </a:lnTo>
                <a:lnTo>
                  <a:pt x="112133" y="285035"/>
                </a:lnTo>
                <a:lnTo>
                  <a:pt x="114300" y="274320"/>
                </a:lnTo>
                <a:lnTo>
                  <a:pt x="114300" y="331216"/>
                </a:lnTo>
                <a:lnTo>
                  <a:pt x="172212" y="216408"/>
                </a:lnTo>
                <a:close/>
              </a:path>
              <a:path w="172720" h="388620">
                <a:moveTo>
                  <a:pt x="114300" y="255016"/>
                </a:moveTo>
                <a:lnTo>
                  <a:pt x="114300" y="28956"/>
                </a:lnTo>
                <a:lnTo>
                  <a:pt x="112133" y="17359"/>
                </a:lnTo>
                <a:lnTo>
                  <a:pt x="106108" y="8191"/>
                </a:lnTo>
                <a:lnTo>
                  <a:pt x="96940" y="2166"/>
                </a:lnTo>
                <a:lnTo>
                  <a:pt x="85344" y="0"/>
                </a:lnTo>
                <a:lnTo>
                  <a:pt x="74628" y="2166"/>
                </a:lnTo>
                <a:lnTo>
                  <a:pt x="65913" y="8191"/>
                </a:lnTo>
                <a:lnTo>
                  <a:pt x="60055" y="17359"/>
                </a:lnTo>
                <a:lnTo>
                  <a:pt x="57912" y="28956"/>
                </a:lnTo>
                <a:lnTo>
                  <a:pt x="57912" y="255705"/>
                </a:lnTo>
                <a:lnTo>
                  <a:pt x="85344" y="274320"/>
                </a:lnTo>
                <a:lnTo>
                  <a:pt x="114300" y="255016"/>
                </a:lnTo>
                <a:close/>
              </a:path>
              <a:path w="172720" h="388620">
                <a:moveTo>
                  <a:pt x="114300" y="331216"/>
                </a:moveTo>
                <a:lnTo>
                  <a:pt x="114300" y="274320"/>
                </a:lnTo>
                <a:lnTo>
                  <a:pt x="112133" y="285035"/>
                </a:lnTo>
                <a:lnTo>
                  <a:pt x="106108" y="293751"/>
                </a:lnTo>
                <a:lnTo>
                  <a:pt x="96940" y="299608"/>
                </a:lnTo>
                <a:lnTo>
                  <a:pt x="85344" y="301752"/>
                </a:lnTo>
                <a:lnTo>
                  <a:pt x="74628" y="299608"/>
                </a:lnTo>
                <a:lnTo>
                  <a:pt x="65913" y="293751"/>
                </a:lnTo>
                <a:lnTo>
                  <a:pt x="60055" y="285035"/>
                </a:lnTo>
                <a:lnTo>
                  <a:pt x="57912" y="274320"/>
                </a:lnTo>
                <a:lnTo>
                  <a:pt x="57912" y="333266"/>
                </a:lnTo>
                <a:lnTo>
                  <a:pt x="85344" y="388620"/>
                </a:lnTo>
                <a:lnTo>
                  <a:pt x="114300" y="331216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32372" y="3366516"/>
            <a:ext cx="172720" cy="388620"/>
          </a:xfrm>
          <a:custGeom>
            <a:avLst/>
            <a:gdLst/>
            <a:ahLst/>
            <a:cxnLst/>
            <a:rect l="l" t="t" r="r" b="b"/>
            <a:pathLst>
              <a:path w="172720" h="388620">
                <a:moveTo>
                  <a:pt x="172212" y="216408"/>
                </a:moveTo>
                <a:lnTo>
                  <a:pt x="85344" y="274320"/>
                </a:lnTo>
                <a:lnTo>
                  <a:pt x="0" y="216408"/>
                </a:lnTo>
                <a:lnTo>
                  <a:pt x="57912" y="333266"/>
                </a:lnTo>
                <a:lnTo>
                  <a:pt x="57912" y="274320"/>
                </a:lnTo>
                <a:lnTo>
                  <a:pt x="60055" y="285035"/>
                </a:lnTo>
                <a:lnTo>
                  <a:pt x="65913" y="293751"/>
                </a:lnTo>
                <a:lnTo>
                  <a:pt x="74628" y="299608"/>
                </a:lnTo>
                <a:lnTo>
                  <a:pt x="85344" y="301752"/>
                </a:lnTo>
                <a:lnTo>
                  <a:pt x="96940" y="299608"/>
                </a:lnTo>
                <a:lnTo>
                  <a:pt x="106108" y="293751"/>
                </a:lnTo>
                <a:lnTo>
                  <a:pt x="112133" y="285035"/>
                </a:lnTo>
                <a:lnTo>
                  <a:pt x="114300" y="274320"/>
                </a:lnTo>
                <a:lnTo>
                  <a:pt x="114300" y="331216"/>
                </a:lnTo>
                <a:lnTo>
                  <a:pt x="172212" y="216408"/>
                </a:lnTo>
                <a:close/>
              </a:path>
              <a:path w="172720" h="388620">
                <a:moveTo>
                  <a:pt x="114300" y="255016"/>
                </a:moveTo>
                <a:lnTo>
                  <a:pt x="114300" y="28956"/>
                </a:lnTo>
                <a:lnTo>
                  <a:pt x="112133" y="17359"/>
                </a:lnTo>
                <a:lnTo>
                  <a:pt x="106108" y="8191"/>
                </a:lnTo>
                <a:lnTo>
                  <a:pt x="96940" y="2166"/>
                </a:lnTo>
                <a:lnTo>
                  <a:pt x="85344" y="0"/>
                </a:lnTo>
                <a:lnTo>
                  <a:pt x="74628" y="2166"/>
                </a:lnTo>
                <a:lnTo>
                  <a:pt x="65913" y="8191"/>
                </a:lnTo>
                <a:lnTo>
                  <a:pt x="60055" y="17359"/>
                </a:lnTo>
                <a:lnTo>
                  <a:pt x="57912" y="28956"/>
                </a:lnTo>
                <a:lnTo>
                  <a:pt x="57912" y="255705"/>
                </a:lnTo>
                <a:lnTo>
                  <a:pt x="85344" y="274320"/>
                </a:lnTo>
                <a:lnTo>
                  <a:pt x="114300" y="255016"/>
                </a:lnTo>
                <a:close/>
              </a:path>
              <a:path w="172720" h="388620">
                <a:moveTo>
                  <a:pt x="114300" y="331216"/>
                </a:moveTo>
                <a:lnTo>
                  <a:pt x="114300" y="274320"/>
                </a:lnTo>
                <a:lnTo>
                  <a:pt x="112133" y="285035"/>
                </a:lnTo>
                <a:lnTo>
                  <a:pt x="106108" y="293751"/>
                </a:lnTo>
                <a:lnTo>
                  <a:pt x="96940" y="299608"/>
                </a:lnTo>
                <a:lnTo>
                  <a:pt x="85344" y="301752"/>
                </a:lnTo>
                <a:lnTo>
                  <a:pt x="74628" y="299608"/>
                </a:lnTo>
                <a:lnTo>
                  <a:pt x="65913" y="293751"/>
                </a:lnTo>
                <a:lnTo>
                  <a:pt x="60055" y="285035"/>
                </a:lnTo>
                <a:lnTo>
                  <a:pt x="57912" y="274320"/>
                </a:lnTo>
                <a:lnTo>
                  <a:pt x="57912" y="333266"/>
                </a:lnTo>
                <a:lnTo>
                  <a:pt x="85344" y="388620"/>
                </a:lnTo>
                <a:lnTo>
                  <a:pt x="114300" y="331216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396993" y="4546093"/>
            <a:ext cx="1436370" cy="744220"/>
            <a:chOff x="2592069" y="5181600"/>
            <a:chExt cx="1436370" cy="744220"/>
          </a:xfrm>
        </p:grpSpPr>
        <p:sp>
          <p:nvSpPr>
            <p:cNvPr id="17" name="object 17"/>
            <p:cNvSpPr/>
            <p:nvPr/>
          </p:nvSpPr>
          <p:spPr>
            <a:xfrm>
              <a:off x="2598419" y="5759195"/>
              <a:ext cx="1423670" cy="160020"/>
            </a:xfrm>
            <a:custGeom>
              <a:avLst/>
              <a:gdLst/>
              <a:ahLst/>
              <a:cxnLst/>
              <a:rect l="l" t="t" r="r" b="b"/>
              <a:pathLst>
                <a:path w="1423670" h="160020">
                  <a:moveTo>
                    <a:pt x="1423415" y="80771"/>
                  </a:moveTo>
                  <a:lnTo>
                    <a:pt x="1387144" y="55400"/>
                  </a:lnTo>
                  <a:lnTo>
                    <a:pt x="1326275" y="40188"/>
                  </a:lnTo>
                  <a:lnTo>
                    <a:pt x="1286134" y="33247"/>
                  </a:lnTo>
                  <a:lnTo>
                    <a:pt x="1240100" y="26818"/>
                  </a:lnTo>
                  <a:lnTo>
                    <a:pt x="1188607" y="20953"/>
                  </a:lnTo>
                  <a:lnTo>
                    <a:pt x="1132088" y="15703"/>
                  </a:lnTo>
                  <a:lnTo>
                    <a:pt x="1070976" y="11119"/>
                  </a:lnTo>
                  <a:lnTo>
                    <a:pt x="1005706" y="7253"/>
                  </a:lnTo>
                  <a:lnTo>
                    <a:pt x="936711" y="4157"/>
                  </a:lnTo>
                  <a:lnTo>
                    <a:pt x="864424" y="1882"/>
                  </a:lnTo>
                  <a:lnTo>
                    <a:pt x="789278" y="479"/>
                  </a:lnTo>
                  <a:lnTo>
                    <a:pt x="711707" y="0"/>
                  </a:lnTo>
                  <a:lnTo>
                    <a:pt x="634137" y="479"/>
                  </a:lnTo>
                  <a:lnTo>
                    <a:pt x="558991" y="1882"/>
                  </a:lnTo>
                  <a:lnTo>
                    <a:pt x="486704" y="4157"/>
                  </a:lnTo>
                  <a:lnTo>
                    <a:pt x="417709" y="7253"/>
                  </a:lnTo>
                  <a:lnTo>
                    <a:pt x="352439" y="11119"/>
                  </a:lnTo>
                  <a:lnTo>
                    <a:pt x="291327" y="15703"/>
                  </a:lnTo>
                  <a:lnTo>
                    <a:pt x="234808" y="20953"/>
                  </a:lnTo>
                  <a:lnTo>
                    <a:pt x="183315" y="26818"/>
                  </a:lnTo>
                  <a:lnTo>
                    <a:pt x="137281" y="33247"/>
                  </a:lnTo>
                  <a:lnTo>
                    <a:pt x="97140" y="40188"/>
                  </a:lnTo>
                  <a:lnTo>
                    <a:pt x="36271" y="55400"/>
                  </a:lnTo>
                  <a:lnTo>
                    <a:pt x="0" y="80771"/>
                  </a:lnTo>
                  <a:lnTo>
                    <a:pt x="4174" y="89481"/>
                  </a:lnTo>
                  <a:lnTo>
                    <a:pt x="63326" y="113686"/>
                  </a:lnTo>
                  <a:lnTo>
                    <a:pt x="137281" y="127759"/>
                  </a:lnTo>
                  <a:lnTo>
                    <a:pt x="183315" y="134039"/>
                  </a:lnTo>
                  <a:lnTo>
                    <a:pt x="234808" y="139752"/>
                  </a:lnTo>
                  <a:lnTo>
                    <a:pt x="291327" y="144853"/>
                  </a:lnTo>
                  <a:lnTo>
                    <a:pt x="352439" y="149295"/>
                  </a:lnTo>
                  <a:lnTo>
                    <a:pt x="417709" y="153033"/>
                  </a:lnTo>
                  <a:lnTo>
                    <a:pt x="486704" y="156021"/>
                  </a:lnTo>
                  <a:lnTo>
                    <a:pt x="558991" y="158211"/>
                  </a:lnTo>
                  <a:lnTo>
                    <a:pt x="634137" y="159560"/>
                  </a:lnTo>
                  <a:lnTo>
                    <a:pt x="711707" y="160019"/>
                  </a:lnTo>
                  <a:lnTo>
                    <a:pt x="789278" y="159560"/>
                  </a:lnTo>
                  <a:lnTo>
                    <a:pt x="864424" y="158211"/>
                  </a:lnTo>
                  <a:lnTo>
                    <a:pt x="936711" y="156021"/>
                  </a:lnTo>
                  <a:lnTo>
                    <a:pt x="1005706" y="153033"/>
                  </a:lnTo>
                  <a:lnTo>
                    <a:pt x="1070976" y="149295"/>
                  </a:lnTo>
                  <a:lnTo>
                    <a:pt x="1132088" y="144853"/>
                  </a:lnTo>
                  <a:lnTo>
                    <a:pt x="1188607" y="139752"/>
                  </a:lnTo>
                  <a:lnTo>
                    <a:pt x="1240100" y="134039"/>
                  </a:lnTo>
                  <a:lnTo>
                    <a:pt x="1286134" y="127759"/>
                  </a:lnTo>
                  <a:lnTo>
                    <a:pt x="1326275" y="120960"/>
                  </a:lnTo>
                  <a:lnTo>
                    <a:pt x="1387144" y="105985"/>
                  </a:lnTo>
                  <a:lnTo>
                    <a:pt x="1423415" y="807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98419" y="5759195"/>
              <a:ext cx="1423670" cy="160020"/>
            </a:xfrm>
            <a:custGeom>
              <a:avLst/>
              <a:gdLst/>
              <a:ahLst/>
              <a:cxnLst/>
              <a:rect l="l" t="t" r="r" b="b"/>
              <a:pathLst>
                <a:path w="1423670" h="160020">
                  <a:moveTo>
                    <a:pt x="711707" y="0"/>
                  </a:moveTo>
                  <a:lnTo>
                    <a:pt x="634137" y="479"/>
                  </a:lnTo>
                  <a:lnTo>
                    <a:pt x="558991" y="1882"/>
                  </a:lnTo>
                  <a:lnTo>
                    <a:pt x="486704" y="4157"/>
                  </a:lnTo>
                  <a:lnTo>
                    <a:pt x="417709" y="7253"/>
                  </a:lnTo>
                  <a:lnTo>
                    <a:pt x="352439" y="11119"/>
                  </a:lnTo>
                  <a:lnTo>
                    <a:pt x="291327" y="15703"/>
                  </a:lnTo>
                  <a:lnTo>
                    <a:pt x="234808" y="20953"/>
                  </a:lnTo>
                  <a:lnTo>
                    <a:pt x="183315" y="26818"/>
                  </a:lnTo>
                  <a:lnTo>
                    <a:pt x="137281" y="33247"/>
                  </a:lnTo>
                  <a:lnTo>
                    <a:pt x="97140" y="40188"/>
                  </a:lnTo>
                  <a:lnTo>
                    <a:pt x="36271" y="55400"/>
                  </a:lnTo>
                  <a:lnTo>
                    <a:pt x="0" y="80771"/>
                  </a:lnTo>
                  <a:lnTo>
                    <a:pt x="4174" y="89481"/>
                  </a:lnTo>
                  <a:lnTo>
                    <a:pt x="63326" y="113686"/>
                  </a:lnTo>
                  <a:lnTo>
                    <a:pt x="137281" y="127759"/>
                  </a:lnTo>
                  <a:lnTo>
                    <a:pt x="183315" y="134039"/>
                  </a:lnTo>
                  <a:lnTo>
                    <a:pt x="234808" y="139752"/>
                  </a:lnTo>
                  <a:lnTo>
                    <a:pt x="291327" y="144853"/>
                  </a:lnTo>
                  <a:lnTo>
                    <a:pt x="352439" y="149295"/>
                  </a:lnTo>
                  <a:lnTo>
                    <a:pt x="417709" y="153033"/>
                  </a:lnTo>
                  <a:lnTo>
                    <a:pt x="486704" y="156021"/>
                  </a:lnTo>
                  <a:lnTo>
                    <a:pt x="558991" y="158211"/>
                  </a:lnTo>
                  <a:lnTo>
                    <a:pt x="634137" y="159560"/>
                  </a:lnTo>
                  <a:lnTo>
                    <a:pt x="711707" y="160019"/>
                  </a:lnTo>
                  <a:lnTo>
                    <a:pt x="789278" y="159560"/>
                  </a:lnTo>
                  <a:lnTo>
                    <a:pt x="864424" y="158211"/>
                  </a:lnTo>
                  <a:lnTo>
                    <a:pt x="936711" y="156021"/>
                  </a:lnTo>
                  <a:lnTo>
                    <a:pt x="1005706" y="153033"/>
                  </a:lnTo>
                  <a:lnTo>
                    <a:pt x="1070976" y="149295"/>
                  </a:lnTo>
                  <a:lnTo>
                    <a:pt x="1132088" y="144853"/>
                  </a:lnTo>
                  <a:lnTo>
                    <a:pt x="1188607" y="139752"/>
                  </a:lnTo>
                  <a:lnTo>
                    <a:pt x="1240100" y="134039"/>
                  </a:lnTo>
                  <a:lnTo>
                    <a:pt x="1286134" y="127759"/>
                  </a:lnTo>
                  <a:lnTo>
                    <a:pt x="1326275" y="120960"/>
                  </a:lnTo>
                  <a:lnTo>
                    <a:pt x="1387144" y="105985"/>
                  </a:lnTo>
                  <a:lnTo>
                    <a:pt x="1423415" y="80771"/>
                  </a:lnTo>
                  <a:lnTo>
                    <a:pt x="1419241" y="72042"/>
                  </a:lnTo>
                  <a:lnTo>
                    <a:pt x="1360089" y="47589"/>
                  </a:lnTo>
                  <a:lnTo>
                    <a:pt x="1286134" y="33247"/>
                  </a:lnTo>
                  <a:lnTo>
                    <a:pt x="1240100" y="26818"/>
                  </a:lnTo>
                  <a:lnTo>
                    <a:pt x="1188607" y="20953"/>
                  </a:lnTo>
                  <a:lnTo>
                    <a:pt x="1132088" y="15703"/>
                  </a:lnTo>
                  <a:lnTo>
                    <a:pt x="1070976" y="11119"/>
                  </a:lnTo>
                  <a:lnTo>
                    <a:pt x="1005706" y="7253"/>
                  </a:lnTo>
                  <a:lnTo>
                    <a:pt x="936711" y="4157"/>
                  </a:lnTo>
                  <a:lnTo>
                    <a:pt x="864424" y="1882"/>
                  </a:lnTo>
                  <a:lnTo>
                    <a:pt x="789278" y="479"/>
                  </a:lnTo>
                  <a:lnTo>
                    <a:pt x="71170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61944" y="5181600"/>
              <a:ext cx="513715" cy="608330"/>
            </a:xfrm>
            <a:custGeom>
              <a:avLst/>
              <a:gdLst/>
              <a:ahLst/>
              <a:cxnLst/>
              <a:rect l="l" t="t" r="r" b="b"/>
              <a:pathLst>
                <a:path w="513714" h="608329">
                  <a:moveTo>
                    <a:pt x="64817" y="487480"/>
                  </a:moveTo>
                  <a:lnTo>
                    <a:pt x="45720" y="422148"/>
                  </a:lnTo>
                  <a:lnTo>
                    <a:pt x="0" y="608076"/>
                  </a:lnTo>
                  <a:lnTo>
                    <a:pt x="45720" y="588763"/>
                  </a:lnTo>
                  <a:lnTo>
                    <a:pt x="45910" y="588682"/>
                  </a:lnTo>
                  <a:lnTo>
                    <a:pt x="45910" y="523875"/>
                  </a:lnTo>
                  <a:lnTo>
                    <a:pt x="46934" y="512968"/>
                  </a:lnTo>
                  <a:lnTo>
                    <a:pt x="51816" y="502920"/>
                  </a:lnTo>
                  <a:lnTo>
                    <a:pt x="64817" y="487480"/>
                  </a:lnTo>
                  <a:close/>
                </a:path>
                <a:path w="513714" h="608329">
                  <a:moveTo>
                    <a:pt x="108056" y="525193"/>
                  </a:moveTo>
                  <a:lnTo>
                    <a:pt x="74676" y="521208"/>
                  </a:lnTo>
                  <a:lnTo>
                    <a:pt x="64817" y="487480"/>
                  </a:lnTo>
                  <a:lnTo>
                    <a:pt x="51816" y="502920"/>
                  </a:lnTo>
                  <a:lnTo>
                    <a:pt x="46934" y="512968"/>
                  </a:lnTo>
                  <a:lnTo>
                    <a:pt x="45910" y="523875"/>
                  </a:lnTo>
                  <a:lnTo>
                    <a:pt x="48601" y="534209"/>
                  </a:lnTo>
                  <a:lnTo>
                    <a:pt x="54864" y="542544"/>
                  </a:lnTo>
                  <a:lnTo>
                    <a:pt x="64817" y="548214"/>
                  </a:lnTo>
                  <a:lnTo>
                    <a:pt x="76009" y="549592"/>
                  </a:lnTo>
                  <a:lnTo>
                    <a:pt x="86796" y="546615"/>
                  </a:lnTo>
                  <a:lnTo>
                    <a:pt x="96012" y="539496"/>
                  </a:lnTo>
                  <a:lnTo>
                    <a:pt x="108056" y="525193"/>
                  </a:lnTo>
                  <a:close/>
                </a:path>
                <a:path w="513714" h="608329">
                  <a:moveTo>
                    <a:pt x="176784" y="533400"/>
                  </a:moveTo>
                  <a:lnTo>
                    <a:pt x="108056" y="525193"/>
                  </a:lnTo>
                  <a:lnTo>
                    <a:pt x="96012" y="539496"/>
                  </a:lnTo>
                  <a:lnTo>
                    <a:pt x="86796" y="546615"/>
                  </a:lnTo>
                  <a:lnTo>
                    <a:pt x="76009" y="549592"/>
                  </a:lnTo>
                  <a:lnTo>
                    <a:pt x="64817" y="548214"/>
                  </a:lnTo>
                  <a:lnTo>
                    <a:pt x="54864" y="542544"/>
                  </a:lnTo>
                  <a:lnTo>
                    <a:pt x="48601" y="534209"/>
                  </a:lnTo>
                  <a:lnTo>
                    <a:pt x="45910" y="523875"/>
                  </a:lnTo>
                  <a:lnTo>
                    <a:pt x="45910" y="588682"/>
                  </a:lnTo>
                  <a:lnTo>
                    <a:pt x="176784" y="533400"/>
                  </a:lnTo>
                  <a:close/>
                </a:path>
                <a:path w="513714" h="608329">
                  <a:moveTo>
                    <a:pt x="449527" y="119696"/>
                  </a:moveTo>
                  <a:lnTo>
                    <a:pt x="440436" y="86868"/>
                  </a:lnTo>
                  <a:lnTo>
                    <a:pt x="405269" y="83193"/>
                  </a:lnTo>
                  <a:lnTo>
                    <a:pt x="64817" y="487480"/>
                  </a:lnTo>
                  <a:lnTo>
                    <a:pt x="74676" y="521208"/>
                  </a:lnTo>
                  <a:lnTo>
                    <a:pt x="108056" y="525193"/>
                  </a:lnTo>
                  <a:lnTo>
                    <a:pt x="449527" y="119696"/>
                  </a:lnTo>
                  <a:close/>
                </a:path>
                <a:path w="513714" h="608329">
                  <a:moveTo>
                    <a:pt x="513588" y="0"/>
                  </a:moveTo>
                  <a:lnTo>
                    <a:pt x="338328" y="76200"/>
                  </a:lnTo>
                  <a:lnTo>
                    <a:pt x="405269" y="83193"/>
                  </a:lnTo>
                  <a:lnTo>
                    <a:pt x="417576" y="68580"/>
                  </a:lnTo>
                  <a:lnTo>
                    <a:pt x="426791" y="61460"/>
                  </a:lnTo>
                  <a:lnTo>
                    <a:pt x="437578" y="58483"/>
                  </a:lnTo>
                  <a:lnTo>
                    <a:pt x="448651" y="59793"/>
                  </a:lnTo>
                  <a:lnTo>
                    <a:pt x="458724" y="65532"/>
                  </a:lnTo>
                  <a:lnTo>
                    <a:pt x="465843" y="74509"/>
                  </a:lnTo>
                  <a:lnTo>
                    <a:pt x="468820" y="84772"/>
                  </a:lnTo>
                  <a:lnTo>
                    <a:pt x="468820" y="182054"/>
                  </a:lnTo>
                  <a:lnTo>
                    <a:pt x="513588" y="0"/>
                  </a:lnTo>
                  <a:close/>
                </a:path>
                <a:path w="513714" h="608329">
                  <a:moveTo>
                    <a:pt x="468820" y="84772"/>
                  </a:moveTo>
                  <a:lnTo>
                    <a:pt x="465843" y="74509"/>
                  </a:lnTo>
                  <a:lnTo>
                    <a:pt x="458724" y="65532"/>
                  </a:lnTo>
                  <a:lnTo>
                    <a:pt x="448651" y="59793"/>
                  </a:lnTo>
                  <a:lnTo>
                    <a:pt x="437578" y="58483"/>
                  </a:lnTo>
                  <a:lnTo>
                    <a:pt x="426791" y="61460"/>
                  </a:lnTo>
                  <a:lnTo>
                    <a:pt x="417576" y="68580"/>
                  </a:lnTo>
                  <a:lnTo>
                    <a:pt x="405269" y="83193"/>
                  </a:lnTo>
                  <a:lnTo>
                    <a:pt x="440436" y="86868"/>
                  </a:lnTo>
                  <a:lnTo>
                    <a:pt x="449527" y="119696"/>
                  </a:lnTo>
                  <a:lnTo>
                    <a:pt x="461772" y="105156"/>
                  </a:lnTo>
                  <a:lnTo>
                    <a:pt x="467510" y="95321"/>
                  </a:lnTo>
                  <a:lnTo>
                    <a:pt x="468820" y="84772"/>
                  </a:lnTo>
                  <a:close/>
                </a:path>
                <a:path w="513714" h="608329">
                  <a:moveTo>
                    <a:pt x="468820" y="182054"/>
                  </a:moveTo>
                  <a:lnTo>
                    <a:pt x="468820" y="84772"/>
                  </a:lnTo>
                  <a:lnTo>
                    <a:pt x="467510" y="95321"/>
                  </a:lnTo>
                  <a:lnTo>
                    <a:pt x="461772" y="105156"/>
                  </a:lnTo>
                  <a:lnTo>
                    <a:pt x="449527" y="119696"/>
                  </a:lnTo>
                  <a:lnTo>
                    <a:pt x="467868" y="185928"/>
                  </a:lnTo>
                  <a:lnTo>
                    <a:pt x="468820" y="182054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7528813" y="4594861"/>
            <a:ext cx="1473200" cy="607060"/>
            <a:chOff x="5723889" y="5230368"/>
            <a:chExt cx="1473200" cy="607060"/>
          </a:xfrm>
        </p:grpSpPr>
        <p:sp>
          <p:nvSpPr>
            <p:cNvPr id="21" name="object 21"/>
            <p:cNvSpPr/>
            <p:nvPr/>
          </p:nvSpPr>
          <p:spPr>
            <a:xfrm>
              <a:off x="5730239" y="5686044"/>
              <a:ext cx="1460500" cy="144780"/>
            </a:xfrm>
            <a:custGeom>
              <a:avLst/>
              <a:gdLst/>
              <a:ahLst/>
              <a:cxnLst/>
              <a:rect l="l" t="t" r="r" b="b"/>
              <a:pathLst>
                <a:path w="1460500" h="144779">
                  <a:moveTo>
                    <a:pt x="1459991" y="73151"/>
                  </a:moveTo>
                  <a:lnTo>
                    <a:pt x="1422696" y="49743"/>
                  </a:lnTo>
                  <a:lnTo>
                    <a:pt x="1360141" y="35898"/>
                  </a:lnTo>
                  <a:lnTo>
                    <a:pt x="1318906" y="29626"/>
                  </a:lnTo>
                  <a:lnTo>
                    <a:pt x="1271631" y="23842"/>
                  </a:lnTo>
                  <a:lnTo>
                    <a:pt x="1218767" y="18586"/>
                  </a:lnTo>
                  <a:lnTo>
                    <a:pt x="1160763" y="13898"/>
                  </a:lnTo>
                  <a:lnTo>
                    <a:pt x="1098070" y="9821"/>
                  </a:lnTo>
                  <a:lnTo>
                    <a:pt x="1031136" y="6394"/>
                  </a:lnTo>
                  <a:lnTo>
                    <a:pt x="960412" y="3657"/>
                  </a:lnTo>
                  <a:lnTo>
                    <a:pt x="886347" y="1652"/>
                  </a:lnTo>
                  <a:lnTo>
                    <a:pt x="809392" y="419"/>
                  </a:lnTo>
                  <a:lnTo>
                    <a:pt x="729995" y="0"/>
                  </a:lnTo>
                  <a:lnTo>
                    <a:pt x="650599" y="419"/>
                  </a:lnTo>
                  <a:lnTo>
                    <a:pt x="573643" y="1652"/>
                  </a:lnTo>
                  <a:lnTo>
                    <a:pt x="499579" y="3657"/>
                  </a:lnTo>
                  <a:lnTo>
                    <a:pt x="428855" y="6394"/>
                  </a:lnTo>
                  <a:lnTo>
                    <a:pt x="361921" y="9821"/>
                  </a:lnTo>
                  <a:lnTo>
                    <a:pt x="299228" y="13898"/>
                  </a:lnTo>
                  <a:lnTo>
                    <a:pt x="241224" y="18586"/>
                  </a:lnTo>
                  <a:lnTo>
                    <a:pt x="188360" y="23842"/>
                  </a:lnTo>
                  <a:lnTo>
                    <a:pt x="141085" y="29626"/>
                  </a:lnTo>
                  <a:lnTo>
                    <a:pt x="99850" y="35898"/>
                  </a:lnTo>
                  <a:lnTo>
                    <a:pt x="37295" y="49743"/>
                  </a:lnTo>
                  <a:lnTo>
                    <a:pt x="0" y="73151"/>
                  </a:lnTo>
                  <a:lnTo>
                    <a:pt x="4293" y="80967"/>
                  </a:lnTo>
                  <a:lnTo>
                    <a:pt x="65103" y="102763"/>
                  </a:lnTo>
                  <a:lnTo>
                    <a:pt x="141085" y="115482"/>
                  </a:lnTo>
                  <a:lnTo>
                    <a:pt x="188360" y="121169"/>
                  </a:lnTo>
                  <a:lnTo>
                    <a:pt x="241224" y="126348"/>
                  </a:lnTo>
                  <a:lnTo>
                    <a:pt x="299228" y="130978"/>
                  </a:lnTo>
                  <a:lnTo>
                    <a:pt x="361921" y="135015"/>
                  </a:lnTo>
                  <a:lnTo>
                    <a:pt x="428855" y="138414"/>
                  </a:lnTo>
                  <a:lnTo>
                    <a:pt x="499579" y="141134"/>
                  </a:lnTo>
                  <a:lnTo>
                    <a:pt x="573643" y="143130"/>
                  </a:lnTo>
                  <a:lnTo>
                    <a:pt x="650599" y="144360"/>
                  </a:lnTo>
                  <a:lnTo>
                    <a:pt x="729995" y="144779"/>
                  </a:lnTo>
                  <a:lnTo>
                    <a:pt x="809392" y="144360"/>
                  </a:lnTo>
                  <a:lnTo>
                    <a:pt x="886347" y="143130"/>
                  </a:lnTo>
                  <a:lnTo>
                    <a:pt x="960412" y="141134"/>
                  </a:lnTo>
                  <a:lnTo>
                    <a:pt x="1031136" y="138414"/>
                  </a:lnTo>
                  <a:lnTo>
                    <a:pt x="1098070" y="135015"/>
                  </a:lnTo>
                  <a:lnTo>
                    <a:pt x="1160763" y="130978"/>
                  </a:lnTo>
                  <a:lnTo>
                    <a:pt x="1218767" y="126348"/>
                  </a:lnTo>
                  <a:lnTo>
                    <a:pt x="1271631" y="121169"/>
                  </a:lnTo>
                  <a:lnTo>
                    <a:pt x="1318906" y="115482"/>
                  </a:lnTo>
                  <a:lnTo>
                    <a:pt x="1360141" y="109332"/>
                  </a:lnTo>
                  <a:lnTo>
                    <a:pt x="1422696" y="95816"/>
                  </a:lnTo>
                  <a:lnTo>
                    <a:pt x="1459991" y="731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30239" y="5686044"/>
              <a:ext cx="1460500" cy="144780"/>
            </a:xfrm>
            <a:custGeom>
              <a:avLst/>
              <a:gdLst/>
              <a:ahLst/>
              <a:cxnLst/>
              <a:rect l="l" t="t" r="r" b="b"/>
              <a:pathLst>
                <a:path w="1460500" h="144779">
                  <a:moveTo>
                    <a:pt x="729995" y="0"/>
                  </a:moveTo>
                  <a:lnTo>
                    <a:pt x="650599" y="419"/>
                  </a:lnTo>
                  <a:lnTo>
                    <a:pt x="573643" y="1652"/>
                  </a:lnTo>
                  <a:lnTo>
                    <a:pt x="499579" y="3657"/>
                  </a:lnTo>
                  <a:lnTo>
                    <a:pt x="428855" y="6394"/>
                  </a:lnTo>
                  <a:lnTo>
                    <a:pt x="361921" y="9821"/>
                  </a:lnTo>
                  <a:lnTo>
                    <a:pt x="299228" y="13898"/>
                  </a:lnTo>
                  <a:lnTo>
                    <a:pt x="241224" y="18586"/>
                  </a:lnTo>
                  <a:lnTo>
                    <a:pt x="188360" y="23842"/>
                  </a:lnTo>
                  <a:lnTo>
                    <a:pt x="141085" y="29626"/>
                  </a:lnTo>
                  <a:lnTo>
                    <a:pt x="99850" y="35898"/>
                  </a:lnTo>
                  <a:lnTo>
                    <a:pt x="37295" y="49743"/>
                  </a:lnTo>
                  <a:lnTo>
                    <a:pt x="0" y="73151"/>
                  </a:lnTo>
                  <a:lnTo>
                    <a:pt x="4293" y="80967"/>
                  </a:lnTo>
                  <a:lnTo>
                    <a:pt x="65103" y="102763"/>
                  </a:lnTo>
                  <a:lnTo>
                    <a:pt x="141085" y="115482"/>
                  </a:lnTo>
                  <a:lnTo>
                    <a:pt x="188360" y="121169"/>
                  </a:lnTo>
                  <a:lnTo>
                    <a:pt x="241224" y="126348"/>
                  </a:lnTo>
                  <a:lnTo>
                    <a:pt x="299228" y="130978"/>
                  </a:lnTo>
                  <a:lnTo>
                    <a:pt x="361921" y="135015"/>
                  </a:lnTo>
                  <a:lnTo>
                    <a:pt x="428855" y="138414"/>
                  </a:lnTo>
                  <a:lnTo>
                    <a:pt x="499579" y="141134"/>
                  </a:lnTo>
                  <a:lnTo>
                    <a:pt x="573643" y="143130"/>
                  </a:lnTo>
                  <a:lnTo>
                    <a:pt x="650599" y="144360"/>
                  </a:lnTo>
                  <a:lnTo>
                    <a:pt x="729995" y="144779"/>
                  </a:lnTo>
                  <a:lnTo>
                    <a:pt x="809392" y="144360"/>
                  </a:lnTo>
                  <a:lnTo>
                    <a:pt x="886347" y="143130"/>
                  </a:lnTo>
                  <a:lnTo>
                    <a:pt x="960412" y="141134"/>
                  </a:lnTo>
                  <a:lnTo>
                    <a:pt x="1031136" y="138414"/>
                  </a:lnTo>
                  <a:lnTo>
                    <a:pt x="1098070" y="135015"/>
                  </a:lnTo>
                  <a:lnTo>
                    <a:pt x="1160763" y="130978"/>
                  </a:lnTo>
                  <a:lnTo>
                    <a:pt x="1218767" y="126348"/>
                  </a:lnTo>
                  <a:lnTo>
                    <a:pt x="1271631" y="121169"/>
                  </a:lnTo>
                  <a:lnTo>
                    <a:pt x="1318906" y="115482"/>
                  </a:lnTo>
                  <a:lnTo>
                    <a:pt x="1360141" y="109332"/>
                  </a:lnTo>
                  <a:lnTo>
                    <a:pt x="1422696" y="95816"/>
                  </a:lnTo>
                  <a:lnTo>
                    <a:pt x="1459991" y="73151"/>
                  </a:lnTo>
                  <a:lnTo>
                    <a:pt x="1455698" y="65051"/>
                  </a:lnTo>
                  <a:lnTo>
                    <a:pt x="1394888" y="42617"/>
                  </a:lnTo>
                  <a:lnTo>
                    <a:pt x="1318906" y="29626"/>
                  </a:lnTo>
                  <a:lnTo>
                    <a:pt x="1271631" y="23842"/>
                  </a:lnTo>
                  <a:lnTo>
                    <a:pt x="1218767" y="18586"/>
                  </a:lnTo>
                  <a:lnTo>
                    <a:pt x="1160763" y="13898"/>
                  </a:lnTo>
                  <a:lnTo>
                    <a:pt x="1098070" y="9821"/>
                  </a:lnTo>
                  <a:lnTo>
                    <a:pt x="1031136" y="6394"/>
                  </a:lnTo>
                  <a:lnTo>
                    <a:pt x="960412" y="3657"/>
                  </a:lnTo>
                  <a:lnTo>
                    <a:pt x="886347" y="1652"/>
                  </a:lnTo>
                  <a:lnTo>
                    <a:pt x="809392" y="419"/>
                  </a:lnTo>
                  <a:lnTo>
                    <a:pt x="729995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68340" y="5230368"/>
              <a:ext cx="654050" cy="528955"/>
            </a:xfrm>
            <a:custGeom>
              <a:avLst/>
              <a:gdLst/>
              <a:ahLst/>
              <a:cxnLst/>
              <a:rect l="l" t="t" r="r" b="b"/>
              <a:pathLst>
                <a:path w="654050" h="528954">
                  <a:moveTo>
                    <a:pt x="187452" y="41148"/>
                  </a:moveTo>
                  <a:lnTo>
                    <a:pt x="0" y="0"/>
                  </a:lnTo>
                  <a:lnTo>
                    <a:pt x="60007" y="131554"/>
                  </a:lnTo>
                  <a:lnTo>
                    <a:pt x="60007" y="74485"/>
                  </a:lnTo>
                  <a:lnTo>
                    <a:pt x="61317" y="63412"/>
                  </a:lnTo>
                  <a:lnTo>
                    <a:pt x="67056" y="53340"/>
                  </a:lnTo>
                  <a:lnTo>
                    <a:pt x="75390" y="46196"/>
                  </a:lnTo>
                  <a:lnTo>
                    <a:pt x="85725" y="43053"/>
                  </a:lnTo>
                  <a:lnTo>
                    <a:pt x="96631" y="43910"/>
                  </a:lnTo>
                  <a:lnTo>
                    <a:pt x="106680" y="48768"/>
                  </a:lnTo>
                  <a:lnTo>
                    <a:pt x="122121" y="61249"/>
                  </a:lnTo>
                  <a:lnTo>
                    <a:pt x="187452" y="41148"/>
                  </a:lnTo>
                  <a:close/>
                </a:path>
                <a:path w="654050" h="528954">
                  <a:moveTo>
                    <a:pt x="122121" y="61249"/>
                  </a:moveTo>
                  <a:lnTo>
                    <a:pt x="106680" y="48768"/>
                  </a:lnTo>
                  <a:lnTo>
                    <a:pt x="96631" y="43910"/>
                  </a:lnTo>
                  <a:lnTo>
                    <a:pt x="85725" y="43053"/>
                  </a:lnTo>
                  <a:lnTo>
                    <a:pt x="75390" y="46196"/>
                  </a:lnTo>
                  <a:lnTo>
                    <a:pt x="67056" y="53340"/>
                  </a:lnTo>
                  <a:lnTo>
                    <a:pt x="61317" y="63412"/>
                  </a:lnTo>
                  <a:lnTo>
                    <a:pt x="60007" y="74485"/>
                  </a:lnTo>
                  <a:lnTo>
                    <a:pt x="62984" y="85272"/>
                  </a:lnTo>
                  <a:lnTo>
                    <a:pt x="70104" y="94488"/>
                  </a:lnTo>
                  <a:lnTo>
                    <a:pt x="85252" y="106684"/>
                  </a:lnTo>
                  <a:lnTo>
                    <a:pt x="88392" y="71628"/>
                  </a:lnTo>
                  <a:lnTo>
                    <a:pt x="122121" y="61249"/>
                  </a:lnTo>
                  <a:close/>
                </a:path>
                <a:path w="654050" h="528954">
                  <a:moveTo>
                    <a:pt x="85252" y="106684"/>
                  </a:moveTo>
                  <a:lnTo>
                    <a:pt x="70104" y="94488"/>
                  </a:lnTo>
                  <a:lnTo>
                    <a:pt x="62984" y="85272"/>
                  </a:lnTo>
                  <a:lnTo>
                    <a:pt x="60007" y="74485"/>
                  </a:lnTo>
                  <a:lnTo>
                    <a:pt x="60007" y="131554"/>
                  </a:lnTo>
                  <a:lnTo>
                    <a:pt x="79248" y="173736"/>
                  </a:lnTo>
                  <a:lnTo>
                    <a:pt x="85252" y="106684"/>
                  </a:lnTo>
                  <a:close/>
                </a:path>
                <a:path w="654050" h="528954">
                  <a:moveTo>
                    <a:pt x="568504" y="422063"/>
                  </a:moveTo>
                  <a:lnTo>
                    <a:pt x="122121" y="61249"/>
                  </a:lnTo>
                  <a:lnTo>
                    <a:pt x="88392" y="71628"/>
                  </a:lnTo>
                  <a:lnTo>
                    <a:pt x="85252" y="106684"/>
                  </a:lnTo>
                  <a:lnTo>
                    <a:pt x="533138" y="467282"/>
                  </a:lnTo>
                  <a:lnTo>
                    <a:pt x="565404" y="457200"/>
                  </a:lnTo>
                  <a:lnTo>
                    <a:pt x="568504" y="422063"/>
                  </a:lnTo>
                  <a:close/>
                </a:path>
                <a:path w="654050" h="528954">
                  <a:moveTo>
                    <a:pt x="593979" y="515589"/>
                  </a:moveTo>
                  <a:lnTo>
                    <a:pt x="593979" y="453580"/>
                  </a:lnTo>
                  <a:lnTo>
                    <a:pt x="593121" y="464129"/>
                  </a:lnTo>
                  <a:lnTo>
                    <a:pt x="588264" y="473964"/>
                  </a:lnTo>
                  <a:lnTo>
                    <a:pt x="579048" y="481965"/>
                  </a:lnTo>
                  <a:lnTo>
                    <a:pt x="568504" y="485316"/>
                  </a:lnTo>
                  <a:lnTo>
                    <a:pt x="568261" y="485394"/>
                  </a:lnTo>
                  <a:lnTo>
                    <a:pt x="557188" y="484251"/>
                  </a:lnTo>
                  <a:lnTo>
                    <a:pt x="547116" y="478536"/>
                  </a:lnTo>
                  <a:lnTo>
                    <a:pt x="533138" y="467282"/>
                  </a:lnTo>
                  <a:lnTo>
                    <a:pt x="467868" y="487680"/>
                  </a:lnTo>
                  <a:lnTo>
                    <a:pt x="593979" y="515589"/>
                  </a:lnTo>
                  <a:close/>
                </a:path>
                <a:path w="654050" h="528954">
                  <a:moveTo>
                    <a:pt x="593979" y="453580"/>
                  </a:moveTo>
                  <a:lnTo>
                    <a:pt x="590835" y="443317"/>
                  </a:lnTo>
                  <a:lnTo>
                    <a:pt x="583692" y="434340"/>
                  </a:lnTo>
                  <a:lnTo>
                    <a:pt x="568504" y="422063"/>
                  </a:lnTo>
                  <a:lnTo>
                    <a:pt x="565404" y="457200"/>
                  </a:lnTo>
                  <a:lnTo>
                    <a:pt x="533138" y="467282"/>
                  </a:lnTo>
                  <a:lnTo>
                    <a:pt x="547116" y="478536"/>
                  </a:lnTo>
                  <a:lnTo>
                    <a:pt x="557188" y="484251"/>
                  </a:lnTo>
                  <a:lnTo>
                    <a:pt x="568261" y="485394"/>
                  </a:lnTo>
                  <a:lnTo>
                    <a:pt x="579048" y="481965"/>
                  </a:lnTo>
                  <a:lnTo>
                    <a:pt x="588264" y="473964"/>
                  </a:lnTo>
                  <a:lnTo>
                    <a:pt x="593121" y="464129"/>
                  </a:lnTo>
                  <a:lnTo>
                    <a:pt x="593979" y="453580"/>
                  </a:lnTo>
                  <a:close/>
                </a:path>
                <a:path w="654050" h="528954">
                  <a:moveTo>
                    <a:pt x="653796" y="528828"/>
                  </a:moveTo>
                  <a:lnTo>
                    <a:pt x="574548" y="353568"/>
                  </a:lnTo>
                  <a:lnTo>
                    <a:pt x="568504" y="422063"/>
                  </a:lnTo>
                  <a:lnTo>
                    <a:pt x="583692" y="434340"/>
                  </a:lnTo>
                  <a:lnTo>
                    <a:pt x="590835" y="443317"/>
                  </a:lnTo>
                  <a:lnTo>
                    <a:pt x="593979" y="453580"/>
                  </a:lnTo>
                  <a:lnTo>
                    <a:pt x="593979" y="515589"/>
                  </a:lnTo>
                  <a:lnTo>
                    <a:pt x="653796" y="528828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332717" y="3353815"/>
            <a:ext cx="594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0" dirty="0">
                <a:latin typeface="Tahoma"/>
                <a:cs typeface="Tahoma"/>
              </a:rPr>
              <a:t>SGBD</a:t>
            </a:r>
            <a:endParaRPr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C0CFB32-257D-A1AE-4795-CAA7E6DC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Profissionais</a:t>
            </a:r>
            <a:r>
              <a:rPr lang="pt-BR" spc="-110" dirty="0"/>
              <a:t> </a:t>
            </a:r>
            <a:r>
              <a:rPr lang="pt-BR" spc="-10" dirty="0"/>
              <a:t>Envolvidos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450D6CD-F317-190E-B453-5F603030D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489200" y="1676400"/>
            <a:ext cx="9525000" cy="3445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indent="-51435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Blip>
                <a:blip r:embed="rId2"/>
              </a:buBlip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Administrador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Banco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Dados:</a:t>
            </a:r>
            <a:endParaRPr sz="2800" dirty="0">
              <a:latin typeface="Tahoma"/>
              <a:cs typeface="Tahoma"/>
            </a:endParaRPr>
          </a:p>
          <a:p>
            <a:pPr marL="926465" marR="243840" lvl="1" indent="-4572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4166"/>
              <a:buBlip>
                <a:blip r:embed="rId2"/>
              </a:buBlip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responsável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por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autorizar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acesso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banco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de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coordenar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monitorar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seu</a:t>
            </a:r>
            <a:r>
              <a:rPr sz="2400" spc="-20" dirty="0">
                <a:latin typeface="Tahoma"/>
                <a:cs typeface="Tahoma"/>
              </a:rPr>
              <a:t> uso.</a:t>
            </a:r>
            <a:endParaRPr sz="2400" dirty="0">
              <a:latin typeface="Tahoma"/>
              <a:cs typeface="Tahoma"/>
            </a:endParaRPr>
          </a:p>
          <a:p>
            <a:pPr marL="527050" indent="-51435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Projetista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Banco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Dados:</a:t>
            </a:r>
            <a:endParaRPr sz="2800" dirty="0">
              <a:latin typeface="Tahoma"/>
              <a:cs typeface="Tahoma"/>
            </a:endParaRPr>
          </a:p>
          <a:p>
            <a:pPr marL="926465" marR="5080" lvl="1" indent="-4572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4166"/>
              <a:buBlip>
                <a:blip r:embed="rId2"/>
              </a:buBlip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responsável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pela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identificação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dos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serem </a:t>
            </a:r>
            <a:r>
              <a:rPr sz="2400" dirty="0">
                <a:latin typeface="Tahoma"/>
                <a:cs typeface="Tahoma"/>
              </a:rPr>
              <a:t>armazenados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banco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dados;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por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escolher </a:t>
            </a:r>
            <a:r>
              <a:rPr sz="2400" dirty="0">
                <a:latin typeface="Tahoma"/>
                <a:cs typeface="Tahoma"/>
              </a:rPr>
              <a:t>estruturas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apropriadas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para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representar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e </a:t>
            </a:r>
            <a:r>
              <a:rPr sz="2400" dirty="0">
                <a:latin typeface="Tahoma"/>
                <a:cs typeface="Tahoma"/>
              </a:rPr>
              <a:t>armazenar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tais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dados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6CC797C-29B8-EEA6-7340-1FB86AA73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PROFISSIONAIS</a:t>
            </a:r>
            <a:r>
              <a:rPr lang="pt-BR" spc="-110" dirty="0"/>
              <a:t> </a:t>
            </a:r>
            <a:r>
              <a:rPr lang="pt-BR" spc="-10" dirty="0"/>
              <a:t>ENVOLVIDOS</a:t>
            </a:r>
            <a:endParaRPr lang="pt-BR" dirty="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508000" y="1219201"/>
            <a:ext cx="12801600" cy="3396892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4965" indent="-342265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i="0" dirty="0">
                <a:latin typeface="Tahoma"/>
                <a:cs typeface="Tahoma"/>
              </a:rPr>
              <a:t>Usuários</a:t>
            </a:r>
            <a:r>
              <a:rPr sz="2800" i="0" spc="-95" dirty="0">
                <a:latin typeface="Tahoma"/>
                <a:cs typeface="Tahoma"/>
              </a:rPr>
              <a:t> </a:t>
            </a:r>
            <a:r>
              <a:rPr sz="2800" i="0" spc="-10" dirty="0">
                <a:latin typeface="Tahoma"/>
                <a:cs typeface="Tahoma"/>
              </a:rPr>
              <a:t>Finais:</a:t>
            </a:r>
            <a:endParaRPr sz="2800" dirty="0">
              <a:latin typeface="Tahoma"/>
              <a:cs typeface="Tahoma"/>
            </a:endParaRPr>
          </a:p>
          <a:p>
            <a:pPr marL="756285" marR="360045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6521"/>
              <a:buFont typeface="Segoe UI Symbol"/>
              <a:buChar char="■"/>
              <a:tabLst>
                <a:tab pos="756285" algn="l"/>
              </a:tabLst>
            </a:pPr>
            <a:r>
              <a:rPr sz="2300" dirty="0">
                <a:latin typeface="Tahoma"/>
                <a:cs typeface="Tahoma"/>
              </a:rPr>
              <a:t>Profissionais</a:t>
            </a:r>
            <a:r>
              <a:rPr sz="2300" spc="-3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que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precisam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ter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acesso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ao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banco</a:t>
            </a:r>
            <a:r>
              <a:rPr sz="2300" spc="-25" dirty="0">
                <a:latin typeface="Tahoma"/>
                <a:cs typeface="Tahoma"/>
              </a:rPr>
              <a:t> </a:t>
            </a:r>
            <a:r>
              <a:rPr sz="2300" spc="-35" dirty="0">
                <a:latin typeface="Tahoma"/>
                <a:cs typeface="Tahoma"/>
              </a:rPr>
              <a:t>de </a:t>
            </a:r>
            <a:r>
              <a:rPr sz="2300" dirty="0">
                <a:latin typeface="Tahoma"/>
                <a:cs typeface="Tahoma"/>
              </a:rPr>
              <a:t>dados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para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consultar,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modificar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e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remover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dados</a:t>
            </a:r>
            <a:endParaRPr sz="2300" dirty="0">
              <a:latin typeface="Tahoma"/>
              <a:cs typeface="Tahoma"/>
            </a:endParaRPr>
          </a:p>
          <a:p>
            <a:pPr marL="355600" marR="577215" indent="-343535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5600" algn="l"/>
              </a:tabLst>
            </a:pPr>
            <a:r>
              <a:rPr sz="2800" i="0" dirty="0">
                <a:latin typeface="Tahoma"/>
                <a:cs typeface="Tahoma"/>
              </a:rPr>
              <a:t>Analistas</a:t>
            </a:r>
            <a:r>
              <a:rPr sz="2800" i="0" spc="-70" dirty="0">
                <a:latin typeface="Tahoma"/>
                <a:cs typeface="Tahoma"/>
              </a:rPr>
              <a:t> </a:t>
            </a:r>
            <a:r>
              <a:rPr sz="2800" i="0" dirty="0">
                <a:latin typeface="Tahoma"/>
                <a:cs typeface="Tahoma"/>
              </a:rPr>
              <a:t>de</a:t>
            </a:r>
            <a:r>
              <a:rPr sz="2800" i="0" spc="-75" dirty="0">
                <a:latin typeface="Tahoma"/>
                <a:cs typeface="Tahoma"/>
              </a:rPr>
              <a:t> </a:t>
            </a:r>
            <a:r>
              <a:rPr sz="2800" i="0" dirty="0">
                <a:latin typeface="Tahoma"/>
                <a:cs typeface="Tahoma"/>
              </a:rPr>
              <a:t>Sistemas</a:t>
            </a:r>
            <a:r>
              <a:rPr sz="2800" i="0" spc="-80" dirty="0">
                <a:latin typeface="Tahoma"/>
                <a:cs typeface="Tahoma"/>
              </a:rPr>
              <a:t> </a:t>
            </a:r>
            <a:r>
              <a:rPr sz="2800" i="0" dirty="0">
                <a:latin typeface="Tahoma"/>
                <a:cs typeface="Tahoma"/>
              </a:rPr>
              <a:t>e</a:t>
            </a:r>
            <a:r>
              <a:rPr sz="2800" i="0" spc="-75" dirty="0">
                <a:latin typeface="Tahoma"/>
                <a:cs typeface="Tahoma"/>
              </a:rPr>
              <a:t> </a:t>
            </a:r>
            <a:r>
              <a:rPr sz="2800" i="0" dirty="0">
                <a:latin typeface="Tahoma"/>
                <a:cs typeface="Tahoma"/>
              </a:rPr>
              <a:t>Programadores</a:t>
            </a:r>
            <a:r>
              <a:rPr sz="2800" i="0" spc="-75" dirty="0">
                <a:latin typeface="Tahoma"/>
                <a:cs typeface="Tahoma"/>
              </a:rPr>
              <a:t> </a:t>
            </a:r>
            <a:r>
              <a:rPr sz="2800" i="0" spc="-25" dirty="0">
                <a:latin typeface="Tahoma"/>
                <a:cs typeface="Tahoma"/>
              </a:rPr>
              <a:t>de </a:t>
            </a:r>
            <a:r>
              <a:rPr sz="2800" i="0" spc="-10" dirty="0">
                <a:latin typeface="Tahoma"/>
                <a:cs typeface="Tahoma"/>
              </a:rPr>
              <a:t>Aplicação:</a:t>
            </a:r>
            <a:endParaRPr sz="2800" dirty="0">
              <a:latin typeface="Tahoma"/>
              <a:cs typeface="Tahoma"/>
            </a:endParaRPr>
          </a:p>
          <a:p>
            <a:pPr marL="756285" marR="5080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6521"/>
              <a:buFont typeface="Segoe UI Symbol"/>
              <a:buChar char="■"/>
              <a:tabLst>
                <a:tab pos="756285" algn="l"/>
              </a:tabLst>
            </a:pPr>
            <a:r>
              <a:rPr sz="2300" dirty="0">
                <a:latin typeface="Tahoma"/>
                <a:cs typeface="Tahoma"/>
              </a:rPr>
              <a:t>Os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analistas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desenvolvem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especificações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das </a:t>
            </a:r>
            <a:r>
              <a:rPr sz="2300" dirty="0">
                <a:latin typeface="Tahoma"/>
                <a:cs typeface="Tahoma"/>
              </a:rPr>
              <a:t>transações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que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atendem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aos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requisitos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dos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usuários, </a:t>
            </a:r>
            <a:r>
              <a:rPr sz="2300" dirty="0">
                <a:latin typeface="Tahoma"/>
                <a:cs typeface="Tahoma"/>
              </a:rPr>
              <a:t>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os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programadores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implementam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estas </a:t>
            </a:r>
            <a:r>
              <a:rPr sz="2300" dirty="0">
                <a:latin typeface="Tahoma"/>
                <a:cs typeface="Tahoma"/>
              </a:rPr>
              <a:t>especificações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produzindo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os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programas.</a:t>
            </a:r>
            <a:r>
              <a:rPr sz="2300" spc="-55" dirty="0">
                <a:latin typeface="Tahoma"/>
                <a:cs typeface="Tahoma"/>
              </a:rPr>
              <a:t>  </a:t>
            </a:r>
            <a:r>
              <a:rPr sz="2300" spc="-10" dirty="0">
                <a:latin typeface="Tahoma"/>
                <a:cs typeface="Tahoma"/>
              </a:rPr>
              <a:t>Devem </a:t>
            </a:r>
            <a:r>
              <a:rPr sz="2300" dirty="0">
                <a:latin typeface="Tahoma"/>
                <a:cs typeface="Tahoma"/>
              </a:rPr>
              <a:t>estar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familiarizados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com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todas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as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capacidades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do </a:t>
            </a:r>
            <a:r>
              <a:rPr sz="2300" spc="-20" dirty="0">
                <a:latin typeface="Tahoma"/>
                <a:cs typeface="Tahoma"/>
              </a:rPr>
              <a:t>SGBD</a:t>
            </a:r>
            <a:endParaRPr sz="23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ABFF9C63-12AA-8559-E790-589656B6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SURGIMENTO</a:t>
            </a:r>
            <a:r>
              <a:rPr lang="pt-BR" spc="-80" dirty="0"/>
              <a:t> </a:t>
            </a:r>
            <a:r>
              <a:rPr lang="pt-BR" dirty="0"/>
              <a:t>DE</a:t>
            </a:r>
            <a:r>
              <a:rPr lang="pt-BR" spc="-90" dirty="0"/>
              <a:t> </a:t>
            </a:r>
            <a:r>
              <a:rPr lang="pt-BR" spc="-10" dirty="0"/>
              <a:t>SGBDS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336800" y="1423108"/>
            <a:ext cx="9220200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42900">
              <a:lnSpc>
                <a:spcPct val="99900"/>
              </a:lnSpc>
              <a:spcBef>
                <a:spcPts val="105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Programas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gravam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seus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dados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em </a:t>
            </a:r>
            <a:r>
              <a:rPr sz="3200" dirty="0">
                <a:latin typeface="Tahoma"/>
                <a:cs typeface="Tahoma"/>
              </a:rPr>
              <a:t>disco,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segundo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estruturas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próprias.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Para </a:t>
            </a:r>
            <a:r>
              <a:rPr sz="3200" spc="-10" dirty="0">
                <a:latin typeface="Tahoma"/>
                <a:cs typeface="Tahoma"/>
              </a:rPr>
              <a:t>acessá-</a:t>
            </a:r>
            <a:r>
              <a:rPr sz="3200" dirty="0">
                <a:latin typeface="Tahoma"/>
                <a:cs typeface="Tahoma"/>
              </a:rPr>
              <a:t>los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é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necessário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conhecer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sua </a:t>
            </a:r>
            <a:r>
              <a:rPr sz="3200" spc="-10" dirty="0">
                <a:latin typeface="Tahoma"/>
                <a:cs typeface="Tahoma"/>
              </a:rPr>
              <a:t>estrutura.</a:t>
            </a:r>
            <a:endParaRPr sz="32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1198" y="3698747"/>
            <a:ext cx="1684020" cy="143560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384800" y="4038600"/>
            <a:ext cx="3537585" cy="1183005"/>
          </a:xfrm>
          <a:custGeom>
            <a:avLst/>
            <a:gdLst/>
            <a:ahLst/>
            <a:cxnLst/>
            <a:rect l="l" t="t" r="r" b="b"/>
            <a:pathLst>
              <a:path w="3537584" h="1183004">
                <a:moveTo>
                  <a:pt x="252984" y="0"/>
                </a:moveTo>
                <a:lnTo>
                  <a:pt x="0" y="41148"/>
                </a:lnTo>
                <a:lnTo>
                  <a:pt x="108180" y="145751"/>
                </a:lnTo>
                <a:lnTo>
                  <a:pt x="108180" y="91082"/>
                </a:lnTo>
                <a:lnTo>
                  <a:pt x="109728" y="76200"/>
                </a:lnTo>
                <a:lnTo>
                  <a:pt x="116895" y="62936"/>
                </a:lnTo>
                <a:lnTo>
                  <a:pt x="128206" y="53530"/>
                </a:lnTo>
                <a:lnTo>
                  <a:pt x="142089" y="48982"/>
                </a:lnTo>
                <a:lnTo>
                  <a:pt x="156972" y="50292"/>
                </a:lnTo>
                <a:lnTo>
                  <a:pt x="181760" y="57996"/>
                </a:lnTo>
                <a:lnTo>
                  <a:pt x="252984" y="0"/>
                </a:lnTo>
                <a:close/>
              </a:path>
              <a:path w="3537584" h="1183004">
                <a:moveTo>
                  <a:pt x="181760" y="57996"/>
                </a:moveTo>
                <a:lnTo>
                  <a:pt x="156972" y="50292"/>
                </a:lnTo>
                <a:lnTo>
                  <a:pt x="142089" y="48982"/>
                </a:lnTo>
                <a:lnTo>
                  <a:pt x="128206" y="53530"/>
                </a:lnTo>
                <a:lnTo>
                  <a:pt x="116895" y="62936"/>
                </a:lnTo>
                <a:lnTo>
                  <a:pt x="109728" y="76200"/>
                </a:lnTo>
                <a:lnTo>
                  <a:pt x="108180" y="91082"/>
                </a:lnTo>
                <a:lnTo>
                  <a:pt x="112204" y="104965"/>
                </a:lnTo>
                <a:lnTo>
                  <a:pt x="121086" y="116276"/>
                </a:lnTo>
                <a:lnTo>
                  <a:pt x="134112" y="123444"/>
                </a:lnTo>
                <a:lnTo>
                  <a:pt x="146304" y="127233"/>
                </a:lnTo>
                <a:lnTo>
                  <a:pt x="146304" y="86868"/>
                </a:lnTo>
                <a:lnTo>
                  <a:pt x="181760" y="57996"/>
                </a:lnTo>
                <a:close/>
              </a:path>
              <a:path w="3537584" h="1183004">
                <a:moveTo>
                  <a:pt x="184404" y="219456"/>
                </a:moveTo>
                <a:lnTo>
                  <a:pt x="159040" y="131191"/>
                </a:lnTo>
                <a:lnTo>
                  <a:pt x="134112" y="123444"/>
                </a:lnTo>
                <a:lnTo>
                  <a:pt x="121086" y="116276"/>
                </a:lnTo>
                <a:lnTo>
                  <a:pt x="112204" y="104965"/>
                </a:lnTo>
                <a:lnTo>
                  <a:pt x="108180" y="91082"/>
                </a:lnTo>
                <a:lnTo>
                  <a:pt x="108180" y="145751"/>
                </a:lnTo>
                <a:lnTo>
                  <a:pt x="184404" y="219456"/>
                </a:lnTo>
                <a:close/>
              </a:path>
              <a:path w="3537584" h="1183004">
                <a:moveTo>
                  <a:pt x="3390900" y="1095756"/>
                </a:moveTo>
                <a:lnTo>
                  <a:pt x="3378000" y="1051381"/>
                </a:lnTo>
                <a:lnTo>
                  <a:pt x="181760" y="57996"/>
                </a:lnTo>
                <a:lnTo>
                  <a:pt x="146304" y="86868"/>
                </a:lnTo>
                <a:lnTo>
                  <a:pt x="159040" y="131191"/>
                </a:lnTo>
                <a:lnTo>
                  <a:pt x="3355443" y="1124627"/>
                </a:lnTo>
                <a:lnTo>
                  <a:pt x="3390900" y="1095756"/>
                </a:lnTo>
                <a:close/>
              </a:path>
              <a:path w="3537584" h="1183004">
                <a:moveTo>
                  <a:pt x="159040" y="131191"/>
                </a:moveTo>
                <a:lnTo>
                  <a:pt x="146304" y="86868"/>
                </a:lnTo>
                <a:lnTo>
                  <a:pt x="146304" y="127233"/>
                </a:lnTo>
                <a:lnTo>
                  <a:pt x="159040" y="131191"/>
                </a:lnTo>
                <a:close/>
              </a:path>
              <a:path w="3537584" h="1183004">
                <a:moveTo>
                  <a:pt x="3429023" y="1159071"/>
                </a:moveTo>
                <a:lnTo>
                  <a:pt x="3429023" y="1092184"/>
                </a:lnTo>
                <a:lnTo>
                  <a:pt x="3427476" y="1107948"/>
                </a:lnTo>
                <a:lnTo>
                  <a:pt x="3420308" y="1120973"/>
                </a:lnTo>
                <a:lnTo>
                  <a:pt x="3408997" y="1129855"/>
                </a:lnTo>
                <a:lnTo>
                  <a:pt x="3395114" y="1133879"/>
                </a:lnTo>
                <a:lnTo>
                  <a:pt x="3380232" y="1132332"/>
                </a:lnTo>
                <a:lnTo>
                  <a:pt x="3355443" y="1124627"/>
                </a:lnTo>
                <a:lnTo>
                  <a:pt x="3284220" y="1182624"/>
                </a:lnTo>
                <a:lnTo>
                  <a:pt x="3429023" y="1159071"/>
                </a:lnTo>
                <a:close/>
              </a:path>
              <a:path w="3537584" h="1183004">
                <a:moveTo>
                  <a:pt x="3537204" y="1141476"/>
                </a:moveTo>
                <a:lnTo>
                  <a:pt x="3352800" y="964692"/>
                </a:lnTo>
                <a:lnTo>
                  <a:pt x="3378000" y="1051381"/>
                </a:lnTo>
                <a:lnTo>
                  <a:pt x="3403092" y="1059180"/>
                </a:lnTo>
                <a:lnTo>
                  <a:pt x="3416117" y="1066371"/>
                </a:lnTo>
                <a:lnTo>
                  <a:pt x="3424999" y="1077849"/>
                </a:lnTo>
                <a:lnTo>
                  <a:pt x="3429023" y="1092184"/>
                </a:lnTo>
                <a:lnTo>
                  <a:pt x="3429023" y="1159071"/>
                </a:lnTo>
                <a:lnTo>
                  <a:pt x="3537204" y="1141476"/>
                </a:lnTo>
                <a:close/>
              </a:path>
              <a:path w="3537584" h="1183004">
                <a:moveTo>
                  <a:pt x="3390900" y="1133441"/>
                </a:moveTo>
                <a:lnTo>
                  <a:pt x="3390900" y="1095756"/>
                </a:lnTo>
                <a:lnTo>
                  <a:pt x="3355443" y="1124627"/>
                </a:lnTo>
                <a:lnTo>
                  <a:pt x="3380232" y="1132332"/>
                </a:lnTo>
                <a:lnTo>
                  <a:pt x="3390900" y="1133441"/>
                </a:lnTo>
                <a:close/>
              </a:path>
              <a:path w="3537584" h="1183004">
                <a:moveTo>
                  <a:pt x="3429023" y="1092184"/>
                </a:moveTo>
                <a:lnTo>
                  <a:pt x="3424999" y="1077849"/>
                </a:lnTo>
                <a:lnTo>
                  <a:pt x="3416117" y="1066371"/>
                </a:lnTo>
                <a:lnTo>
                  <a:pt x="3403092" y="1059180"/>
                </a:lnTo>
                <a:lnTo>
                  <a:pt x="3378000" y="1051381"/>
                </a:lnTo>
                <a:lnTo>
                  <a:pt x="3390900" y="1095756"/>
                </a:lnTo>
                <a:lnTo>
                  <a:pt x="3390900" y="1133441"/>
                </a:lnTo>
                <a:lnTo>
                  <a:pt x="3395114" y="1133879"/>
                </a:lnTo>
                <a:lnTo>
                  <a:pt x="3408997" y="1129855"/>
                </a:lnTo>
                <a:lnTo>
                  <a:pt x="3420308" y="1120973"/>
                </a:lnTo>
                <a:lnTo>
                  <a:pt x="3427476" y="1107948"/>
                </a:lnTo>
                <a:lnTo>
                  <a:pt x="3429023" y="1092184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499599" y="4841747"/>
            <a:ext cx="702945" cy="833755"/>
          </a:xfrm>
          <a:custGeom>
            <a:avLst/>
            <a:gdLst/>
            <a:ahLst/>
            <a:cxnLst/>
            <a:rect l="l" t="t" r="r" b="b"/>
            <a:pathLst>
              <a:path w="702945" h="833754">
                <a:moveTo>
                  <a:pt x="702563" y="833627"/>
                </a:moveTo>
                <a:lnTo>
                  <a:pt x="702563" y="0"/>
                </a:lnTo>
                <a:lnTo>
                  <a:pt x="0" y="0"/>
                </a:lnTo>
                <a:lnTo>
                  <a:pt x="0" y="833627"/>
                </a:lnTo>
                <a:lnTo>
                  <a:pt x="702563" y="833627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9493249" y="4757672"/>
            <a:ext cx="715645" cy="924560"/>
            <a:chOff x="7886445" y="5990589"/>
            <a:chExt cx="715645" cy="924560"/>
          </a:xfrm>
        </p:grpSpPr>
        <p:sp>
          <p:nvSpPr>
            <p:cNvPr id="8" name="object 8"/>
            <p:cNvSpPr/>
            <p:nvPr/>
          </p:nvSpPr>
          <p:spPr>
            <a:xfrm>
              <a:off x="7892795" y="6074663"/>
              <a:ext cx="702945" cy="833755"/>
            </a:xfrm>
            <a:custGeom>
              <a:avLst/>
              <a:gdLst/>
              <a:ahLst/>
              <a:cxnLst/>
              <a:rect l="l" t="t" r="r" b="b"/>
              <a:pathLst>
                <a:path w="702945" h="833754">
                  <a:moveTo>
                    <a:pt x="0" y="0"/>
                  </a:moveTo>
                  <a:lnTo>
                    <a:pt x="0" y="833627"/>
                  </a:lnTo>
                  <a:lnTo>
                    <a:pt x="702563" y="833627"/>
                  </a:lnTo>
                  <a:lnTo>
                    <a:pt x="702563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00415" y="5996939"/>
              <a:ext cx="685800" cy="140335"/>
            </a:xfrm>
            <a:custGeom>
              <a:avLst/>
              <a:gdLst/>
              <a:ahLst/>
              <a:cxnLst/>
              <a:rect l="l" t="t" r="r" b="b"/>
              <a:pathLst>
                <a:path w="685800" h="140335">
                  <a:moveTo>
                    <a:pt x="685799" y="70103"/>
                  </a:moveTo>
                  <a:lnTo>
                    <a:pt x="627533" y="31179"/>
                  </a:lnTo>
                  <a:lnTo>
                    <a:pt x="585787" y="20764"/>
                  </a:lnTo>
                  <a:lnTo>
                    <a:pt x="535111" y="12135"/>
                  </a:lnTo>
                  <a:lnTo>
                    <a:pt x="476845" y="5595"/>
                  </a:lnTo>
                  <a:lnTo>
                    <a:pt x="412328" y="1449"/>
                  </a:lnTo>
                  <a:lnTo>
                    <a:pt x="342899" y="0"/>
                  </a:lnTo>
                  <a:lnTo>
                    <a:pt x="273909" y="1449"/>
                  </a:lnTo>
                  <a:lnTo>
                    <a:pt x="209597" y="5595"/>
                  </a:lnTo>
                  <a:lnTo>
                    <a:pt x="151358" y="12135"/>
                  </a:lnTo>
                  <a:lnTo>
                    <a:pt x="100583" y="20764"/>
                  </a:lnTo>
                  <a:lnTo>
                    <a:pt x="58668" y="31179"/>
                  </a:lnTo>
                  <a:lnTo>
                    <a:pt x="6983" y="56152"/>
                  </a:lnTo>
                  <a:lnTo>
                    <a:pt x="0" y="70103"/>
                  </a:lnTo>
                  <a:lnTo>
                    <a:pt x="6983" y="84492"/>
                  </a:lnTo>
                  <a:lnTo>
                    <a:pt x="58668" y="109698"/>
                  </a:lnTo>
                  <a:lnTo>
                    <a:pt x="100583" y="120014"/>
                  </a:lnTo>
                  <a:lnTo>
                    <a:pt x="151358" y="128474"/>
                  </a:lnTo>
                  <a:lnTo>
                    <a:pt x="209597" y="134826"/>
                  </a:lnTo>
                  <a:lnTo>
                    <a:pt x="273909" y="138820"/>
                  </a:lnTo>
                  <a:lnTo>
                    <a:pt x="342899" y="140207"/>
                  </a:lnTo>
                  <a:lnTo>
                    <a:pt x="412328" y="138820"/>
                  </a:lnTo>
                  <a:lnTo>
                    <a:pt x="476845" y="134826"/>
                  </a:lnTo>
                  <a:lnTo>
                    <a:pt x="535111" y="128474"/>
                  </a:lnTo>
                  <a:lnTo>
                    <a:pt x="585787" y="120014"/>
                  </a:lnTo>
                  <a:lnTo>
                    <a:pt x="627533" y="109698"/>
                  </a:lnTo>
                  <a:lnTo>
                    <a:pt x="678879" y="84492"/>
                  </a:lnTo>
                  <a:lnTo>
                    <a:pt x="685799" y="701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00415" y="5996939"/>
              <a:ext cx="685800" cy="140335"/>
            </a:xfrm>
            <a:custGeom>
              <a:avLst/>
              <a:gdLst/>
              <a:ahLst/>
              <a:cxnLst/>
              <a:rect l="l" t="t" r="r" b="b"/>
              <a:pathLst>
                <a:path w="685800" h="140335">
                  <a:moveTo>
                    <a:pt x="342899" y="0"/>
                  </a:moveTo>
                  <a:lnTo>
                    <a:pt x="273909" y="1449"/>
                  </a:lnTo>
                  <a:lnTo>
                    <a:pt x="209597" y="5595"/>
                  </a:lnTo>
                  <a:lnTo>
                    <a:pt x="151358" y="12135"/>
                  </a:lnTo>
                  <a:lnTo>
                    <a:pt x="100583" y="20764"/>
                  </a:lnTo>
                  <a:lnTo>
                    <a:pt x="58668" y="31179"/>
                  </a:lnTo>
                  <a:lnTo>
                    <a:pt x="6983" y="56152"/>
                  </a:lnTo>
                  <a:lnTo>
                    <a:pt x="0" y="70103"/>
                  </a:lnTo>
                  <a:lnTo>
                    <a:pt x="6983" y="84492"/>
                  </a:lnTo>
                  <a:lnTo>
                    <a:pt x="58668" y="109698"/>
                  </a:lnTo>
                  <a:lnTo>
                    <a:pt x="100583" y="120014"/>
                  </a:lnTo>
                  <a:lnTo>
                    <a:pt x="151358" y="128474"/>
                  </a:lnTo>
                  <a:lnTo>
                    <a:pt x="209597" y="134826"/>
                  </a:lnTo>
                  <a:lnTo>
                    <a:pt x="273909" y="138820"/>
                  </a:lnTo>
                  <a:lnTo>
                    <a:pt x="342899" y="140207"/>
                  </a:lnTo>
                  <a:lnTo>
                    <a:pt x="412328" y="138820"/>
                  </a:lnTo>
                  <a:lnTo>
                    <a:pt x="476845" y="134826"/>
                  </a:lnTo>
                  <a:lnTo>
                    <a:pt x="535111" y="128474"/>
                  </a:lnTo>
                  <a:lnTo>
                    <a:pt x="585787" y="120014"/>
                  </a:lnTo>
                  <a:lnTo>
                    <a:pt x="627533" y="109698"/>
                  </a:lnTo>
                  <a:lnTo>
                    <a:pt x="678879" y="84492"/>
                  </a:lnTo>
                  <a:lnTo>
                    <a:pt x="685799" y="70103"/>
                  </a:lnTo>
                  <a:lnTo>
                    <a:pt x="678879" y="56152"/>
                  </a:lnTo>
                  <a:lnTo>
                    <a:pt x="627533" y="31179"/>
                  </a:lnTo>
                  <a:lnTo>
                    <a:pt x="585787" y="20764"/>
                  </a:lnTo>
                  <a:lnTo>
                    <a:pt x="535111" y="12135"/>
                  </a:lnTo>
                  <a:lnTo>
                    <a:pt x="476845" y="5595"/>
                  </a:lnTo>
                  <a:lnTo>
                    <a:pt x="412328" y="1449"/>
                  </a:lnTo>
                  <a:lnTo>
                    <a:pt x="34289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7A1E3EAA-3C63-7FE9-D4EB-A1A413703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10" dirty="0" err="1"/>
              <a:t>SGBDs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336800" y="1407144"/>
            <a:ext cx="9144000" cy="2301078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4965" marR="5080" indent="-34290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8333"/>
              <a:buFont typeface="Segoe UI Symbol"/>
              <a:buChar char="■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Se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vários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programas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compartilham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seus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dados,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todos </a:t>
            </a:r>
            <a:r>
              <a:rPr sz="2400" dirty="0">
                <a:latin typeface="Tahoma"/>
                <a:cs typeface="Tahoma"/>
              </a:rPr>
              <a:t>devem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conhecer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manipular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mesmas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estruturas.</a:t>
            </a:r>
            <a:endParaRPr sz="2400" dirty="0">
              <a:latin typeface="Tahoma"/>
              <a:cs typeface="Tahoma"/>
            </a:endParaRPr>
          </a:p>
          <a:p>
            <a:pPr marL="354965" marR="150495" indent="-34290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8333"/>
              <a:buFont typeface="Segoe UI Symbol"/>
              <a:buChar char="■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Se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algum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programa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precisar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alguma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mudança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na </a:t>
            </a:r>
            <a:r>
              <a:rPr sz="2400" dirty="0">
                <a:latin typeface="Tahoma"/>
                <a:cs typeface="Tahoma"/>
              </a:rPr>
              <a:t>estrutura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dados,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todos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programas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terão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que </a:t>
            </a:r>
            <a:r>
              <a:rPr sz="2400" dirty="0">
                <a:latin typeface="Tahoma"/>
                <a:cs typeface="Tahoma"/>
              </a:rPr>
              <a:t>ser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alterados,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mesmo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alteração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ocorra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em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ele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não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utiliza.</a:t>
            </a:r>
            <a:endParaRPr sz="24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9799" y="4148327"/>
            <a:ext cx="1684020" cy="115061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13400" y="4419600"/>
            <a:ext cx="3537585" cy="1038225"/>
          </a:xfrm>
          <a:custGeom>
            <a:avLst/>
            <a:gdLst/>
            <a:ahLst/>
            <a:cxnLst/>
            <a:rect l="l" t="t" r="r" b="b"/>
            <a:pathLst>
              <a:path w="3537584" h="1038225">
                <a:moveTo>
                  <a:pt x="249936" y="0"/>
                </a:moveTo>
                <a:lnTo>
                  <a:pt x="0" y="51816"/>
                </a:lnTo>
                <a:lnTo>
                  <a:pt x="109299" y="148103"/>
                </a:lnTo>
                <a:lnTo>
                  <a:pt x="109299" y="96297"/>
                </a:lnTo>
                <a:lnTo>
                  <a:pt x="109728" y="80772"/>
                </a:lnTo>
                <a:lnTo>
                  <a:pt x="116895" y="67484"/>
                </a:lnTo>
                <a:lnTo>
                  <a:pt x="128206" y="57912"/>
                </a:lnTo>
                <a:lnTo>
                  <a:pt x="142089" y="52911"/>
                </a:lnTo>
                <a:lnTo>
                  <a:pt x="156972" y="53340"/>
                </a:lnTo>
                <a:lnTo>
                  <a:pt x="182763" y="60154"/>
                </a:lnTo>
                <a:lnTo>
                  <a:pt x="249936" y="0"/>
                </a:lnTo>
                <a:close/>
              </a:path>
              <a:path w="3537584" h="1038225">
                <a:moveTo>
                  <a:pt x="182763" y="60154"/>
                </a:moveTo>
                <a:lnTo>
                  <a:pt x="156972" y="53340"/>
                </a:lnTo>
                <a:lnTo>
                  <a:pt x="142089" y="52911"/>
                </a:lnTo>
                <a:lnTo>
                  <a:pt x="128206" y="57912"/>
                </a:lnTo>
                <a:lnTo>
                  <a:pt x="116895" y="67484"/>
                </a:lnTo>
                <a:lnTo>
                  <a:pt x="109728" y="80772"/>
                </a:lnTo>
                <a:lnTo>
                  <a:pt x="109299" y="96297"/>
                </a:lnTo>
                <a:lnTo>
                  <a:pt x="114300" y="110109"/>
                </a:lnTo>
                <a:lnTo>
                  <a:pt x="123872" y="121062"/>
                </a:lnTo>
                <a:lnTo>
                  <a:pt x="137160" y="128016"/>
                </a:lnTo>
                <a:lnTo>
                  <a:pt x="147828" y="130828"/>
                </a:lnTo>
                <a:lnTo>
                  <a:pt x="147828" y="91440"/>
                </a:lnTo>
                <a:lnTo>
                  <a:pt x="182763" y="60154"/>
                </a:lnTo>
                <a:close/>
              </a:path>
              <a:path w="3537584" h="1038225">
                <a:moveTo>
                  <a:pt x="192024" y="220980"/>
                </a:moveTo>
                <a:lnTo>
                  <a:pt x="162594" y="134721"/>
                </a:lnTo>
                <a:lnTo>
                  <a:pt x="137160" y="128016"/>
                </a:lnTo>
                <a:lnTo>
                  <a:pt x="123872" y="121062"/>
                </a:lnTo>
                <a:lnTo>
                  <a:pt x="114300" y="110109"/>
                </a:lnTo>
                <a:lnTo>
                  <a:pt x="109299" y="96297"/>
                </a:lnTo>
                <a:lnTo>
                  <a:pt x="109299" y="148103"/>
                </a:lnTo>
                <a:lnTo>
                  <a:pt x="192024" y="220980"/>
                </a:lnTo>
                <a:close/>
              </a:path>
              <a:path w="3537584" h="1038225">
                <a:moveTo>
                  <a:pt x="3389376" y="946404"/>
                </a:moveTo>
                <a:lnTo>
                  <a:pt x="3374754" y="903548"/>
                </a:lnTo>
                <a:lnTo>
                  <a:pt x="182763" y="60154"/>
                </a:lnTo>
                <a:lnTo>
                  <a:pt x="147828" y="91440"/>
                </a:lnTo>
                <a:lnTo>
                  <a:pt x="162594" y="134721"/>
                </a:lnTo>
                <a:lnTo>
                  <a:pt x="3355742" y="976523"/>
                </a:lnTo>
                <a:lnTo>
                  <a:pt x="3389376" y="946404"/>
                </a:lnTo>
                <a:close/>
              </a:path>
              <a:path w="3537584" h="1038225">
                <a:moveTo>
                  <a:pt x="162594" y="134721"/>
                </a:moveTo>
                <a:lnTo>
                  <a:pt x="147828" y="91440"/>
                </a:lnTo>
                <a:lnTo>
                  <a:pt x="147828" y="130828"/>
                </a:lnTo>
                <a:lnTo>
                  <a:pt x="162594" y="134721"/>
                </a:lnTo>
                <a:close/>
              </a:path>
              <a:path w="3537584" h="1038225">
                <a:moveTo>
                  <a:pt x="3427237" y="1007972"/>
                </a:moveTo>
                <a:lnTo>
                  <a:pt x="3427237" y="940689"/>
                </a:lnTo>
                <a:lnTo>
                  <a:pt x="3425952" y="955548"/>
                </a:lnTo>
                <a:lnTo>
                  <a:pt x="3419665" y="969692"/>
                </a:lnTo>
                <a:lnTo>
                  <a:pt x="3408807" y="979551"/>
                </a:lnTo>
                <a:lnTo>
                  <a:pt x="3395091" y="984265"/>
                </a:lnTo>
                <a:lnTo>
                  <a:pt x="3380232" y="982980"/>
                </a:lnTo>
                <a:lnTo>
                  <a:pt x="3355742" y="976523"/>
                </a:lnTo>
                <a:lnTo>
                  <a:pt x="3287268" y="1037844"/>
                </a:lnTo>
                <a:lnTo>
                  <a:pt x="3427237" y="1007972"/>
                </a:lnTo>
                <a:close/>
              </a:path>
              <a:path w="3537584" h="1038225">
                <a:moveTo>
                  <a:pt x="3537204" y="984504"/>
                </a:moveTo>
                <a:lnTo>
                  <a:pt x="3345180" y="816864"/>
                </a:lnTo>
                <a:lnTo>
                  <a:pt x="3374754" y="903548"/>
                </a:lnTo>
                <a:lnTo>
                  <a:pt x="3398520" y="909828"/>
                </a:lnTo>
                <a:lnTo>
                  <a:pt x="3412664" y="916114"/>
                </a:lnTo>
                <a:lnTo>
                  <a:pt x="3422523" y="926973"/>
                </a:lnTo>
                <a:lnTo>
                  <a:pt x="3427237" y="940689"/>
                </a:lnTo>
                <a:lnTo>
                  <a:pt x="3427237" y="1007972"/>
                </a:lnTo>
                <a:lnTo>
                  <a:pt x="3537204" y="984504"/>
                </a:lnTo>
                <a:close/>
              </a:path>
              <a:path w="3537584" h="1038225">
                <a:moveTo>
                  <a:pt x="3389376" y="983771"/>
                </a:moveTo>
                <a:lnTo>
                  <a:pt x="3389376" y="946404"/>
                </a:lnTo>
                <a:lnTo>
                  <a:pt x="3355742" y="976523"/>
                </a:lnTo>
                <a:lnTo>
                  <a:pt x="3380232" y="982980"/>
                </a:lnTo>
                <a:lnTo>
                  <a:pt x="3389376" y="983771"/>
                </a:lnTo>
                <a:close/>
              </a:path>
              <a:path w="3537584" h="1038225">
                <a:moveTo>
                  <a:pt x="3427237" y="940689"/>
                </a:moveTo>
                <a:lnTo>
                  <a:pt x="3422523" y="926973"/>
                </a:lnTo>
                <a:lnTo>
                  <a:pt x="3412664" y="916114"/>
                </a:lnTo>
                <a:lnTo>
                  <a:pt x="3398520" y="909828"/>
                </a:lnTo>
                <a:lnTo>
                  <a:pt x="3374754" y="903548"/>
                </a:lnTo>
                <a:lnTo>
                  <a:pt x="3389376" y="946404"/>
                </a:lnTo>
                <a:lnTo>
                  <a:pt x="3389376" y="983771"/>
                </a:lnTo>
                <a:lnTo>
                  <a:pt x="3395091" y="984265"/>
                </a:lnTo>
                <a:lnTo>
                  <a:pt x="3408807" y="979551"/>
                </a:lnTo>
                <a:lnTo>
                  <a:pt x="3419665" y="969692"/>
                </a:lnTo>
                <a:lnTo>
                  <a:pt x="3425952" y="955548"/>
                </a:lnTo>
                <a:lnTo>
                  <a:pt x="3427237" y="940689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28199" y="5117590"/>
            <a:ext cx="701040" cy="708660"/>
          </a:xfrm>
          <a:custGeom>
            <a:avLst/>
            <a:gdLst/>
            <a:ahLst/>
            <a:cxnLst/>
            <a:rect l="l" t="t" r="r" b="b"/>
            <a:pathLst>
              <a:path w="701040" h="708660">
                <a:moveTo>
                  <a:pt x="701039" y="708659"/>
                </a:moveTo>
                <a:lnTo>
                  <a:pt x="701039" y="0"/>
                </a:lnTo>
                <a:lnTo>
                  <a:pt x="0" y="0"/>
                </a:lnTo>
                <a:lnTo>
                  <a:pt x="0" y="708659"/>
                </a:lnTo>
                <a:lnTo>
                  <a:pt x="701039" y="70865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9721849" y="5045708"/>
            <a:ext cx="713740" cy="787400"/>
            <a:chOff x="7918450" y="5720841"/>
            <a:chExt cx="713740" cy="787400"/>
          </a:xfrm>
        </p:grpSpPr>
        <p:sp>
          <p:nvSpPr>
            <p:cNvPr id="8" name="object 8"/>
            <p:cNvSpPr/>
            <p:nvPr/>
          </p:nvSpPr>
          <p:spPr>
            <a:xfrm>
              <a:off x="7924799" y="5792723"/>
              <a:ext cx="701040" cy="708660"/>
            </a:xfrm>
            <a:custGeom>
              <a:avLst/>
              <a:gdLst/>
              <a:ahLst/>
              <a:cxnLst/>
              <a:rect l="l" t="t" r="r" b="b"/>
              <a:pathLst>
                <a:path w="701040" h="708660">
                  <a:moveTo>
                    <a:pt x="0" y="0"/>
                  </a:moveTo>
                  <a:lnTo>
                    <a:pt x="0" y="708659"/>
                  </a:lnTo>
                  <a:lnTo>
                    <a:pt x="701039" y="708659"/>
                  </a:lnTo>
                  <a:lnTo>
                    <a:pt x="701039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32419" y="5727191"/>
              <a:ext cx="685800" cy="117475"/>
            </a:xfrm>
            <a:custGeom>
              <a:avLst/>
              <a:gdLst/>
              <a:ahLst/>
              <a:cxnLst/>
              <a:rect l="l" t="t" r="r" b="b"/>
              <a:pathLst>
                <a:path w="685800" h="117475">
                  <a:moveTo>
                    <a:pt x="685799" y="59435"/>
                  </a:moveTo>
                  <a:lnTo>
                    <a:pt x="650876" y="33656"/>
                  </a:lnTo>
                  <a:lnTo>
                    <a:pt x="610341" y="22606"/>
                  </a:lnTo>
                  <a:lnTo>
                    <a:pt x="557197" y="13316"/>
                  </a:lnTo>
                  <a:lnTo>
                    <a:pt x="493522" y="6184"/>
                  </a:lnTo>
                  <a:lnTo>
                    <a:pt x="421397" y="1612"/>
                  </a:lnTo>
                  <a:lnTo>
                    <a:pt x="342899" y="0"/>
                  </a:lnTo>
                  <a:lnTo>
                    <a:pt x="264402" y="1612"/>
                  </a:lnTo>
                  <a:lnTo>
                    <a:pt x="192277" y="6184"/>
                  </a:lnTo>
                  <a:lnTo>
                    <a:pt x="128602" y="13316"/>
                  </a:lnTo>
                  <a:lnTo>
                    <a:pt x="75457" y="22606"/>
                  </a:lnTo>
                  <a:lnTo>
                    <a:pt x="34923" y="33656"/>
                  </a:lnTo>
                  <a:lnTo>
                    <a:pt x="0" y="59435"/>
                  </a:lnTo>
                  <a:lnTo>
                    <a:pt x="9077" y="72721"/>
                  </a:lnTo>
                  <a:lnTo>
                    <a:pt x="75457" y="95665"/>
                  </a:lnTo>
                  <a:lnTo>
                    <a:pt x="128602" y="104631"/>
                  </a:lnTo>
                  <a:lnTo>
                    <a:pt x="192277" y="111465"/>
                  </a:lnTo>
                  <a:lnTo>
                    <a:pt x="264402" y="115819"/>
                  </a:lnTo>
                  <a:lnTo>
                    <a:pt x="342899" y="117347"/>
                  </a:lnTo>
                  <a:lnTo>
                    <a:pt x="421397" y="115819"/>
                  </a:lnTo>
                  <a:lnTo>
                    <a:pt x="493522" y="111465"/>
                  </a:lnTo>
                  <a:lnTo>
                    <a:pt x="557197" y="104631"/>
                  </a:lnTo>
                  <a:lnTo>
                    <a:pt x="610341" y="95665"/>
                  </a:lnTo>
                  <a:lnTo>
                    <a:pt x="650876" y="84913"/>
                  </a:lnTo>
                  <a:lnTo>
                    <a:pt x="685799" y="594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32419" y="5727191"/>
              <a:ext cx="685800" cy="117475"/>
            </a:xfrm>
            <a:custGeom>
              <a:avLst/>
              <a:gdLst/>
              <a:ahLst/>
              <a:cxnLst/>
              <a:rect l="l" t="t" r="r" b="b"/>
              <a:pathLst>
                <a:path w="685800" h="117475">
                  <a:moveTo>
                    <a:pt x="342899" y="0"/>
                  </a:moveTo>
                  <a:lnTo>
                    <a:pt x="264402" y="1612"/>
                  </a:lnTo>
                  <a:lnTo>
                    <a:pt x="192277" y="6184"/>
                  </a:lnTo>
                  <a:lnTo>
                    <a:pt x="128602" y="13316"/>
                  </a:lnTo>
                  <a:lnTo>
                    <a:pt x="75457" y="22606"/>
                  </a:lnTo>
                  <a:lnTo>
                    <a:pt x="34923" y="33656"/>
                  </a:lnTo>
                  <a:lnTo>
                    <a:pt x="0" y="59435"/>
                  </a:lnTo>
                  <a:lnTo>
                    <a:pt x="9077" y="72721"/>
                  </a:lnTo>
                  <a:lnTo>
                    <a:pt x="75457" y="95665"/>
                  </a:lnTo>
                  <a:lnTo>
                    <a:pt x="128602" y="104631"/>
                  </a:lnTo>
                  <a:lnTo>
                    <a:pt x="192277" y="111465"/>
                  </a:lnTo>
                  <a:lnTo>
                    <a:pt x="264402" y="115819"/>
                  </a:lnTo>
                  <a:lnTo>
                    <a:pt x="342899" y="117347"/>
                  </a:lnTo>
                  <a:lnTo>
                    <a:pt x="421397" y="115819"/>
                  </a:lnTo>
                  <a:lnTo>
                    <a:pt x="493522" y="111465"/>
                  </a:lnTo>
                  <a:lnTo>
                    <a:pt x="557197" y="104631"/>
                  </a:lnTo>
                  <a:lnTo>
                    <a:pt x="610341" y="95665"/>
                  </a:lnTo>
                  <a:lnTo>
                    <a:pt x="650876" y="84913"/>
                  </a:lnTo>
                  <a:lnTo>
                    <a:pt x="685799" y="59435"/>
                  </a:lnTo>
                  <a:lnTo>
                    <a:pt x="676722" y="46066"/>
                  </a:lnTo>
                  <a:lnTo>
                    <a:pt x="610341" y="22606"/>
                  </a:lnTo>
                  <a:lnTo>
                    <a:pt x="557197" y="13316"/>
                  </a:lnTo>
                  <a:lnTo>
                    <a:pt x="493522" y="6184"/>
                  </a:lnTo>
                  <a:lnTo>
                    <a:pt x="421397" y="1612"/>
                  </a:lnTo>
                  <a:lnTo>
                    <a:pt x="34289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9799" y="5443726"/>
            <a:ext cx="1684020" cy="1152144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5689600" y="5614415"/>
            <a:ext cx="3427729" cy="562610"/>
          </a:xfrm>
          <a:custGeom>
            <a:avLst/>
            <a:gdLst/>
            <a:ahLst/>
            <a:cxnLst/>
            <a:rect l="l" t="t" r="r" b="b"/>
            <a:pathLst>
              <a:path w="3427729" h="562609">
                <a:moveTo>
                  <a:pt x="214884" y="335280"/>
                </a:moveTo>
                <a:lnTo>
                  <a:pt x="0" y="475488"/>
                </a:lnTo>
                <a:lnTo>
                  <a:pt x="112776" y="516432"/>
                </a:lnTo>
                <a:lnTo>
                  <a:pt x="112776" y="461772"/>
                </a:lnTo>
                <a:lnTo>
                  <a:pt x="114609" y="446532"/>
                </a:lnTo>
                <a:lnTo>
                  <a:pt x="121729" y="433578"/>
                </a:lnTo>
                <a:lnTo>
                  <a:pt x="133135" y="424053"/>
                </a:lnTo>
                <a:lnTo>
                  <a:pt x="147828" y="419100"/>
                </a:lnTo>
                <a:lnTo>
                  <a:pt x="172327" y="416339"/>
                </a:lnTo>
                <a:lnTo>
                  <a:pt x="214884" y="335280"/>
                </a:lnTo>
                <a:close/>
              </a:path>
              <a:path w="3427729" h="562609">
                <a:moveTo>
                  <a:pt x="172327" y="416339"/>
                </a:moveTo>
                <a:lnTo>
                  <a:pt x="133135" y="424053"/>
                </a:lnTo>
                <a:lnTo>
                  <a:pt x="112776" y="461772"/>
                </a:lnTo>
                <a:lnTo>
                  <a:pt x="117729" y="476440"/>
                </a:lnTo>
                <a:lnTo>
                  <a:pt x="127254" y="487680"/>
                </a:lnTo>
                <a:lnTo>
                  <a:pt x="140208" y="494347"/>
                </a:lnTo>
                <a:lnTo>
                  <a:pt x="150876" y="495014"/>
                </a:lnTo>
                <a:lnTo>
                  <a:pt x="150876" y="457200"/>
                </a:lnTo>
                <a:lnTo>
                  <a:pt x="172327" y="416339"/>
                </a:lnTo>
                <a:close/>
              </a:path>
              <a:path w="3427729" h="562609">
                <a:moveTo>
                  <a:pt x="239268" y="562356"/>
                </a:moveTo>
                <a:lnTo>
                  <a:pt x="180517" y="492462"/>
                </a:lnTo>
                <a:lnTo>
                  <a:pt x="155448" y="495300"/>
                </a:lnTo>
                <a:lnTo>
                  <a:pt x="140208" y="494347"/>
                </a:lnTo>
                <a:lnTo>
                  <a:pt x="127254" y="487680"/>
                </a:lnTo>
                <a:lnTo>
                  <a:pt x="117729" y="476440"/>
                </a:lnTo>
                <a:lnTo>
                  <a:pt x="112776" y="461772"/>
                </a:lnTo>
                <a:lnTo>
                  <a:pt x="112776" y="516432"/>
                </a:lnTo>
                <a:lnTo>
                  <a:pt x="239268" y="562356"/>
                </a:lnTo>
                <a:close/>
              </a:path>
              <a:path w="3427729" h="562609">
                <a:moveTo>
                  <a:pt x="3276600" y="103632"/>
                </a:moveTo>
                <a:lnTo>
                  <a:pt x="3247284" y="69844"/>
                </a:lnTo>
                <a:lnTo>
                  <a:pt x="172327" y="416339"/>
                </a:lnTo>
                <a:lnTo>
                  <a:pt x="150876" y="457200"/>
                </a:lnTo>
                <a:lnTo>
                  <a:pt x="180517" y="492462"/>
                </a:lnTo>
                <a:lnTo>
                  <a:pt x="3255422" y="144473"/>
                </a:lnTo>
                <a:lnTo>
                  <a:pt x="3276600" y="103632"/>
                </a:lnTo>
                <a:close/>
              </a:path>
              <a:path w="3427729" h="562609">
                <a:moveTo>
                  <a:pt x="180517" y="492462"/>
                </a:moveTo>
                <a:lnTo>
                  <a:pt x="150876" y="457200"/>
                </a:lnTo>
                <a:lnTo>
                  <a:pt x="150876" y="495014"/>
                </a:lnTo>
                <a:lnTo>
                  <a:pt x="155448" y="495300"/>
                </a:lnTo>
                <a:lnTo>
                  <a:pt x="180517" y="492462"/>
                </a:lnTo>
                <a:close/>
              </a:path>
              <a:path w="3427729" h="562609">
                <a:moveTo>
                  <a:pt x="3427476" y="86868"/>
                </a:moveTo>
                <a:lnTo>
                  <a:pt x="3186684" y="0"/>
                </a:lnTo>
                <a:lnTo>
                  <a:pt x="3247284" y="69844"/>
                </a:lnTo>
                <a:lnTo>
                  <a:pt x="3272028" y="67056"/>
                </a:lnTo>
                <a:lnTo>
                  <a:pt x="3286601" y="68008"/>
                </a:lnTo>
                <a:lnTo>
                  <a:pt x="3299460" y="74676"/>
                </a:lnTo>
                <a:lnTo>
                  <a:pt x="3308889" y="85915"/>
                </a:lnTo>
                <a:lnTo>
                  <a:pt x="3313176" y="100584"/>
                </a:lnTo>
                <a:lnTo>
                  <a:pt x="3313176" y="161446"/>
                </a:lnTo>
                <a:lnTo>
                  <a:pt x="3427476" y="86868"/>
                </a:lnTo>
                <a:close/>
              </a:path>
              <a:path w="3427729" h="562609">
                <a:moveTo>
                  <a:pt x="3313176" y="161446"/>
                </a:moveTo>
                <a:lnTo>
                  <a:pt x="3313176" y="100584"/>
                </a:lnTo>
                <a:lnTo>
                  <a:pt x="3312223" y="115157"/>
                </a:lnTo>
                <a:lnTo>
                  <a:pt x="3305556" y="128016"/>
                </a:lnTo>
                <a:lnTo>
                  <a:pt x="3294316" y="137445"/>
                </a:lnTo>
                <a:lnTo>
                  <a:pt x="3279648" y="141732"/>
                </a:lnTo>
                <a:lnTo>
                  <a:pt x="3255422" y="144473"/>
                </a:lnTo>
                <a:lnTo>
                  <a:pt x="3212592" y="227076"/>
                </a:lnTo>
                <a:lnTo>
                  <a:pt x="3313176" y="161446"/>
                </a:lnTo>
                <a:close/>
              </a:path>
              <a:path w="3427729" h="562609">
                <a:moveTo>
                  <a:pt x="3313176" y="100584"/>
                </a:moveTo>
                <a:lnTo>
                  <a:pt x="3308889" y="85915"/>
                </a:lnTo>
                <a:lnTo>
                  <a:pt x="3299460" y="74676"/>
                </a:lnTo>
                <a:lnTo>
                  <a:pt x="3286601" y="68008"/>
                </a:lnTo>
                <a:lnTo>
                  <a:pt x="3272028" y="67056"/>
                </a:lnTo>
                <a:lnTo>
                  <a:pt x="3247284" y="69844"/>
                </a:lnTo>
                <a:lnTo>
                  <a:pt x="3276600" y="103632"/>
                </a:lnTo>
                <a:lnTo>
                  <a:pt x="3276600" y="142076"/>
                </a:lnTo>
                <a:lnTo>
                  <a:pt x="3279648" y="141732"/>
                </a:lnTo>
                <a:lnTo>
                  <a:pt x="3294316" y="137445"/>
                </a:lnTo>
                <a:lnTo>
                  <a:pt x="3305556" y="128016"/>
                </a:lnTo>
                <a:lnTo>
                  <a:pt x="3312223" y="115157"/>
                </a:lnTo>
                <a:lnTo>
                  <a:pt x="3313176" y="100584"/>
                </a:lnTo>
                <a:close/>
              </a:path>
              <a:path w="3427729" h="562609">
                <a:moveTo>
                  <a:pt x="3276600" y="142076"/>
                </a:moveTo>
                <a:lnTo>
                  <a:pt x="3276600" y="103632"/>
                </a:lnTo>
                <a:lnTo>
                  <a:pt x="3255422" y="144473"/>
                </a:lnTo>
                <a:lnTo>
                  <a:pt x="3276600" y="142076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7">
            <a:extLst>
              <a:ext uri="{FF2B5EF4-FFF2-40B4-BE49-F238E27FC236}">
                <a16:creationId xmlns:a16="http://schemas.microsoft.com/office/drawing/2014/main" id="{32F1E519-C596-9225-0373-E63C60811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10" dirty="0" err="1"/>
              <a:t>SGBDs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267725" y="1417320"/>
            <a:ext cx="9213075" cy="17350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965" marR="5080" indent="-342900">
              <a:lnSpc>
                <a:spcPct val="100099"/>
              </a:lnSpc>
              <a:spcBef>
                <a:spcPts val="9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Solução: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colocar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sistema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entre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e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programas,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converta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formato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em </a:t>
            </a:r>
            <a:r>
              <a:rPr sz="2800" dirty="0">
                <a:latin typeface="Tahoma"/>
                <a:cs typeface="Tahoma"/>
              </a:rPr>
              <a:t>que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estão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gravados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para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formato </a:t>
            </a:r>
            <a:r>
              <a:rPr sz="2800" dirty="0">
                <a:latin typeface="Tahoma"/>
                <a:cs typeface="Tahoma"/>
              </a:rPr>
              <a:t>específico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cada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programa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precisa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dos </a:t>
            </a:r>
            <a:r>
              <a:rPr sz="2800" spc="-10" dirty="0">
                <a:latin typeface="Tahoma"/>
                <a:cs typeface="Tahoma"/>
              </a:rPr>
              <a:t>dados.</a:t>
            </a:r>
            <a:endParaRPr sz="28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0247" y="4921489"/>
            <a:ext cx="1435608" cy="113385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854057" y="4736830"/>
            <a:ext cx="709295" cy="828040"/>
            <a:chOff x="7970266" y="5960109"/>
            <a:chExt cx="709295" cy="828040"/>
          </a:xfrm>
        </p:grpSpPr>
        <p:sp>
          <p:nvSpPr>
            <p:cNvPr id="6" name="object 6"/>
            <p:cNvSpPr/>
            <p:nvPr/>
          </p:nvSpPr>
          <p:spPr>
            <a:xfrm>
              <a:off x="7976616" y="5966459"/>
              <a:ext cx="696595" cy="815340"/>
            </a:xfrm>
            <a:custGeom>
              <a:avLst/>
              <a:gdLst/>
              <a:ahLst/>
              <a:cxnLst/>
              <a:rect l="l" t="t" r="r" b="b"/>
              <a:pathLst>
                <a:path w="696595" h="815340">
                  <a:moveTo>
                    <a:pt x="696467" y="815339"/>
                  </a:moveTo>
                  <a:lnTo>
                    <a:pt x="696467" y="0"/>
                  </a:lnTo>
                  <a:lnTo>
                    <a:pt x="0" y="0"/>
                  </a:lnTo>
                  <a:lnTo>
                    <a:pt x="0" y="815339"/>
                  </a:lnTo>
                  <a:lnTo>
                    <a:pt x="696467" y="815339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76616" y="5966459"/>
              <a:ext cx="696595" cy="815340"/>
            </a:xfrm>
            <a:custGeom>
              <a:avLst/>
              <a:gdLst/>
              <a:ahLst/>
              <a:cxnLst/>
              <a:rect l="l" t="t" r="r" b="b"/>
              <a:pathLst>
                <a:path w="696595" h="815340">
                  <a:moveTo>
                    <a:pt x="0" y="0"/>
                  </a:moveTo>
                  <a:lnTo>
                    <a:pt x="0" y="815339"/>
                  </a:lnTo>
                  <a:lnTo>
                    <a:pt x="696467" y="815339"/>
                  </a:lnTo>
                  <a:lnTo>
                    <a:pt x="696467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863199" y="4660630"/>
            <a:ext cx="690880" cy="148590"/>
            <a:chOff x="7979409" y="5883909"/>
            <a:chExt cx="690880" cy="148590"/>
          </a:xfrm>
        </p:grpSpPr>
        <p:sp>
          <p:nvSpPr>
            <p:cNvPr id="9" name="object 9"/>
            <p:cNvSpPr/>
            <p:nvPr/>
          </p:nvSpPr>
          <p:spPr>
            <a:xfrm>
              <a:off x="7985759" y="5890259"/>
              <a:ext cx="678180" cy="135890"/>
            </a:xfrm>
            <a:custGeom>
              <a:avLst/>
              <a:gdLst/>
              <a:ahLst/>
              <a:cxnLst/>
              <a:rect l="l" t="t" r="r" b="b"/>
              <a:pathLst>
                <a:path w="678179" h="135889">
                  <a:moveTo>
                    <a:pt x="678179" y="67055"/>
                  </a:moveTo>
                  <a:lnTo>
                    <a:pt x="643861" y="37766"/>
                  </a:lnTo>
                  <a:lnTo>
                    <a:pt x="603921" y="25308"/>
                  </a:lnTo>
                  <a:lnTo>
                    <a:pt x="551425" y="14875"/>
                  </a:lnTo>
                  <a:lnTo>
                    <a:pt x="488346" y="6895"/>
                  </a:lnTo>
                  <a:lnTo>
                    <a:pt x="416656" y="1795"/>
                  </a:lnTo>
                  <a:lnTo>
                    <a:pt x="338327" y="0"/>
                  </a:lnTo>
                  <a:lnTo>
                    <a:pt x="260564" y="1795"/>
                  </a:lnTo>
                  <a:lnTo>
                    <a:pt x="189278" y="6895"/>
                  </a:lnTo>
                  <a:lnTo>
                    <a:pt x="126469" y="14875"/>
                  </a:lnTo>
                  <a:lnTo>
                    <a:pt x="74138" y="25308"/>
                  </a:lnTo>
                  <a:lnTo>
                    <a:pt x="34283" y="37766"/>
                  </a:lnTo>
                  <a:lnTo>
                    <a:pt x="0" y="67055"/>
                  </a:lnTo>
                  <a:lnTo>
                    <a:pt x="8904" y="82851"/>
                  </a:lnTo>
                  <a:lnTo>
                    <a:pt x="74138" y="110043"/>
                  </a:lnTo>
                  <a:lnTo>
                    <a:pt x="126469" y="120640"/>
                  </a:lnTo>
                  <a:lnTo>
                    <a:pt x="189278" y="128704"/>
                  </a:lnTo>
                  <a:lnTo>
                    <a:pt x="260564" y="133836"/>
                  </a:lnTo>
                  <a:lnTo>
                    <a:pt x="338327" y="135635"/>
                  </a:lnTo>
                  <a:lnTo>
                    <a:pt x="416656" y="133836"/>
                  </a:lnTo>
                  <a:lnTo>
                    <a:pt x="488346" y="128704"/>
                  </a:lnTo>
                  <a:lnTo>
                    <a:pt x="551425" y="120640"/>
                  </a:lnTo>
                  <a:lnTo>
                    <a:pt x="603921" y="110043"/>
                  </a:lnTo>
                  <a:lnTo>
                    <a:pt x="643861" y="97313"/>
                  </a:lnTo>
                  <a:lnTo>
                    <a:pt x="678179" y="670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85759" y="5890259"/>
              <a:ext cx="678180" cy="135890"/>
            </a:xfrm>
            <a:custGeom>
              <a:avLst/>
              <a:gdLst/>
              <a:ahLst/>
              <a:cxnLst/>
              <a:rect l="l" t="t" r="r" b="b"/>
              <a:pathLst>
                <a:path w="678179" h="135889">
                  <a:moveTo>
                    <a:pt x="338327" y="0"/>
                  </a:moveTo>
                  <a:lnTo>
                    <a:pt x="260564" y="1795"/>
                  </a:lnTo>
                  <a:lnTo>
                    <a:pt x="189278" y="6895"/>
                  </a:lnTo>
                  <a:lnTo>
                    <a:pt x="126469" y="14875"/>
                  </a:lnTo>
                  <a:lnTo>
                    <a:pt x="74138" y="25308"/>
                  </a:lnTo>
                  <a:lnTo>
                    <a:pt x="34283" y="37766"/>
                  </a:lnTo>
                  <a:lnTo>
                    <a:pt x="0" y="67055"/>
                  </a:lnTo>
                  <a:lnTo>
                    <a:pt x="8904" y="82851"/>
                  </a:lnTo>
                  <a:lnTo>
                    <a:pt x="74138" y="110043"/>
                  </a:lnTo>
                  <a:lnTo>
                    <a:pt x="126469" y="120640"/>
                  </a:lnTo>
                  <a:lnTo>
                    <a:pt x="189278" y="128704"/>
                  </a:lnTo>
                  <a:lnTo>
                    <a:pt x="260564" y="133836"/>
                  </a:lnTo>
                  <a:lnTo>
                    <a:pt x="338327" y="135635"/>
                  </a:lnTo>
                  <a:lnTo>
                    <a:pt x="416656" y="133836"/>
                  </a:lnTo>
                  <a:lnTo>
                    <a:pt x="488346" y="128704"/>
                  </a:lnTo>
                  <a:lnTo>
                    <a:pt x="551425" y="120640"/>
                  </a:lnTo>
                  <a:lnTo>
                    <a:pt x="603921" y="110043"/>
                  </a:lnTo>
                  <a:lnTo>
                    <a:pt x="643861" y="97313"/>
                  </a:lnTo>
                  <a:lnTo>
                    <a:pt x="678179" y="67055"/>
                  </a:lnTo>
                  <a:lnTo>
                    <a:pt x="669271" y="51824"/>
                  </a:lnTo>
                  <a:lnTo>
                    <a:pt x="603921" y="25308"/>
                  </a:lnTo>
                  <a:lnTo>
                    <a:pt x="551425" y="14875"/>
                  </a:lnTo>
                  <a:lnTo>
                    <a:pt x="488346" y="6895"/>
                  </a:lnTo>
                  <a:lnTo>
                    <a:pt x="416656" y="1795"/>
                  </a:lnTo>
                  <a:lnTo>
                    <a:pt x="33832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1668" y="3455400"/>
            <a:ext cx="1421891" cy="115214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7152257" y="3865357"/>
            <a:ext cx="855344" cy="2167255"/>
            <a:chOff x="5268467" y="5088635"/>
            <a:chExt cx="855344" cy="2167255"/>
          </a:xfrm>
        </p:grpSpPr>
        <p:sp>
          <p:nvSpPr>
            <p:cNvPr id="13" name="object 13"/>
            <p:cNvSpPr/>
            <p:nvPr/>
          </p:nvSpPr>
          <p:spPr>
            <a:xfrm>
              <a:off x="5306567" y="5126735"/>
              <a:ext cx="779145" cy="2091055"/>
            </a:xfrm>
            <a:custGeom>
              <a:avLst/>
              <a:gdLst/>
              <a:ahLst/>
              <a:cxnLst/>
              <a:rect l="l" t="t" r="r" b="b"/>
              <a:pathLst>
                <a:path w="779145" h="2091054">
                  <a:moveTo>
                    <a:pt x="778763" y="2090927"/>
                  </a:moveTo>
                  <a:lnTo>
                    <a:pt x="778763" y="0"/>
                  </a:lnTo>
                  <a:lnTo>
                    <a:pt x="0" y="0"/>
                  </a:lnTo>
                  <a:lnTo>
                    <a:pt x="0" y="2090927"/>
                  </a:lnTo>
                  <a:lnTo>
                    <a:pt x="778763" y="2090927"/>
                  </a:lnTo>
                  <a:close/>
                </a:path>
              </a:pathLst>
            </a:custGeom>
            <a:solidFill>
              <a:srgbClr val="9865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06567" y="5126735"/>
              <a:ext cx="779145" cy="2091055"/>
            </a:xfrm>
            <a:custGeom>
              <a:avLst/>
              <a:gdLst/>
              <a:ahLst/>
              <a:cxnLst/>
              <a:rect l="l" t="t" r="r" b="b"/>
              <a:pathLst>
                <a:path w="779145" h="2091054">
                  <a:moveTo>
                    <a:pt x="0" y="0"/>
                  </a:moveTo>
                  <a:lnTo>
                    <a:pt x="0" y="2090927"/>
                  </a:lnTo>
                  <a:lnTo>
                    <a:pt x="778763" y="2090927"/>
                  </a:lnTo>
                  <a:lnTo>
                    <a:pt x="77876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8145906" y="5054077"/>
            <a:ext cx="1430020" cy="228600"/>
          </a:xfrm>
          <a:custGeom>
            <a:avLst/>
            <a:gdLst/>
            <a:ahLst/>
            <a:cxnLst/>
            <a:rect l="l" t="t" r="r" b="b"/>
            <a:pathLst>
              <a:path w="1430020" h="228600">
                <a:moveTo>
                  <a:pt x="228600" y="0"/>
                </a:moveTo>
                <a:lnTo>
                  <a:pt x="0" y="114300"/>
                </a:lnTo>
                <a:lnTo>
                  <a:pt x="114300" y="171450"/>
                </a:lnTo>
                <a:lnTo>
                  <a:pt x="114300" y="114300"/>
                </a:lnTo>
                <a:lnTo>
                  <a:pt x="117467" y="99345"/>
                </a:lnTo>
                <a:lnTo>
                  <a:pt x="125920" y="87249"/>
                </a:lnTo>
                <a:lnTo>
                  <a:pt x="138088" y="79152"/>
                </a:lnTo>
                <a:lnTo>
                  <a:pt x="152400" y="76200"/>
                </a:lnTo>
                <a:lnTo>
                  <a:pt x="177800" y="76200"/>
                </a:lnTo>
                <a:lnTo>
                  <a:pt x="228600" y="0"/>
                </a:lnTo>
                <a:close/>
              </a:path>
              <a:path w="1430020" h="228600">
                <a:moveTo>
                  <a:pt x="177800" y="152400"/>
                </a:moveTo>
                <a:lnTo>
                  <a:pt x="152400" y="114300"/>
                </a:lnTo>
                <a:lnTo>
                  <a:pt x="152400" y="76200"/>
                </a:lnTo>
                <a:lnTo>
                  <a:pt x="138088" y="79152"/>
                </a:lnTo>
                <a:lnTo>
                  <a:pt x="125920" y="87249"/>
                </a:lnTo>
                <a:lnTo>
                  <a:pt x="117467" y="99345"/>
                </a:lnTo>
                <a:lnTo>
                  <a:pt x="114300" y="114300"/>
                </a:lnTo>
                <a:lnTo>
                  <a:pt x="117467" y="129254"/>
                </a:lnTo>
                <a:lnTo>
                  <a:pt x="125920" y="141351"/>
                </a:lnTo>
                <a:lnTo>
                  <a:pt x="138088" y="149447"/>
                </a:lnTo>
                <a:lnTo>
                  <a:pt x="152400" y="152400"/>
                </a:lnTo>
                <a:lnTo>
                  <a:pt x="152400" y="114300"/>
                </a:lnTo>
                <a:lnTo>
                  <a:pt x="177800" y="76200"/>
                </a:lnTo>
                <a:lnTo>
                  <a:pt x="177800" y="152400"/>
                </a:lnTo>
                <a:close/>
              </a:path>
              <a:path w="1430020" h="228600">
                <a:moveTo>
                  <a:pt x="228600" y="228600"/>
                </a:moveTo>
                <a:lnTo>
                  <a:pt x="177800" y="152400"/>
                </a:lnTo>
                <a:lnTo>
                  <a:pt x="152400" y="152400"/>
                </a:lnTo>
                <a:lnTo>
                  <a:pt x="138088" y="149447"/>
                </a:lnTo>
                <a:lnTo>
                  <a:pt x="125920" y="141351"/>
                </a:lnTo>
                <a:lnTo>
                  <a:pt x="117467" y="129254"/>
                </a:lnTo>
                <a:lnTo>
                  <a:pt x="114300" y="114300"/>
                </a:lnTo>
                <a:lnTo>
                  <a:pt x="114300" y="171450"/>
                </a:lnTo>
                <a:lnTo>
                  <a:pt x="228600" y="228600"/>
                </a:lnTo>
                <a:close/>
              </a:path>
              <a:path w="1430020" h="228600">
                <a:moveTo>
                  <a:pt x="1277112" y="114300"/>
                </a:moveTo>
                <a:lnTo>
                  <a:pt x="1251712" y="76200"/>
                </a:lnTo>
                <a:lnTo>
                  <a:pt x="177800" y="76200"/>
                </a:lnTo>
                <a:lnTo>
                  <a:pt x="152400" y="114300"/>
                </a:lnTo>
                <a:lnTo>
                  <a:pt x="177800" y="152400"/>
                </a:lnTo>
                <a:lnTo>
                  <a:pt x="1251712" y="152400"/>
                </a:lnTo>
                <a:lnTo>
                  <a:pt x="1277112" y="114300"/>
                </a:lnTo>
                <a:close/>
              </a:path>
              <a:path w="1430020" h="228600">
                <a:moveTo>
                  <a:pt x="1429512" y="114300"/>
                </a:moveTo>
                <a:lnTo>
                  <a:pt x="1200912" y="0"/>
                </a:lnTo>
                <a:lnTo>
                  <a:pt x="1251712" y="76200"/>
                </a:lnTo>
                <a:lnTo>
                  <a:pt x="1277112" y="76200"/>
                </a:lnTo>
                <a:lnTo>
                  <a:pt x="1292066" y="79152"/>
                </a:lnTo>
                <a:lnTo>
                  <a:pt x="1304163" y="87249"/>
                </a:lnTo>
                <a:lnTo>
                  <a:pt x="1312259" y="99345"/>
                </a:lnTo>
                <a:lnTo>
                  <a:pt x="1315212" y="114300"/>
                </a:lnTo>
                <a:lnTo>
                  <a:pt x="1315212" y="171450"/>
                </a:lnTo>
                <a:lnTo>
                  <a:pt x="1429512" y="114300"/>
                </a:lnTo>
                <a:close/>
              </a:path>
              <a:path w="1430020" h="228600">
                <a:moveTo>
                  <a:pt x="1315212" y="171450"/>
                </a:moveTo>
                <a:lnTo>
                  <a:pt x="1315212" y="114300"/>
                </a:lnTo>
                <a:lnTo>
                  <a:pt x="1312259" y="129254"/>
                </a:lnTo>
                <a:lnTo>
                  <a:pt x="1304163" y="141351"/>
                </a:lnTo>
                <a:lnTo>
                  <a:pt x="1292066" y="149447"/>
                </a:lnTo>
                <a:lnTo>
                  <a:pt x="1277112" y="152400"/>
                </a:lnTo>
                <a:lnTo>
                  <a:pt x="1251712" y="152400"/>
                </a:lnTo>
                <a:lnTo>
                  <a:pt x="1200912" y="228600"/>
                </a:lnTo>
                <a:lnTo>
                  <a:pt x="1315212" y="171450"/>
                </a:lnTo>
                <a:close/>
              </a:path>
              <a:path w="1430020" h="228600">
                <a:moveTo>
                  <a:pt x="1315212" y="114300"/>
                </a:moveTo>
                <a:lnTo>
                  <a:pt x="1312259" y="99345"/>
                </a:lnTo>
                <a:lnTo>
                  <a:pt x="1304163" y="87249"/>
                </a:lnTo>
                <a:lnTo>
                  <a:pt x="1292066" y="79152"/>
                </a:lnTo>
                <a:lnTo>
                  <a:pt x="1277112" y="76200"/>
                </a:lnTo>
                <a:lnTo>
                  <a:pt x="1251712" y="76200"/>
                </a:lnTo>
                <a:lnTo>
                  <a:pt x="1277112" y="114300"/>
                </a:lnTo>
                <a:lnTo>
                  <a:pt x="1277112" y="152400"/>
                </a:lnTo>
                <a:lnTo>
                  <a:pt x="1292066" y="149447"/>
                </a:lnTo>
                <a:lnTo>
                  <a:pt x="1304163" y="141351"/>
                </a:lnTo>
                <a:lnTo>
                  <a:pt x="1312259" y="129254"/>
                </a:lnTo>
                <a:lnTo>
                  <a:pt x="1315212" y="114300"/>
                </a:lnTo>
                <a:close/>
              </a:path>
              <a:path w="1430020" h="228600">
                <a:moveTo>
                  <a:pt x="1277112" y="152400"/>
                </a:moveTo>
                <a:lnTo>
                  <a:pt x="1277112" y="114300"/>
                </a:lnTo>
                <a:lnTo>
                  <a:pt x="1251712" y="152400"/>
                </a:lnTo>
                <a:lnTo>
                  <a:pt x="1277112" y="152400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85715" y="3981181"/>
            <a:ext cx="1823085" cy="638810"/>
          </a:xfrm>
          <a:custGeom>
            <a:avLst/>
            <a:gdLst/>
            <a:ahLst/>
            <a:cxnLst/>
            <a:rect l="l" t="t" r="r" b="b"/>
            <a:pathLst>
              <a:path w="1823085" h="638810">
                <a:moveTo>
                  <a:pt x="251460" y="0"/>
                </a:moveTo>
                <a:lnTo>
                  <a:pt x="0" y="44196"/>
                </a:lnTo>
                <a:lnTo>
                  <a:pt x="108180" y="146169"/>
                </a:lnTo>
                <a:lnTo>
                  <a:pt x="108180" y="91963"/>
                </a:lnTo>
                <a:lnTo>
                  <a:pt x="109728" y="76200"/>
                </a:lnTo>
                <a:lnTo>
                  <a:pt x="116895" y="63174"/>
                </a:lnTo>
                <a:lnTo>
                  <a:pt x="128206" y="54292"/>
                </a:lnTo>
                <a:lnTo>
                  <a:pt x="142089" y="50268"/>
                </a:lnTo>
                <a:lnTo>
                  <a:pt x="156972" y="51816"/>
                </a:lnTo>
                <a:lnTo>
                  <a:pt x="181139" y="59109"/>
                </a:lnTo>
                <a:lnTo>
                  <a:pt x="251460" y="0"/>
                </a:lnTo>
                <a:close/>
              </a:path>
              <a:path w="1823085" h="638810">
                <a:moveTo>
                  <a:pt x="181139" y="59109"/>
                </a:moveTo>
                <a:lnTo>
                  <a:pt x="156972" y="51816"/>
                </a:lnTo>
                <a:lnTo>
                  <a:pt x="142089" y="50268"/>
                </a:lnTo>
                <a:lnTo>
                  <a:pt x="128206" y="54292"/>
                </a:lnTo>
                <a:lnTo>
                  <a:pt x="116895" y="63174"/>
                </a:lnTo>
                <a:lnTo>
                  <a:pt x="109728" y="76200"/>
                </a:lnTo>
                <a:lnTo>
                  <a:pt x="108180" y="91963"/>
                </a:lnTo>
                <a:lnTo>
                  <a:pt x="112204" y="106299"/>
                </a:lnTo>
                <a:lnTo>
                  <a:pt x="121086" y="117776"/>
                </a:lnTo>
                <a:lnTo>
                  <a:pt x="134112" y="124968"/>
                </a:lnTo>
                <a:lnTo>
                  <a:pt x="146304" y="128643"/>
                </a:lnTo>
                <a:lnTo>
                  <a:pt x="146304" y="88392"/>
                </a:lnTo>
                <a:lnTo>
                  <a:pt x="181139" y="59109"/>
                </a:lnTo>
                <a:close/>
              </a:path>
              <a:path w="1823085" h="638810">
                <a:moveTo>
                  <a:pt x="185928" y="219456"/>
                </a:moveTo>
                <a:lnTo>
                  <a:pt x="159693" y="132680"/>
                </a:lnTo>
                <a:lnTo>
                  <a:pt x="134112" y="124968"/>
                </a:lnTo>
                <a:lnTo>
                  <a:pt x="121086" y="117776"/>
                </a:lnTo>
                <a:lnTo>
                  <a:pt x="112204" y="106299"/>
                </a:lnTo>
                <a:lnTo>
                  <a:pt x="108180" y="91963"/>
                </a:lnTo>
                <a:lnTo>
                  <a:pt x="108180" y="146169"/>
                </a:lnTo>
                <a:lnTo>
                  <a:pt x="185928" y="219456"/>
                </a:lnTo>
                <a:close/>
              </a:path>
              <a:path w="1823085" h="638810">
                <a:moveTo>
                  <a:pt x="1676400" y="550164"/>
                </a:moveTo>
                <a:lnTo>
                  <a:pt x="1663160" y="506373"/>
                </a:lnTo>
                <a:lnTo>
                  <a:pt x="181139" y="59109"/>
                </a:lnTo>
                <a:lnTo>
                  <a:pt x="146304" y="88392"/>
                </a:lnTo>
                <a:lnTo>
                  <a:pt x="159693" y="132680"/>
                </a:lnTo>
                <a:lnTo>
                  <a:pt x="1641557" y="579451"/>
                </a:lnTo>
                <a:lnTo>
                  <a:pt x="1676400" y="550164"/>
                </a:lnTo>
                <a:close/>
              </a:path>
              <a:path w="1823085" h="638810">
                <a:moveTo>
                  <a:pt x="159693" y="132680"/>
                </a:moveTo>
                <a:lnTo>
                  <a:pt x="146304" y="88392"/>
                </a:lnTo>
                <a:lnTo>
                  <a:pt x="146304" y="128643"/>
                </a:lnTo>
                <a:lnTo>
                  <a:pt x="159693" y="132680"/>
                </a:lnTo>
                <a:close/>
              </a:path>
              <a:path w="1823085" h="638810">
                <a:moveTo>
                  <a:pt x="1714500" y="613377"/>
                </a:moveTo>
                <a:lnTo>
                  <a:pt x="1714500" y="545949"/>
                </a:lnTo>
                <a:lnTo>
                  <a:pt x="1712976" y="560832"/>
                </a:lnTo>
                <a:lnTo>
                  <a:pt x="1705808" y="574738"/>
                </a:lnTo>
                <a:lnTo>
                  <a:pt x="1694497" y="584073"/>
                </a:lnTo>
                <a:lnTo>
                  <a:pt x="1680614" y="588264"/>
                </a:lnTo>
                <a:lnTo>
                  <a:pt x="1665732" y="586740"/>
                </a:lnTo>
                <a:lnTo>
                  <a:pt x="1641557" y="579451"/>
                </a:lnTo>
                <a:lnTo>
                  <a:pt x="1571244" y="638556"/>
                </a:lnTo>
                <a:lnTo>
                  <a:pt x="1714500" y="613377"/>
                </a:lnTo>
                <a:close/>
              </a:path>
              <a:path w="1823085" h="638810">
                <a:moveTo>
                  <a:pt x="1822704" y="594360"/>
                </a:moveTo>
                <a:lnTo>
                  <a:pt x="1636776" y="419100"/>
                </a:lnTo>
                <a:lnTo>
                  <a:pt x="1663160" y="506373"/>
                </a:lnTo>
                <a:lnTo>
                  <a:pt x="1687068" y="513588"/>
                </a:lnTo>
                <a:lnTo>
                  <a:pt x="1700974" y="520755"/>
                </a:lnTo>
                <a:lnTo>
                  <a:pt x="1710309" y="532066"/>
                </a:lnTo>
                <a:lnTo>
                  <a:pt x="1714500" y="545949"/>
                </a:lnTo>
                <a:lnTo>
                  <a:pt x="1714500" y="613377"/>
                </a:lnTo>
                <a:lnTo>
                  <a:pt x="1822704" y="594360"/>
                </a:lnTo>
                <a:close/>
              </a:path>
              <a:path w="1823085" h="638810">
                <a:moveTo>
                  <a:pt x="1676400" y="587832"/>
                </a:moveTo>
                <a:lnTo>
                  <a:pt x="1676400" y="550164"/>
                </a:lnTo>
                <a:lnTo>
                  <a:pt x="1641557" y="579451"/>
                </a:lnTo>
                <a:lnTo>
                  <a:pt x="1665732" y="586740"/>
                </a:lnTo>
                <a:lnTo>
                  <a:pt x="1676400" y="587832"/>
                </a:lnTo>
                <a:close/>
              </a:path>
              <a:path w="1823085" h="638810">
                <a:moveTo>
                  <a:pt x="1714500" y="545949"/>
                </a:moveTo>
                <a:lnTo>
                  <a:pt x="1710309" y="532066"/>
                </a:lnTo>
                <a:lnTo>
                  <a:pt x="1700974" y="520755"/>
                </a:lnTo>
                <a:lnTo>
                  <a:pt x="1687068" y="513588"/>
                </a:lnTo>
                <a:lnTo>
                  <a:pt x="1663160" y="506373"/>
                </a:lnTo>
                <a:lnTo>
                  <a:pt x="1676400" y="550164"/>
                </a:lnTo>
                <a:lnTo>
                  <a:pt x="1676400" y="587832"/>
                </a:lnTo>
                <a:lnTo>
                  <a:pt x="1680614" y="588264"/>
                </a:lnTo>
                <a:lnTo>
                  <a:pt x="1694497" y="584073"/>
                </a:lnTo>
                <a:lnTo>
                  <a:pt x="1705808" y="574738"/>
                </a:lnTo>
                <a:lnTo>
                  <a:pt x="1712976" y="560832"/>
                </a:lnTo>
                <a:lnTo>
                  <a:pt x="1714500" y="545949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71998" y="5236957"/>
            <a:ext cx="1811020" cy="349250"/>
          </a:xfrm>
          <a:custGeom>
            <a:avLst/>
            <a:gdLst/>
            <a:ahLst/>
            <a:cxnLst/>
            <a:rect l="l" t="t" r="r" b="b"/>
            <a:pathLst>
              <a:path w="1811020" h="349250">
                <a:moveTo>
                  <a:pt x="216408" y="120396"/>
                </a:moveTo>
                <a:lnTo>
                  <a:pt x="0" y="254508"/>
                </a:lnTo>
                <a:lnTo>
                  <a:pt x="112776" y="299329"/>
                </a:lnTo>
                <a:lnTo>
                  <a:pt x="112776" y="245364"/>
                </a:lnTo>
                <a:lnTo>
                  <a:pt x="114609" y="230124"/>
                </a:lnTo>
                <a:lnTo>
                  <a:pt x="121729" y="217170"/>
                </a:lnTo>
                <a:lnTo>
                  <a:pt x="133135" y="207645"/>
                </a:lnTo>
                <a:lnTo>
                  <a:pt x="147828" y="202692"/>
                </a:lnTo>
                <a:lnTo>
                  <a:pt x="172824" y="200467"/>
                </a:lnTo>
                <a:lnTo>
                  <a:pt x="216408" y="120396"/>
                </a:lnTo>
                <a:close/>
              </a:path>
              <a:path w="1811020" h="349250">
                <a:moveTo>
                  <a:pt x="172824" y="200467"/>
                </a:moveTo>
                <a:lnTo>
                  <a:pt x="133135" y="207645"/>
                </a:lnTo>
                <a:lnTo>
                  <a:pt x="112776" y="245364"/>
                </a:lnTo>
                <a:lnTo>
                  <a:pt x="117705" y="259175"/>
                </a:lnTo>
                <a:lnTo>
                  <a:pt x="127063" y="270129"/>
                </a:lnTo>
                <a:lnTo>
                  <a:pt x="139565" y="277082"/>
                </a:lnTo>
                <a:lnTo>
                  <a:pt x="150876" y="278507"/>
                </a:lnTo>
                <a:lnTo>
                  <a:pt x="150876" y="240792"/>
                </a:lnTo>
                <a:lnTo>
                  <a:pt x="172824" y="200467"/>
                </a:lnTo>
                <a:close/>
              </a:path>
              <a:path w="1811020" h="349250">
                <a:moveTo>
                  <a:pt x="237744" y="348996"/>
                </a:moveTo>
                <a:lnTo>
                  <a:pt x="179628" y="276607"/>
                </a:lnTo>
                <a:lnTo>
                  <a:pt x="153924" y="278892"/>
                </a:lnTo>
                <a:lnTo>
                  <a:pt x="139565" y="277082"/>
                </a:lnTo>
                <a:lnTo>
                  <a:pt x="127063" y="270129"/>
                </a:lnTo>
                <a:lnTo>
                  <a:pt x="117705" y="259175"/>
                </a:lnTo>
                <a:lnTo>
                  <a:pt x="112776" y="245364"/>
                </a:lnTo>
                <a:lnTo>
                  <a:pt x="112776" y="299329"/>
                </a:lnTo>
                <a:lnTo>
                  <a:pt x="237744" y="348996"/>
                </a:lnTo>
                <a:close/>
              </a:path>
              <a:path w="1811020" h="349250">
                <a:moveTo>
                  <a:pt x="1659636" y="106680"/>
                </a:moveTo>
                <a:lnTo>
                  <a:pt x="1630398" y="70774"/>
                </a:lnTo>
                <a:lnTo>
                  <a:pt x="172824" y="200467"/>
                </a:lnTo>
                <a:lnTo>
                  <a:pt x="150876" y="240792"/>
                </a:lnTo>
                <a:lnTo>
                  <a:pt x="179628" y="276607"/>
                </a:lnTo>
                <a:lnTo>
                  <a:pt x="1637151" y="147049"/>
                </a:lnTo>
                <a:lnTo>
                  <a:pt x="1659636" y="106680"/>
                </a:lnTo>
                <a:close/>
              </a:path>
              <a:path w="1811020" h="349250">
                <a:moveTo>
                  <a:pt x="179628" y="276607"/>
                </a:moveTo>
                <a:lnTo>
                  <a:pt x="150876" y="240792"/>
                </a:lnTo>
                <a:lnTo>
                  <a:pt x="150876" y="278507"/>
                </a:lnTo>
                <a:lnTo>
                  <a:pt x="153924" y="278892"/>
                </a:lnTo>
                <a:lnTo>
                  <a:pt x="179628" y="276607"/>
                </a:lnTo>
                <a:close/>
              </a:path>
              <a:path w="1811020" h="349250">
                <a:moveTo>
                  <a:pt x="1810512" y="92964"/>
                </a:moveTo>
                <a:lnTo>
                  <a:pt x="1572768" y="0"/>
                </a:lnTo>
                <a:lnTo>
                  <a:pt x="1630398" y="70774"/>
                </a:lnTo>
                <a:lnTo>
                  <a:pt x="1655064" y="68580"/>
                </a:lnTo>
                <a:lnTo>
                  <a:pt x="1670280" y="70413"/>
                </a:lnTo>
                <a:lnTo>
                  <a:pt x="1683067" y="77533"/>
                </a:lnTo>
                <a:lnTo>
                  <a:pt x="1692140" y="88939"/>
                </a:lnTo>
                <a:lnTo>
                  <a:pt x="1696212" y="103632"/>
                </a:lnTo>
                <a:lnTo>
                  <a:pt x="1696212" y="163302"/>
                </a:lnTo>
                <a:lnTo>
                  <a:pt x="1810512" y="92964"/>
                </a:lnTo>
                <a:close/>
              </a:path>
              <a:path w="1811020" h="349250">
                <a:moveTo>
                  <a:pt x="1696212" y="163302"/>
                </a:moveTo>
                <a:lnTo>
                  <a:pt x="1696212" y="103632"/>
                </a:lnTo>
                <a:lnTo>
                  <a:pt x="1695259" y="118205"/>
                </a:lnTo>
                <a:lnTo>
                  <a:pt x="1688592" y="131064"/>
                </a:lnTo>
                <a:lnTo>
                  <a:pt x="1677352" y="140493"/>
                </a:lnTo>
                <a:lnTo>
                  <a:pt x="1662684" y="144780"/>
                </a:lnTo>
                <a:lnTo>
                  <a:pt x="1637151" y="147049"/>
                </a:lnTo>
                <a:lnTo>
                  <a:pt x="1592580" y="227076"/>
                </a:lnTo>
                <a:lnTo>
                  <a:pt x="1696212" y="163302"/>
                </a:lnTo>
                <a:close/>
              </a:path>
              <a:path w="1811020" h="349250">
                <a:moveTo>
                  <a:pt x="1696212" y="103632"/>
                </a:moveTo>
                <a:lnTo>
                  <a:pt x="1692140" y="88939"/>
                </a:lnTo>
                <a:lnTo>
                  <a:pt x="1683067" y="77533"/>
                </a:lnTo>
                <a:lnTo>
                  <a:pt x="1670280" y="70413"/>
                </a:lnTo>
                <a:lnTo>
                  <a:pt x="1655064" y="68580"/>
                </a:lnTo>
                <a:lnTo>
                  <a:pt x="1630398" y="70774"/>
                </a:lnTo>
                <a:lnTo>
                  <a:pt x="1659636" y="106680"/>
                </a:lnTo>
                <a:lnTo>
                  <a:pt x="1659636" y="145050"/>
                </a:lnTo>
                <a:lnTo>
                  <a:pt x="1662684" y="144780"/>
                </a:lnTo>
                <a:lnTo>
                  <a:pt x="1677352" y="140493"/>
                </a:lnTo>
                <a:lnTo>
                  <a:pt x="1688592" y="131064"/>
                </a:lnTo>
                <a:lnTo>
                  <a:pt x="1695259" y="118205"/>
                </a:lnTo>
                <a:lnTo>
                  <a:pt x="1696212" y="103632"/>
                </a:lnTo>
                <a:close/>
              </a:path>
              <a:path w="1811020" h="349250">
                <a:moveTo>
                  <a:pt x="1659636" y="145050"/>
                </a:moveTo>
                <a:lnTo>
                  <a:pt x="1659636" y="106680"/>
                </a:lnTo>
                <a:lnTo>
                  <a:pt x="1637151" y="147049"/>
                </a:lnTo>
                <a:lnTo>
                  <a:pt x="1659636" y="145050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7">
            <a:extLst>
              <a:ext uri="{FF2B5EF4-FFF2-40B4-BE49-F238E27FC236}">
                <a16:creationId xmlns:a16="http://schemas.microsoft.com/office/drawing/2014/main" id="{C3E5663C-0272-A07C-F40C-7E9E47E4C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10" dirty="0" err="1"/>
              <a:t>SGBDs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1955800" y="1198735"/>
            <a:ext cx="9220200" cy="296882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4965" indent="-342265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Cada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programa:</a:t>
            </a:r>
            <a:endParaRPr sz="2800" dirty="0">
              <a:latin typeface="Tahoma"/>
              <a:cs typeface="Tahoma"/>
            </a:endParaRPr>
          </a:p>
          <a:p>
            <a:pPr marL="756285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“Vê”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apenas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lhe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interessam;</a:t>
            </a:r>
            <a:endParaRPr sz="2400" dirty="0">
              <a:latin typeface="Tahoma"/>
              <a:cs typeface="Tahoma"/>
            </a:endParaRPr>
          </a:p>
          <a:p>
            <a:pPr marL="756285" marR="5080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Não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precisam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entrar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em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detalhes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seus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estão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fisicamente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gravados;</a:t>
            </a:r>
            <a:endParaRPr sz="2400" dirty="0">
              <a:latin typeface="Tahoma"/>
              <a:cs typeface="Tahoma"/>
            </a:endParaRPr>
          </a:p>
          <a:p>
            <a:pPr marL="756285" marR="399415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Não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precisa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modificado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estrutura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de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ele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não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utiliza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for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mudada</a:t>
            </a:r>
            <a:endParaRPr sz="24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3656" y="5817108"/>
            <a:ext cx="1435608" cy="113385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697465" y="5632449"/>
            <a:ext cx="708025" cy="828040"/>
            <a:chOff x="7682229" y="5960109"/>
            <a:chExt cx="708025" cy="828040"/>
          </a:xfrm>
        </p:grpSpPr>
        <p:sp>
          <p:nvSpPr>
            <p:cNvPr id="6" name="object 6"/>
            <p:cNvSpPr/>
            <p:nvPr/>
          </p:nvSpPr>
          <p:spPr>
            <a:xfrm>
              <a:off x="7688579" y="5966459"/>
              <a:ext cx="695325" cy="815340"/>
            </a:xfrm>
            <a:custGeom>
              <a:avLst/>
              <a:gdLst/>
              <a:ahLst/>
              <a:cxnLst/>
              <a:rect l="l" t="t" r="r" b="b"/>
              <a:pathLst>
                <a:path w="695325" h="815340">
                  <a:moveTo>
                    <a:pt x="694943" y="815339"/>
                  </a:moveTo>
                  <a:lnTo>
                    <a:pt x="694943" y="0"/>
                  </a:lnTo>
                  <a:lnTo>
                    <a:pt x="0" y="0"/>
                  </a:lnTo>
                  <a:lnTo>
                    <a:pt x="0" y="815339"/>
                  </a:lnTo>
                  <a:lnTo>
                    <a:pt x="694943" y="815339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88579" y="5966459"/>
              <a:ext cx="695325" cy="815340"/>
            </a:xfrm>
            <a:custGeom>
              <a:avLst/>
              <a:gdLst/>
              <a:ahLst/>
              <a:cxnLst/>
              <a:rect l="l" t="t" r="r" b="b"/>
              <a:pathLst>
                <a:path w="695325" h="815340">
                  <a:moveTo>
                    <a:pt x="0" y="0"/>
                  </a:moveTo>
                  <a:lnTo>
                    <a:pt x="0" y="815339"/>
                  </a:lnTo>
                  <a:lnTo>
                    <a:pt x="694943" y="815339"/>
                  </a:lnTo>
                  <a:lnTo>
                    <a:pt x="694943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705086" y="5556249"/>
            <a:ext cx="692785" cy="148590"/>
            <a:chOff x="7689850" y="5883909"/>
            <a:chExt cx="692785" cy="148590"/>
          </a:xfrm>
        </p:grpSpPr>
        <p:sp>
          <p:nvSpPr>
            <p:cNvPr id="9" name="object 9"/>
            <p:cNvSpPr/>
            <p:nvPr/>
          </p:nvSpPr>
          <p:spPr>
            <a:xfrm>
              <a:off x="7696199" y="5890259"/>
              <a:ext cx="680085" cy="135890"/>
            </a:xfrm>
            <a:custGeom>
              <a:avLst/>
              <a:gdLst/>
              <a:ahLst/>
              <a:cxnLst/>
              <a:rect l="l" t="t" r="r" b="b"/>
              <a:pathLst>
                <a:path w="680084" h="135889">
                  <a:moveTo>
                    <a:pt x="679703" y="67055"/>
                  </a:moveTo>
                  <a:lnTo>
                    <a:pt x="645118" y="37766"/>
                  </a:lnTo>
                  <a:lnTo>
                    <a:pt x="604965" y="25308"/>
                  </a:lnTo>
                  <a:lnTo>
                    <a:pt x="552310" y="14875"/>
                  </a:lnTo>
                  <a:lnTo>
                    <a:pt x="489203" y="6895"/>
                  </a:lnTo>
                  <a:lnTo>
                    <a:pt x="417700" y="1795"/>
                  </a:lnTo>
                  <a:lnTo>
                    <a:pt x="339851" y="0"/>
                  </a:lnTo>
                  <a:lnTo>
                    <a:pt x="262003" y="1795"/>
                  </a:lnTo>
                  <a:lnTo>
                    <a:pt x="190499" y="6895"/>
                  </a:lnTo>
                  <a:lnTo>
                    <a:pt x="127393" y="14875"/>
                  </a:lnTo>
                  <a:lnTo>
                    <a:pt x="74738" y="25308"/>
                  </a:lnTo>
                  <a:lnTo>
                    <a:pt x="34585" y="37766"/>
                  </a:lnTo>
                  <a:lnTo>
                    <a:pt x="0" y="67055"/>
                  </a:lnTo>
                  <a:lnTo>
                    <a:pt x="8988" y="82851"/>
                  </a:lnTo>
                  <a:lnTo>
                    <a:pt x="74738" y="110043"/>
                  </a:lnTo>
                  <a:lnTo>
                    <a:pt x="127393" y="120640"/>
                  </a:lnTo>
                  <a:lnTo>
                    <a:pt x="190499" y="128704"/>
                  </a:lnTo>
                  <a:lnTo>
                    <a:pt x="262003" y="133836"/>
                  </a:lnTo>
                  <a:lnTo>
                    <a:pt x="339851" y="135635"/>
                  </a:lnTo>
                  <a:lnTo>
                    <a:pt x="417700" y="133836"/>
                  </a:lnTo>
                  <a:lnTo>
                    <a:pt x="489203" y="128704"/>
                  </a:lnTo>
                  <a:lnTo>
                    <a:pt x="552310" y="120640"/>
                  </a:lnTo>
                  <a:lnTo>
                    <a:pt x="604965" y="110043"/>
                  </a:lnTo>
                  <a:lnTo>
                    <a:pt x="645118" y="97313"/>
                  </a:lnTo>
                  <a:lnTo>
                    <a:pt x="679703" y="670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96199" y="5890259"/>
              <a:ext cx="680085" cy="135890"/>
            </a:xfrm>
            <a:custGeom>
              <a:avLst/>
              <a:gdLst/>
              <a:ahLst/>
              <a:cxnLst/>
              <a:rect l="l" t="t" r="r" b="b"/>
              <a:pathLst>
                <a:path w="680084" h="135889">
                  <a:moveTo>
                    <a:pt x="339851" y="0"/>
                  </a:moveTo>
                  <a:lnTo>
                    <a:pt x="262003" y="1795"/>
                  </a:lnTo>
                  <a:lnTo>
                    <a:pt x="190499" y="6895"/>
                  </a:lnTo>
                  <a:lnTo>
                    <a:pt x="127393" y="14875"/>
                  </a:lnTo>
                  <a:lnTo>
                    <a:pt x="74738" y="25308"/>
                  </a:lnTo>
                  <a:lnTo>
                    <a:pt x="34585" y="37766"/>
                  </a:lnTo>
                  <a:lnTo>
                    <a:pt x="0" y="67055"/>
                  </a:lnTo>
                  <a:lnTo>
                    <a:pt x="8988" y="82851"/>
                  </a:lnTo>
                  <a:lnTo>
                    <a:pt x="74738" y="110043"/>
                  </a:lnTo>
                  <a:lnTo>
                    <a:pt x="127393" y="120640"/>
                  </a:lnTo>
                  <a:lnTo>
                    <a:pt x="190499" y="128704"/>
                  </a:lnTo>
                  <a:lnTo>
                    <a:pt x="262003" y="133836"/>
                  </a:lnTo>
                  <a:lnTo>
                    <a:pt x="339851" y="135635"/>
                  </a:lnTo>
                  <a:lnTo>
                    <a:pt x="417700" y="133836"/>
                  </a:lnTo>
                  <a:lnTo>
                    <a:pt x="489203" y="128704"/>
                  </a:lnTo>
                  <a:lnTo>
                    <a:pt x="552310" y="120640"/>
                  </a:lnTo>
                  <a:lnTo>
                    <a:pt x="604965" y="110043"/>
                  </a:lnTo>
                  <a:lnTo>
                    <a:pt x="645118" y="97313"/>
                  </a:lnTo>
                  <a:lnTo>
                    <a:pt x="679703" y="67055"/>
                  </a:lnTo>
                  <a:lnTo>
                    <a:pt x="670715" y="51824"/>
                  </a:lnTo>
                  <a:lnTo>
                    <a:pt x="604965" y="25308"/>
                  </a:lnTo>
                  <a:lnTo>
                    <a:pt x="552310" y="14875"/>
                  </a:lnTo>
                  <a:lnTo>
                    <a:pt x="489203" y="6895"/>
                  </a:lnTo>
                  <a:lnTo>
                    <a:pt x="417700" y="1795"/>
                  </a:lnTo>
                  <a:lnTo>
                    <a:pt x="33985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83552" y="4351019"/>
            <a:ext cx="1421892" cy="115214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6995667" y="4760976"/>
            <a:ext cx="853440" cy="2167255"/>
            <a:chOff x="4980432" y="5088635"/>
            <a:chExt cx="853440" cy="2167255"/>
          </a:xfrm>
        </p:grpSpPr>
        <p:sp>
          <p:nvSpPr>
            <p:cNvPr id="13" name="object 13"/>
            <p:cNvSpPr/>
            <p:nvPr/>
          </p:nvSpPr>
          <p:spPr>
            <a:xfrm>
              <a:off x="5018532" y="5126735"/>
              <a:ext cx="777240" cy="2091055"/>
            </a:xfrm>
            <a:custGeom>
              <a:avLst/>
              <a:gdLst/>
              <a:ahLst/>
              <a:cxnLst/>
              <a:rect l="l" t="t" r="r" b="b"/>
              <a:pathLst>
                <a:path w="777239" h="2091054">
                  <a:moveTo>
                    <a:pt x="777239" y="2090927"/>
                  </a:moveTo>
                  <a:lnTo>
                    <a:pt x="777239" y="0"/>
                  </a:lnTo>
                  <a:lnTo>
                    <a:pt x="0" y="0"/>
                  </a:lnTo>
                  <a:lnTo>
                    <a:pt x="0" y="2090927"/>
                  </a:lnTo>
                  <a:lnTo>
                    <a:pt x="777239" y="2090927"/>
                  </a:lnTo>
                  <a:close/>
                </a:path>
              </a:pathLst>
            </a:custGeom>
            <a:solidFill>
              <a:srgbClr val="9865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18532" y="5126735"/>
              <a:ext cx="777240" cy="2091055"/>
            </a:xfrm>
            <a:custGeom>
              <a:avLst/>
              <a:gdLst/>
              <a:ahLst/>
              <a:cxnLst/>
              <a:rect l="l" t="t" r="r" b="b"/>
              <a:pathLst>
                <a:path w="777239" h="2091054">
                  <a:moveTo>
                    <a:pt x="0" y="0"/>
                  </a:moveTo>
                  <a:lnTo>
                    <a:pt x="0" y="2090927"/>
                  </a:lnTo>
                  <a:lnTo>
                    <a:pt x="777239" y="2090927"/>
                  </a:lnTo>
                  <a:lnTo>
                    <a:pt x="777239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7989316" y="5949696"/>
            <a:ext cx="1428115" cy="228600"/>
          </a:xfrm>
          <a:custGeom>
            <a:avLst/>
            <a:gdLst/>
            <a:ahLst/>
            <a:cxnLst/>
            <a:rect l="l" t="t" r="r" b="b"/>
            <a:pathLst>
              <a:path w="1428115" h="228600">
                <a:moveTo>
                  <a:pt x="228600" y="0"/>
                </a:moveTo>
                <a:lnTo>
                  <a:pt x="0" y="114300"/>
                </a:lnTo>
                <a:lnTo>
                  <a:pt x="114300" y="171450"/>
                </a:lnTo>
                <a:lnTo>
                  <a:pt x="114300" y="114300"/>
                </a:lnTo>
                <a:lnTo>
                  <a:pt x="117252" y="99345"/>
                </a:lnTo>
                <a:lnTo>
                  <a:pt x="125349" y="87249"/>
                </a:lnTo>
                <a:lnTo>
                  <a:pt x="137445" y="79152"/>
                </a:lnTo>
                <a:lnTo>
                  <a:pt x="152400" y="76200"/>
                </a:lnTo>
                <a:lnTo>
                  <a:pt x="177800" y="76200"/>
                </a:lnTo>
                <a:lnTo>
                  <a:pt x="228600" y="0"/>
                </a:lnTo>
                <a:close/>
              </a:path>
              <a:path w="1428115" h="228600">
                <a:moveTo>
                  <a:pt x="177800" y="152400"/>
                </a:moveTo>
                <a:lnTo>
                  <a:pt x="152400" y="114300"/>
                </a:lnTo>
                <a:lnTo>
                  <a:pt x="152400" y="76200"/>
                </a:lnTo>
                <a:lnTo>
                  <a:pt x="137445" y="79152"/>
                </a:lnTo>
                <a:lnTo>
                  <a:pt x="125349" y="87249"/>
                </a:lnTo>
                <a:lnTo>
                  <a:pt x="117252" y="99345"/>
                </a:lnTo>
                <a:lnTo>
                  <a:pt x="114300" y="114300"/>
                </a:lnTo>
                <a:lnTo>
                  <a:pt x="117252" y="129254"/>
                </a:lnTo>
                <a:lnTo>
                  <a:pt x="125349" y="141351"/>
                </a:lnTo>
                <a:lnTo>
                  <a:pt x="137445" y="149447"/>
                </a:lnTo>
                <a:lnTo>
                  <a:pt x="152400" y="152400"/>
                </a:lnTo>
                <a:lnTo>
                  <a:pt x="152400" y="114300"/>
                </a:lnTo>
                <a:lnTo>
                  <a:pt x="177800" y="76200"/>
                </a:lnTo>
                <a:lnTo>
                  <a:pt x="177800" y="152400"/>
                </a:lnTo>
                <a:close/>
              </a:path>
              <a:path w="1428115" h="228600">
                <a:moveTo>
                  <a:pt x="228600" y="228600"/>
                </a:moveTo>
                <a:lnTo>
                  <a:pt x="177800" y="152400"/>
                </a:lnTo>
                <a:lnTo>
                  <a:pt x="152400" y="152400"/>
                </a:lnTo>
                <a:lnTo>
                  <a:pt x="137445" y="149447"/>
                </a:lnTo>
                <a:lnTo>
                  <a:pt x="125349" y="141351"/>
                </a:lnTo>
                <a:lnTo>
                  <a:pt x="117252" y="129254"/>
                </a:lnTo>
                <a:lnTo>
                  <a:pt x="114300" y="114300"/>
                </a:lnTo>
                <a:lnTo>
                  <a:pt x="114300" y="171450"/>
                </a:lnTo>
                <a:lnTo>
                  <a:pt x="228600" y="228600"/>
                </a:lnTo>
                <a:close/>
              </a:path>
              <a:path w="1428115" h="228600">
                <a:moveTo>
                  <a:pt x="1275588" y="114300"/>
                </a:moveTo>
                <a:lnTo>
                  <a:pt x="1250188" y="76200"/>
                </a:lnTo>
                <a:lnTo>
                  <a:pt x="177800" y="76200"/>
                </a:lnTo>
                <a:lnTo>
                  <a:pt x="152400" y="114300"/>
                </a:lnTo>
                <a:lnTo>
                  <a:pt x="177800" y="152400"/>
                </a:lnTo>
                <a:lnTo>
                  <a:pt x="1250188" y="152400"/>
                </a:lnTo>
                <a:lnTo>
                  <a:pt x="1275588" y="114300"/>
                </a:lnTo>
                <a:close/>
              </a:path>
              <a:path w="1428115" h="228600">
                <a:moveTo>
                  <a:pt x="1427988" y="114300"/>
                </a:moveTo>
                <a:lnTo>
                  <a:pt x="1199388" y="0"/>
                </a:lnTo>
                <a:lnTo>
                  <a:pt x="1250188" y="76200"/>
                </a:lnTo>
                <a:lnTo>
                  <a:pt x="1275588" y="76200"/>
                </a:lnTo>
                <a:lnTo>
                  <a:pt x="1290542" y="79152"/>
                </a:lnTo>
                <a:lnTo>
                  <a:pt x="1302639" y="87249"/>
                </a:lnTo>
                <a:lnTo>
                  <a:pt x="1310735" y="99345"/>
                </a:lnTo>
                <a:lnTo>
                  <a:pt x="1313688" y="114300"/>
                </a:lnTo>
                <a:lnTo>
                  <a:pt x="1313688" y="171450"/>
                </a:lnTo>
                <a:lnTo>
                  <a:pt x="1427988" y="114300"/>
                </a:lnTo>
                <a:close/>
              </a:path>
              <a:path w="1428115" h="228600">
                <a:moveTo>
                  <a:pt x="1313688" y="171450"/>
                </a:moveTo>
                <a:lnTo>
                  <a:pt x="1313688" y="114300"/>
                </a:lnTo>
                <a:lnTo>
                  <a:pt x="1310735" y="129254"/>
                </a:lnTo>
                <a:lnTo>
                  <a:pt x="1302639" y="141351"/>
                </a:lnTo>
                <a:lnTo>
                  <a:pt x="1290542" y="149447"/>
                </a:lnTo>
                <a:lnTo>
                  <a:pt x="1275588" y="152400"/>
                </a:lnTo>
                <a:lnTo>
                  <a:pt x="1250188" y="152400"/>
                </a:lnTo>
                <a:lnTo>
                  <a:pt x="1199388" y="228600"/>
                </a:lnTo>
                <a:lnTo>
                  <a:pt x="1313688" y="171450"/>
                </a:lnTo>
                <a:close/>
              </a:path>
              <a:path w="1428115" h="228600">
                <a:moveTo>
                  <a:pt x="1313688" y="114300"/>
                </a:moveTo>
                <a:lnTo>
                  <a:pt x="1310735" y="99345"/>
                </a:lnTo>
                <a:lnTo>
                  <a:pt x="1302639" y="87249"/>
                </a:lnTo>
                <a:lnTo>
                  <a:pt x="1290542" y="79152"/>
                </a:lnTo>
                <a:lnTo>
                  <a:pt x="1275588" y="76200"/>
                </a:lnTo>
                <a:lnTo>
                  <a:pt x="1250188" y="76200"/>
                </a:lnTo>
                <a:lnTo>
                  <a:pt x="1275588" y="114300"/>
                </a:lnTo>
                <a:lnTo>
                  <a:pt x="1275588" y="152400"/>
                </a:lnTo>
                <a:lnTo>
                  <a:pt x="1290542" y="149447"/>
                </a:lnTo>
                <a:lnTo>
                  <a:pt x="1302639" y="141351"/>
                </a:lnTo>
                <a:lnTo>
                  <a:pt x="1310735" y="129254"/>
                </a:lnTo>
                <a:lnTo>
                  <a:pt x="1313688" y="114300"/>
                </a:lnTo>
                <a:close/>
              </a:path>
              <a:path w="1428115" h="228600">
                <a:moveTo>
                  <a:pt x="1275588" y="152400"/>
                </a:moveTo>
                <a:lnTo>
                  <a:pt x="1275588" y="114300"/>
                </a:lnTo>
                <a:lnTo>
                  <a:pt x="1250188" y="152400"/>
                </a:lnTo>
                <a:lnTo>
                  <a:pt x="1275588" y="152400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27600" y="4876800"/>
            <a:ext cx="1823085" cy="638810"/>
          </a:xfrm>
          <a:custGeom>
            <a:avLst/>
            <a:gdLst/>
            <a:ahLst/>
            <a:cxnLst/>
            <a:rect l="l" t="t" r="r" b="b"/>
            <a:pathLst>
              <a:path w="1823085" h="638810">
                <a:moveTo>
                  <a:pt x="252984" y="0"/>
                </a:moveTo>
                <a:lnTo>
                  <a:pt x="0" y="44196"/>
                </a:lnTo>
                <a:lnTo>
                  <a:pt x="108418" y="146393"/>
                </a:lnTo>
                <a:lnTo>
                  <a:pt x="108418" y="91963"/>
                </a:lnTo>
                <a:lnTo>
                  <a:pt x="109728" y="76200"/>
                </a:lnTo>
                <a:lnTo>
                  <a:pt x="116895" y="63174"/>
                </a:lnTo>
                <a:lnTo>
                  <a:pt x="128206" y="54292"/>
                </a:lnTo>
                <a:lnTo>
                  <a:pt x="142089" y="50268"/>
                </a:lnTo>
                <a:lnTo>
                  <a:pt x="156972" y="51816"/>
                </a:lnTo>
                <a:lnTo>
                  <a:pt x="181516" y="59215"/>
                </a:lnTo>
                <a:lnTo>
                  <a:pt x="252984" y="0"/>
                </a:lnTo>
                <a:close/>
              </a:path>
              <a:path w="1823085" h="638810">
                <a:moveTo>
                  <a:pt x="181516" y="59215"/>
                </a:moveTo>
                <a:lnTo>
                  <a:pt x="156972" y="51816"/>
                </a:lnTo>
                <a:lnTo>
                  <a:pt x="142089" y="50268"/>
                </a:lnTo>
                <a:lnTo>
                  <a:pt x="128206" y="54292"/>
                </a:lnTo>
                <a:lnTo>
                  <a:pt x="116895" y="63174"/>
                </a:lnTo>
                <a:lnTo>
                  <a:pt x="109728" y="76200"/>
                </a:lnTo>
                <a:lnTo>
                  <a:pt x="108418" y="91963"/>
                </a:lnTo>
                <a:lnTo>
                  <a:pt x="112966" y="106299"/>
                </a:lnTo>
                <a:lnTo>
                  <a:pt x="122372" y="117776"/>
                </a:lnTo>
                <a:lnTo>
                  <a:pt x="135636" y="124968"/>
                </a:lnTo>
                <a:lnTo>
                  <a:pt x="146304" y="128187"/>
                </a:lnTo>
                <a:lnTo>
                  <a:pt x="146304" y="88392"/>
                </a:lnTo>
                <a:lnTo>
                  <a:pt x="181516" y="59215"/>
                </a:lnTo>
                <a:close/>
              </a:path>
              <a:path w="1823085" h="638810">
                <a:moveTo>
                  <a:pt x="185928" y="219456"/>
                </a:moveTo>
                <a:lnTo>
                  <a:pt x="159543" y="132183"/>
                </a:lnTo>
                <a:lnTo>
                  <a:pt x="135636" y="124968"/>
                </a:lnTo>
                <a:lnTo>
                  <a:pt x="122372" y="117776"/>
                </a:lnTo>
                <a:lnTo>
                  <a:pt x="112966" y="106299"/>
                </a:lnTo>
                <a:lnTo>
                  <a:pt x="108418" y="91963"/>
                </a:lnTo>
                <a:lnTo>
                  <a:pt x="108418" y="146393"/>
                </a:lnTo>
                <a:lnTo>
                  <a:pt x="185928" y="219456"/>
                </a:lnTo>
                <a:close/>
              </a:path>
              <a:path w="1823085" h="638810">
                <a:moveTo>
                  <a:pt x="1677924" y="550164"/>
                </a:moveTo>
                <a:lnTo>
                  <a:pt x="1664124" y="506211"/>
                </a:lnTo>
                <a:lnTo>
                  <a:pt x="181516" y="59215"/>
                </a:lnTo>
                <a:lnTo>
                  <a:pt x="146304" y="88392"/>
                </a:lnTo>
                <a:lnTo>
                  <a:pt x="159543" y="132183"/>
                </a:lnTo>
                <a:lnTo>
                  <a:pt x="1642311" y="579671"/>
                </a:lnTo>
                <a:lnTo>
                  <a:pt x="1677924" y="550164"/>
                </a:lnTo>
                <a:close/>
              </a:path>
              <a:path w="1823085" h="638810">
                <a:moveTo>
                  <a:pt x="159543" y="132183"/>
                </a:moveTo>
                <a:lnTo>
                  <a:pt x="146304" y="88392"/>
                </a:lnTo>
                <a:lnTo>
                  <a:pt x="146304" y="128187"/>
                </a:lnTo>
                <a:lnTo>
                  <a:pt x="159543" y="132183"/>
                </a:lnTo>
                <a:close/>
              </a:path>
              <a:path w="1823085" h="638810">
                <a:moveTo>
                  <a:pt x="1714523" y="613373"/>
                </a:moveTo>
                <a:lnTo>
                  <a:pt x="1714523" y="545949"/>
                </a:lnTo>
                <a:lnTo>
                  <a:pt x="1712976" y="560832"/>
                </a:lnTo>
                <a:lnTo>
                  <a:pt x="1706022" y="574738"/>
                </a:lnTo>
                <a:lnTo>
                  <a:pt x="1695069" y="584073"/>
                </a:lnTo>
                <a:lnTo>
                  <a:pt x="1681257" y="588264"/>
                </a:lnTo>
                <a:lnTo>
                  <a:pt x="1665732" y="586740"/>
                </a:lnTo>
                <a:lnTo>
                  <a:pt x="1642311" y="579671"/>
                </a:lnTo>
                <a:lnTo>
                  <a:pt x="1571244" y="638556"/>
                </a:lnTo>
                <a:lnTo>
                  <a:pt x="1714523" y="613373"/>
                </a:lnTo>
                <a:close/>
              </a:path>
              <a:path w="1823085" h="638810">
                <a:moveTo>
                  <a:pt x="1822704" y="594360"/>
                </a:moveTo>
                <a:lnTo>
                  <a:pt x="1636776" y="419100"/>
                </a:lnTo>
                <a:lnTo>
                  <a:pt x="1664124" y="506211"/>
                </a:lnTo>
                <a:lnTo>
                  <a:pt x="1688592" y="513588"/>
                </a:lnTo>
                <a:lnTo>
                  <a:pt x="1701617" y="520755"/>
                </a:lnTo>
                <a:lnTo>
                  <a:pt x="1710499" y="532066"/>
                </a:lnTo>
                <a:lnTo>
                  <a:pt x="1714523" y="545949"/>
                </a:lnTo>
                <a:lnTo>
                  <a:pt x="1714523" y="613373"/>
                </a:lnTo>
                <a:lnTo>
                  <a:pt x="1822704" y="594360"/>
                </a:lnTo>
                <a:close/>
              </a:path>
              <a:path w="1823085" h="638810">
                <a:moveTo>
                  <a:pt x="1677924" y="587936"/>
                </a:moveTo>
                <a:lnTo>
                  <a:pt x="1677924" y="550164"/>
                </a:lnTo>
                <a:lnTo>
                  <a:pt x="1642311" y="579671"/>
                </a:lnTo>
                <a:lnTo>
                  <a:pt x="1665732" y="586740"/>
                </a:lnTo>
                <a:lnTo>
                  <a:pt x="1677924" y="587936"/>
                </a:lnTo>
                <a:close/>
              </a:path>
              <a:path w="1823085" h="638810">
                <a:moveTo>
                  <a:pt x="1714523" y="545949"/>
                </a:moveTo>
                <a:lnTo>
                  <a:pt x="1710499" y="532066"/>
                </a:lnTo>
                <a:lnTo>
                  <a:pt x="1701617" y="520755"/>
                </a:lnTo>
                <a:lnTo>
                  <a:pt x="1688592" y="513588"/>
                </a:lnTo>
                <a:lnTo>
                  <a:pt x="1664124" y="506211"/>
                </a:lnTo>
                <a:lnTo>
                  <a:pt x="1677924" y="550164"/>
                </a:lnTo>
                <a:lnTo>
                  <a:pt x="1677924" y="587936"/>
                </a:lnTo>
                <a:lnTo>
                  <a:pt x="1681257" y="588264"/>
                </a:lnTo>
                <a:lnTo>
                  <a:pt x="1695069" y="584073"/>
                </a:lnTo>
                <a:lnTo>
                  <a:pt x="1706022" y="574738"/>
                </a:lnTo>
                <a:lnTo>
                  <a:pt x="1712976" y="560832"/>
                </a:lnTo>
                <a:lnTo>
                  <a:pt x="1714523" y="545949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13884" y="6132576"/>
            <a:ext cx="1812289" cy="349250"/>
          </a:xfrm>
          <a:custGeom>
            <a:avLst/>
            <a:gdLst/>
            <a:ahLst/>
            <a:cxnLst/>
            <a:rect l="l" t="t" r="r" b="b"/>
            <a:pathLst>
              <a:path w="1812289" h="349250">
                <a:moveTo>
                  <a:pt x="217932" y="120396"/>
                </a:moveTo>
                <a:lnTo>
                  <a:pt x="0" y="254508"/>
                </a:lnTo>
                <a:lnTo>
                  <a:pt x="114300" y="299934"/>
                </a:lnTo>
                <a:lnTo>
                  <a:pt x="114300" y="245364"/>
                </a:lnTo>
                <a:lnTo>
                  <a:pt x="116109" y="230124"/>
                </a:lnTo>
                <a:lnTo>
                  <a:pt x="123063" y="217170"/>
                </a:lnTo>
                <a:lnTo>
                  <a:pt x="134016" y="207645"/>
                </a:lnTo>
                <a:lnTo>
                  <a:pt x="147828" y="202692"/>
                </a:lnTo>
                <a:lnTo>
                  <a:pt x="174424" y="200327"/>
                </a:lnTo>
                <a:lnTo>
                  <a:pt x="217932" y="120396"/>
                </a:lnTo>
                <a:close/>
              </a:path>
              <a:path w="1812289" h="349250">
                <a:moveTo>
                  <a:pt x="174424" y="200327"/>
                </a:moveTo>
                <a:lnTo>
                  <a:pt x="134016" y="207645"/>
                </a:lnTo>
                <a:lnTo>
                  <a:pt x="114300" y="245364"/>
                </a:lnTo>
                <a:lnTo>
                  <a:pt x="118371" y="259175"/>
                </a:lnTo>
                <a:lnTo>
                  <a:pt x="127444" y="270129"/>
                </a:lnTo>
                <a:lnTo>
                  <a:pt x="140231" y="277082"/>
                </a:lnTo>
                <a:lnTo>
                  <a:pt x="152400" y="278529"/>
                </a:lnTo>
                <a:lnTo>
                  <a:pt x="152400" y="240792"/>
                </a:lnTo>
                <a:lnTo>
                  <a:pt x="174424" y="200327"/>
                </a:lnTo>
                <a:close/>
              </a:path>
              <a:path w="1812289" h="349250">
                <a:moveTo>
                  <a:pt x="237744" y="348996"/>
                </a:moveTo>
                <a:lnTo>
                  <a:pt x="180679" y="276646"/>
                </a:lnTo>
                <a:lnTo>
                  <a:pt x="155448" y="278892"/>
                </a:lnTo>
                <a:lnTo>
                  <a:pt x="140231" y="277082"/>
                </a:lnTo>
                <a:lnTo>
                  <a:pt x="127444" y="270129"/>
                </a:lnTo>
                <a:lnTo>
                  <a:pt x="118371" y="259175"/>
                </a:lnTo>
                <a:lnTo>
                  <a:pt x="114300" y="245364"/>
                </a:lnTo>
                <a:lnTo>
                  <a:pt x="114300" y="299934"/>
                </a:lnTo>
                <a:lnTo>
                  <a:pt x="237744" y="348996"/>
                </a:lnTo>
                <a:close/>
              </a:path>
              <a:path w="1812289" h="349250">
                <a:moveTo>
                  <a:pt x="1659636" y="106680"/>
                </a:moveTo>
                <a:lnTo>
                  <a:pt x="1630977" y="70856"/>
                </a:lnTo>
                <a:lnTo>
                  <a:pt x="174424" y="200327"/>
                </a:lnTo>
                <a:lnTo>
                  <a:pt x="152400" y="240792"/>
                </a:lnTo>
                <a:lnTo>
                  <a:pt x="180679" y="276646"/>
                </a:lnTo>
                <a:lnTo>
                  <a:pt x="1637687" y="147004"/>
                </a:lnTo>
                <a:lnTo>
                  <a:pt x="1659636" y="106680"/>
                </a:lnTo>
                <a:close/>
              </a:path>
              <a:path w="1812289" h="349250">
                <a:moveTo>
                  <a:pt x="180679" y="276646"/>
                </a:moveTo>
                <a:lnTo>
                  <a:pt x="152400" y="240792"/>
                </a:lnTo>
                <a:lnTo>
                  <a:pt x="152400" y="278529"/>
                </a:lnTo>
                <a:lnTo>
                  <a:pt x="155448" y="278892"/>
                </a:lnTo>
                <a:lnTo>
                  <a:pt x="180679" y="276646"/>
                </a:lnTo>
                <a:close/>
              </a:path>
              <a:path w="1812289" h="349250">
                <a:moveTo>
                  <a:pt x="1812036" y="92964"/>
                </a:moveTo>
                <a:lnTo>
                  <a:pt x="1574292" y="0"/>
                </a:lnTo>
                <a:lnTo>
                  <a:pt x="1630977" y="70856"/>
                </a:lnTo>
                <a:lnTo>
                  <a:pt x="1656588" y="68580"/>
                </a:lnTo>
                <a:lnTo>
                  <a:pt x="1671804" y="70413"/>
                </a:lnTo>
                <a:lnTo>
                  <a:pt x="1684591" y="77533"/>
                </a:lnTo>
                <a:lnTo>
                  <a:pt x="1693664" y="88939"/>
                </a:lnTo>
                <a:lnTo>
                  <a:pt x="1697736" y="103632"/>
                </a:lnTo>
                <a:lnTo>
                  <a:pt x="1697736" y="163302"/>
                </a:lnTo>
                <a:lnTo>
                  <a:pt x="1812036" y="92964"/>
                </a:lnTo>
                <a:close/>
              </a:path>
              <a:path w="1812289" h="349250">
                <a:moveTo>
                  <a:pt x="1697736" y="163302"/>
                </a:moveTo>
                <a:lnTo>
                  <a:pt x="1697736" y="103632"/>
                </a:lnTo>
                <a:lnTo>
                  <a:pt x="1695902" y="118205"/>
                </a:lnTo>
                <a:lnTo>
                  <a:pt x="1688782" y="131064"/>
                </a:lnTo>
                <a:lnTo>
                  <a:pt x="1677376" y="140493"/>
                </a:lnTo>
                <a:lnTo>
                  <a:pt x="1662684" y="144780"/>
                </a:lnTo>
                <a:lnTo>
                  <a:pt x="1637687" y="147004"/>
                </a:lnTo>
                <a:lnTo>
                  <a:pt x="1594104" y="227076"/>
                </a:lnTo>
                <a:lnTo>
                  <a:pt x="1697736" y="163302"/>
                </a:lnTo>
                <a:close/>
              </a:path>
              <a:path w="1812289" h="349250">
                <a:moveTo>
                  <a:pt x="1697736" y="103632"/>
                </a:moveTo>
                <a:lnTo>
                  <a:pt x="1693664" y="88939"/>
                </a:lnTo>
                <a:lnTo>
                  <a:pt x="1684591" y="77533"/>
                </a:lnTo>
                <a:lnTo>
                  <a:pt x="1671804" y="70413"/>
                </a:lnTo>
                <a:lnTo>
                  <a:pt x="1656588" y="68580"/>
                </a:lnTo>
                <a:lnTo>
                  <a:pt x="1630977" y="70856"/>
                </a:lnTo>
                <a:lnTo>
                  <a:pt x="1659636" y="106680"/>
                </a:lnTo>
                <a:lnTo>
                  <a:pt x="1659636" y="145051"/>
                </a:lnTo>
                <a:lnTo>
                  <a:pt x="1662684" y="144780"/>
                </a:lnTo>
                <a:lnTo>
                  <a:pt x="1677376" y="140493"/>
                </a:lnTo>
                <a:lnTo>
                  <a:pt x="1688782" y="131064"/>
                </a:lnTo>
                <a:lnTo>
                  <a:pt x="1695902" y="118205"/>
                </a:lnTo>
                <a:lnTo>
                  <a:pt x="1697736" y="103632"/>
                </a:lnTo>
                <a:close/>
              </a:path>
              <a:path w="1812289" h="349250">
                <a:moveTo>
                  <a:pt x="1659636" y="145051"/>
                </a:moveTo>
                <a:lnTo>
                  <a:pt x="1659636" y="106680"/>
                </a:lnTo>
                <a:lnTo>
                  <a:pt x="1637687" y="147004"/>
                </a:lnTo>
                <a:lnTo>
                  <a:pt x="1659636" y="145051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35805B1-4A52-6B67-9A4C-CF8939DD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</a:t>
            </a:r>
            <a:r>
              <a:rPr lang="pt-BR" spc="-95" dirty="0"/>
              <a:t> </a:t>
            </a:r>
            <a:r>
              <a:rPr lang="pt-BR" dirty="0"/>
              <a:t>de</a:t>
            </a:r>
            <a:r>
              <a:rPr lang="pt-BR" spc="-100" dirty="0"/>
              <a:t> </a:t>
            </a:r>
            <a:r>
              <a:rPr lang="pt-BR" spc="-10" dirty="0" err="1"/>
              <a:t>SGBDs</a:t>
            </a:r>
            <a:endParaRPr lang="pt-BR" dirty="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508000" y="1219201"/>
            <a:ext cx="12801600" cy="3538276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6235" indent="-343535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6235" algn="l"/>
              </a:tabLst>
            </a:pPr>
            <a:r>
              <a:rPr sz="3200" i="0" dirty="0">
                <a:latin typeface="Tahoma"/>
                <a:cs typeface="Tahoma"/>
              </a:rPr>
              <a:t>Consistência</a:t>
            </a:r>
            <a:r>
              <a:rPr sz="3200" i="0" spc="-85" dirty="0">
                <a:latin typeface="Tahoma"/>
                <a:cs typeface="Tahoma"/>
              </a:rPr>
              <a:t> </a:t>
            </a:r>
            <a:r>
              <a:rPr sz="3200" i="0" dirty="0">
                <a:latin typeface="Tahoma"/>
                <a:cs typeface="Tahoma"/>
              </a:rPr>
              <a:t>de</a:t>
            </a:r>
            <a:r>
              <a:rPr sz="3200" i="0" spc="-80" dirty="0">
                <a:latin typeface="Tahoma"/>
                <a:cs typeface="Tahoma"/>
              </a:rPr>
              <a:t> </a:t>
            </a:r>
            <a:r>
              <a:rPr sz="3200" i="0" spc="-10" dirty="0">
                <a:latin typeface="Tahoma"/>
                <a:cs typeface="Tahoma"/>
              </a:rPr>
              <a:t>dados:</a:t>
            </a:r>
            <a:endParaRPr sz="3200" dirty="0">
              <a:latin typeface="Tahoma"/>
              <a:cs typeface="Tahoma"/>
            </a:endParaRPr>
          </a:p>
          <a:p>
            <a:pPr marL="756285" marR="216535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3571"/>
              <a:buFont typeface="Segoe UI Symbol"/>
              <a:buChar char="■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SGBD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avalia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recebidos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através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regras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integridade,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garantindo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que </a:t>
            </a:r>
            <a:r>
              <a:rPr sz="2800" dirty="0">
                <a:latin typeface="Tahoma"/>
                <a:cs typeface="Tahoma"/>
              </a:rPr>
              <a:t>sempre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estejam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corretos.</a:t>
            </a:r>
            <a:endParaRPr sz="2800" dirty="0">
              <a:latin typeface="Tahoma"/>
              <a:cs typeface="Tahoma"/>
            </a:endParaRPr>
          </a:p>
          <a:p>
            <a:pPr marL="356870" indent="-34417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6870" algn="l"/>
              </a:tabLst>
            </a:pPr>
            <a:r>
              <a:rPr sz="3200" i="0" spc="-10" dirty="0">
                <a:latin typeface="Tahoma"/>
                <a:cs typeface="Tahoma"/>
              </a:rPr>
              <a:t>Validade:</a:t>
            </a:r>
            <a:endParaRPr sz="3200" dirty="0">
              <a:latin typeface="Tahoma"/>
              <a:cs typeface="Tahoma"/>
            </a:endParaRPr>
          </a:p>
          <a:p>
            <a:pPr marL="756285" marR="5080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3571"/>
              <a:buFont typeface="Segoe UI Symbol"/>
              <a:buChar char="■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Os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são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válidos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quando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pertencem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ao </a:t>
            </a:r>
            <a:r>
              <a:rPr sz="2800" dirty="0">
                <a:latin typeface="Tahoma"/>
                <a:cs typeface="Tahoma"/>
              </a:rPr>
              <a:t>domínio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valores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possíveis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naquele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caso.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85839" y="2838452"/>
            <a:ext cx="2383790" cy="3237230"/>
          </a:xfrm>
          <a:custGeom>
            <a:avLst/>
            <a:gdLst/>
            <a:ahLst/>
            <a:cxnLst/>
            <a:rect l="l" t="t" r="r" b="b"/>
            <a:pathLst>
              <a:path w="2383790" h="3237229">
                <a:moveTo>
                  <a:pt x="1191767" y="0"/>
                </a:moveTo>
                <a:lnTo>
                  <a:pt x="1150786" y="937"/>
                </a:lnTo>
                <a:lnTo>
                  <a:pt x="1110152" y="3730"/>
                </a:lnTo>
                <a:lnTo>
                  <a:pt x="1069888" y="8348"/>
                </a:lnTo>
                <a:lnTo>
                  <a:pt x="1030015" y="14761"/>
                </a:lnTo>
                <a:lnTo>
                  <a:pt x="990557" y="22939"/>
                </a:lnTo>
                <a:lnTo>
                  <a:pt x="951535" y="32852"/>
                </a:lnTo>
                <a:lnTo>
                  <a:pt x="912971" y="44470"/>
                </a:lnTo>
                <a:lnTo>
                  <a:pt x="874888" y="57763"/>
                </a:lnTo>
                <a:lnTo>
                  <a:pt x="837308" y="72702"/>
                </a:lnTo>
                <a:lnTo>
                  <a:pt x="800252" y="89255"/>
                </a:lnTo>
                <a:lnTo>
                  <a:pt x="763744" y="107393"/>
                </a:lnTo>
                <a:lnTo>
                  <a:pt x="727805" y="127087"/>
                </a:lnTo>
                <a:lnTo>
                  <a:pt x="692457" y="148305"/>
                </a:lnTo>
                <a:lnTo>
                  <a:pt x="657722" y="171019"/>
                </a:lnTo>
                <a:lnTo>
                  <a:pt x="623624" y="195197"/>
                </a:lnTo>
                <a:lnTo>
                  <a:pt x="590183" y="220810"/>
                </a:lnTo>
                <a:lnTo>
                  <a:pt x="557422" y="247828"/>
                </a:lnTo>
                <a:lnTo>
                  <a:pt x="525363" y="276222"/>
                </a:lnTo>
                <a:lnTo>
                  <a:pt x="494028" y="305960"/>
                </a:lnTo>
                <a:lnTo>
                  <a:pt x="463440" y="337013"/>
                </a:lnTo>
                <a:lnTo>
                  <a:pt x="433621" y="369350"/>
                </a:lnTo>
                <a:lnTo>
                  <a:pt x="404592" y="402943"/>
                </a:lnTo>
                <a:lnTo>
                  <a:pt x="376376" y="437761"/>
                </a:lnTo>
                <a:lnTo>
                  <a:pt x="348995" y="473773"/>
                </a:lnTo>
                <a:lnTo>
                  <a:pt x="322472" y="510950"/>
                </a:lnTo>
                <a:lnTo>
                  <a:pt x="296828" y="549262"/>
                </a:lnTo>
                <a:lnTo>
                  <a:pt x="272086" y="588679"/>
                </a:lnTo>
                <a:lnTo>
                  <a:pt x="248267" y="629171"/>
                </a:lnTo>
                <a:lnTo>
                  <a:pt x="225394" y="670707"/>
                </a:lnTo>
                <a:lnTo>
                  <a:pt x="203489" y="713258"/>
                </a:lnTo>
                <a:lnTo>
                  <a:pt x="182575" y="756794"/>
                </a:lnTo>
                <a:lnTo>
                  <a:pt x="162672" y="801285"/>
                </a:lnTo>
                <a:lnTo>
                  <a:pt x="143805" y="846700"/>
                </a:lnTo>
                <a:lnTo>
                  <a:pt x="125994" y="893010"/>
                </a:lnTo>
                <a:lnTo>
                  <a:pt x="109261" y="940185"/>
                </a:lnTo>
                <a:lnTo>
                  <a:pt x="93630" y="988194"/>
                </a:lnTo>
                <a:lnTo>
                  <a:pt x="79122" y="1037009"/>
                </a:lnTo>
                <a:lnTo>
                  <a:pt x="65759" y="1086597"/>
                </a:lnTo>
                <a:lnTo>
                  <a:pt x="53564" y="1136931"/>
                </a:lnTo>
                <a:lnTo>
                  <a:pt x="42559" y="1187979"/>
                </a:lnTo>
                <a:lnTo>
                  <a:pt x="32765" y="1239711"/>
                </a:lnTo>
                <a:lnTo>
                  <a:pt x="24205" y="1292098"/>
                </a:lnTo>
                <a:lnTo>
                  <a:pt x="16901" y="1345110"/>
                </a:lnTo>
                <a:lnTo>
                  <a:pt x="10876" y="1398717"/>
                </a:lnTo>
                <a:lnTo>
                  <a:pt x="6151" y="1452888"/>
                </a:lnTo>
                <a:lnTo>
                  <a:pt x="2748" y="1507593"/>
                </a:lnTo>
                <a:lnTo>
                  <a:pt x="690" y="1562803"/>
                </a:lnTo>
                <a:lnTo>
                  <a:pt x="0" y="1618487"/>
                </a:lnTo>
                <a:lnTo>
                  <a:pt x="690" y="1674081"/>
                </a:lnTo>
                <a:lnTo>
                  <a:pt x="2748" y="1729207"/>
                </a:lnTo>
                <a:lnTo>
                  <a:pt x="6151" y="1783836"/>
                </a:lnTo>
                <a:lnTo>
                  <a:pt x="10876" y="1837938"/>
                </a:lnTo>
                <a:lnTo>
                  <a:pt x="16901" y="1891482"/>
                </a:lnTo>
                <a:lnTo>
                  <a:pt x="24205" y="1944439"/>
                </a:lnTo>
                <a:lnTo>
                  <a:pt x="32765" y="1996777"/>
                </a:lnTo>
                <a:lnTo>
                  <a:pt x="42559" y="2048467"/>
                </a:lnTo>
                <a:lnTo>
                  <a:pt x="53564" y="2099478"/>
                </a:lnTo>
                <a:lnTo>
                  <a:pt x="65759" y="2149781"/>
                </a:lnTo>
                <a:lnTo>
                  <a:pt x="79122" y="2199344"/>
                </a:lnTo>
                <a:lnTo>
                  <a:pt x="93630" y="2248138"/>
                </a:lnTo>
                <a:lnTo>
                  <a:pt x="109261" y="2296132"/>
                </a:lnTo>
                <a:lnTo>
                  <a:pt x="125994" y="2343296"/>
                </a:lnTo>
                <a:lnTo>
                  <a:pt x="143805" y="2389599"/>
                </a:lnTo>
                <a:lnTo>
                  <a:pt x="162672" y="2435013"/>
                </a:lnTo>
                <a:lnTo>
                  <a:pt x="182575" y="2479505"/>
                </a:lnTo>
                <a:lnTo>
                  <a:pt x="203489" y="2523047"/>
                </a:lnTo>
                <a:lnTo>
                  <a:pt x="225394" y="2565607"/>
                </a:lnTo>
                <a:lnTo>
                  <a:pt x="248267" y="2607156"/>
                </a:lnTo>
                <a:lnTo>
                  <a:pt x="272086" y="2647663"/>
                </a:lnTo>
                <a:lnTo>
                  <a:pt x="296828" y="2687098"/>
                </a:lnTo>
                <a:lnTo>
                  <a:pt x="322472" y="2725430"/>
                </a:lnTo>
                <a:lnTo>
                  <a:pt x="348995" y="2762630"/>
                </a:lnTo>
                <a:lnTo>
                  <a:pt x="376376" y="2798668"/>
                </a:lnTo>
                <a:lnTo>
                  <a:pt x="404592" y="2833512"/>
                </a:lnTo>
                <a:lnTo>
                  <a:pt x="433621" y="2867132"/>
                </a:lnTo>
                <a:lnTo>
                  <a:pt x="463440" y="2899499"/>
                </a:lnTo>
                <a:lnTo>
                  <a:pt x="494028" y="2930583"/>
                </a:lnTo>
                <a:lnTo>
                  <a:pt x="525363" y="2960352"/>
                </a:lnTo>
                <a:lnTo>
                  <a:pt x="557422" y="2988776"/>
                </a:lnTo>
                <a:lnTo>
                  <a:pt x="590183" y="3015826"/>
                </a:lnTo>
                <a:lnTo>
                  <a:pt x="623624" y="3041471"/>
                </a:lnTo>
                <a:lnTo>
                  <a:pt x="657722" y="3065681"/>
                </a:lnTo>
                <a:lnTo>
                  <a:pt x="692457" y="3088425"/>
                </a:lnTo>
                <a:lnTo>
                  <a:pt x="727805" y="3109674"/>
                </a:lnTo>
                <a:lnTo>
                  <a:pt x="763744" y="3129396"/>
                </a:lnTo>
                <a:lnTo>
                  <a:pt x="800252" y="3147563"/>
                </a:lnTo>
                <a:lnTo>
                  <a:pt x="837308" y="3164143"/>
                </a:lnTo>
                <a:lnTo>
                  <a:pt x="874888" y="3179106"/>
                </a:lnTo>
                <a:lnTo>
                  <a:pt x="912971" y="3192422"/>
                </a:lnTo>
                <a:lnTo>
                  <a:pt x="951535" y="3204061"/>
                </a:lnTo>
                <a:lnTo>
                  <a:pt x="990557" y="3213992"/>
                </a:lnTo>
                <a:lnTo>
                  <a:pt x="1030015" y="3222185"/>
                </a:lnTo>
                <a:lnTo>
                  <a:pt x="1069888" y="3228611"/>
                </a:lnTo>
                <a:lnTo>
                  <a:pt x="1110152" y="3233238"/>
                </a:lnTo>
                <a:lnTo>
                  <a:pt x="1150786" y="3236036"/>
                </a:lnTo>
                <a:lnTo>
                  <a:pt x="1191767" y="3236975"/>
                </a:lnTo>
                <a:lnTo>
                  <a:pt x="1232749" y="3236036"/>
                </a:lnTo>
                <a:lnTo>
                  <a:pt x="1273383" y="3233238"/>
                </a:lnTo>
                <a:lnTo>
                  <a:pt x="1313647" y="3228611"/>
                </a:lnTo>
                <a:lnTo>
                  <a:pt x="1353520" y="3222185"/>
                </a:lnTo>
                <a:lnTo>
                  <a:pt x="1392978" y="3213992"/>
                </a:lnTo>
                <a:lnTo>
                  <a:pt x="1432000" y="3204061"/>
                </a:lnTo>
                <a:lnTo>
                  <a:pt x="1470564" y="3192422"/>
                </a:lnTo>
                <a:lnTo>
                  <a:pt x="1508647" y="3179106"/>
                </a:lnTo>
                <a:lnTo>
                  <a:pt x="1546227" y="3164143"/>
                </a:lnTo>
                <a:lnTo>
                  <a:pt x="1583282" y="3147563"/>
                </a:lnTo>
                <a:lnTo>
                  <a:pt x="1619791" y="3129396"/>
                </a:lnTo>
                <a:lnTo>
                  <a:pt x="1655730" y="3109674"/>
                </a:lnTo>
                <a:lnTo>
                  <a:pt x="1691078" y="3088425"/>
                </a:lnTo>
                <a:lnTo>
                  <a:pt x="1725813" y="3065681"/>
                </a:lnTo>
                <a:lnTo>
                  <a:pt x="1759911" y="3041471"/>
                </a:lnTo>
                <a:lnTo>
                  <a:pt x="1793352" y="3015826"/>
                </a:lnTo>
                <a:lnTo>
                  <a:pt x="1826113" y="2988776"/>
                </a:lnTo>
                <a:lnTo>
                  <a:pt x="1858172" y="2960352"/>
                </a:lnTo>
                <a:lnTo>
                  <a:pt x="1889507" y="2930583"/>
                </a:lnTo>
                <a:lnTo>
                  <a:pt x="1920095" y="2899499"/>
                </a:lnTo>
                <a:lnTo>
                  <a:pt x="1949914" y="2867132"/>
                </a:lnTo>
                <a:lnTo>
                  <a:pt x="1978943" y="2833512"/>
                </a:lnTo>
                <a:lnTo>
                  <a:pt x="2007159" y="2798668"/>
                </a:lnTo>
                <a:lnTo>
                  <a:pt x="2034539" y="2762630"/>
                </a:lnTo>
                <a:lnTo>
                  <a:pt x="2061063" y="2725430"/>
                </a:lnTo>
                <a:lnTo>
                  <a:pt x="2086707" y="2687098"/>
                </a:lnTo>
                <a:lnTo>
                  <a:pt x="2111449" y="2647663"/>
                </a:lnTo>
                <a:lnTo>
                  <a:pt x="2135268" y="2607156"/>
                </a:lnTo>
                <a:lnTo>
                  <a:pt x="2158141" y="2565607"/>
                </a:lnTo>
                <a:lnTo>
                  <a:pt x="2180046" y="2523047"/>
                </a:lnTo>
                <a:lnTo>
                  <a:pt x="2200960" y="2479505"/>
                </a:lnTo>
                <a:lnTo>
                  <a:pt x="2220863" y="2435013"/>
                </a:lnTo>
                <a:lnTo>
                  <a:pt x="2239730" y="2389599"/>
                </a:lnTo>
                <a:lnTo>
                  <a:pt x="2257541" y="2343296"/>
                </a:lnTo>
                <a:lnTo>
                  <a:pt x="2274274" y="2296132"/>
                </a:lnTo>
                <a:lnTo>
                  <a:pt x="2289905" y="2248138"/>
                </a:lnTo>
                <a:lnTo>
                  <a:pt x="2304413" y="2199344"/>
                </a:lnTo>
                <a:lnTo>
                  <a:pt x="2317775" y="2149781"/>
                </a:lnTo>
                <a:lnTo>
                  <a:pt x="2329971" y="2099478"/>
                </a:lnTo>
                <a:lnTo>
                  <a:pt x="2340976" y="2048467"/>
                </a:lnTo>
                <a:lnTo>
                  <a:pt x="2350770" y="1996777"/>
                </a:lnTo>
                <a:lnTo>
                  <a:pt x="2359330" y="1944439"/>
                </a:lnTo>
                <a:lnTo>
                  <a:pt x="2366634" y="1891482"/>
                </a:lnTo>
                <a:lnTo>
                  <a:pt x="2372659" y="1837938"/>
                </a:lnTo>
                <a:lnTo>
                  <a:pt x="2377384" y="1783836"/>
                </a:lnTo>
                <a:lnTo>
                  <a:pt x="2380787" y="1729207"/>
                </a:lnTo>
                <a:lnTo>
                  <a:pt x="2382845" y="1674081"/>
                </a:lnTo>
                <a:lnTo>
                  <a:pt x="2383535" y="1618487"/>
                </a:lnTo>
                <a:lnTo>
                  <a:pt x="2382845" y="1562803"/>
                </a:lnTo>
                <a:lnTo>
                  <a:pt x="2380787" y="1507593"/>
                </a:lnTo>
                <a:lnTo>
                  <a:pt x="2377384" y="1452888"/>
                </a:lnTo>
                <a:lnTo>
                  <a:pt x="2372659" y="1398717"/>
                </a:lnTo>
                <a:lnTo>
                  <a:pt x="2366634" y="1345110"/>
                </a:lnTo>
                <a:lnTo>
                  <a:pt x="2359330" y="1292098"/>
                </a:lnTo>
                <a:lnTo>
                  <a:pt x="2350770" y="1239711"/>
                </a:lnTo>
                <a:lnTo>
                  <a:pt x="2340976" y="1187979"/>
                </a:lnTo>
                <a:lnTo>
                  <a:pt x="2329971" y="1136931"/>
                </a:lnTo>
                <a:lnTo>
                  <a:pt x="2317775" y="1086597"/>
                </a:lnTo>
                <a:lnTo>
                  <a:pt x="2304413" y="1037009"/>
                </a:lnTo>
                <a:lnTo>
                  <a:pt x="2289905" y="988194"/>
                </a:lnTo>
                <a:lnTo>
                  <a:pt x="2274274" y="940185"/>
                </a:lnTo>
                <a:lnTo>
                  <a:pt x="2257541" y="893010"/>
                </a:lnTo>
                <a:lnTo>
                  <a:pt x="2239730" y="846700"/>
                </a:lnTo>
                <a:lnTo>
                  <a:pt x="2220863" y="801285"/>
                </a:lnTo>
                <a:lnTo>
                  <a:pt x="2200960" y="756794"/>
                </a:lnTo>
                <a:lnTo>
                  <a:pt x="2180046" y="713258"/>
                </a:lnTo>
                <a:lnTo>
                  <a:pt x="2158141" y="670707"/>
                </a:lnTo>
                <a:lnTo>
                  <a:pt x="2135268" y="629171"/>
                </a:lnTo>
                <a:lnTo>
                  <a:pt x="2111449" y="588679"/>
                </a:lnTo>
                <a:lnTo>
                  <a:pt x="2086707" y="549262"/>
                </a:lnTo>
                <a:lnTo>
                  <a:pt x="2061063" y="510950"/>
                </a:lnTo>
                <a:lnTo>
                  <a:pt x="2034539" y="473773"/>
                </a:lnTo>
                <a:lnTo>
                  <a:pt x="2007159" y="437761"/>
                </a:lnTo>
                <a:lnTo>
                  <a:pt x="1978943" y="402943"/>
                </a:lnTo>
                <a:lnTo>
                  <a:pt x="1949914" y="369350"/>
                </a:lnTo>
                <a:lnTo>
                  <a:pt x="1920095" y="337013"/>
                </a:lnTo>
                <a:lnTo>
                  <a:pt x="1889507" y="305960"/>
                </a:lnTo>
                <a:lnTo>
                  <a:pt x="1858172" y="276222"/>
                </a:lnTo>
                <a:lnTo>
                  <a:pt x="1826113" y="247828"/>
                </a:lnTo>
                <a:lnTo>
                  <a:pt x="1793352" y="220810"/>
                </a:lnTo>
                <a:lnTo>
                  <a:pt x="1759911" y="195197"/>
                </a:lnTo>
                <a:lnTo>
                  <a:pt x="1725813" y="171019"/>
                </a:lnTo>
                <a:lnTo>
                  <a:pt x="1691078" y="148305"/>
                </a:lnTo>
                <a:lnTo>
                  <a:pt x="1655730" y="127087"/>
                </a:lnTo>
                <a:lnTo>
                  <a:pt x="1619791" y="107393"/>
                </a:lnTo>
                <a:lnTo>
                  <a:pt x="1583282" y="89255"/>
                </a:lnTo>
                <a:lnTo>
                  <a:pt x="1546227" y="72702"/>
                </a:lnTo>
                <a:lnTo>
                  <a:pt x="1508647" y="57763"/>
                </a:lnTo>
                <a:lnTo>
                  <a:pt x="1470564" y="44470"/>
                </a:lnTo>
                <a:lnTo>
                  <a:pt x="1432000" y="32852"/>
                </a:lnTo>
                <a:lnTo>
                  <a:pt x="1392978" y="22939"/>
                </a:lnTo>
                <a:lnTo>
                  <a:pt x="1353520" y="14761"/>
                </a:lnTo>
                <a:lnTo>
                  <a:pt x="1313647" y="8348"/>
                </a:lnTo>
                <a:lnTo>
                  <a:pt x="1273383" y="3730"/>
                </a:lnTo>
                <a:lnTo>
                  <a:pt x="1232749" y="937"/>
                </a:lnTo>
                <a:lnTo>
                  <a:pt x="1191767" y="0"/>
                </a:lnTo>
                <a:close/>
              </a:path>
            </a:pathLst>
          </a:custGeom>
          <a:ln w="101600">
            <a:solidFill>
              <a:srgbClr val="00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7353" y="4487422"/>
            <a:ext cx="1449324" cy="11597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8774" y="2990854"/>
            <a:ext cx="1434083" cy="100736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616693" y="4220466"/>
            <a:ext cx="713740" cy="975994"/>
            <a:chOff x="7737093" y="3780789"/>
            <a:chExt cx="713740" cy="975994"/>
          </a:xfrm>
        </p:grpSpPr>
        <p:sp>
          <p:nvSpPr>
            <p:cNvPr id="6" name="object 6"/>
            <p:cNvSpPr/>
            <p:nvPr/>
          </p:nvSpPr>
          <p:spPr>
            <a:xfrm>
              <a:off x="7743443" y="3867911"/>
              <a:ext cx="701040" cy="830580"/>
            </a:xfrm>
            <a:custGeom>
              <a:avLst/>
              <a:gdLst/>
              <a:ahLst/>
              <a:cxnLst/>
              <a:rect l="l" t="t" r="r" b="b"/>
              <a:pathLst>
                <a:path w="701040" h="830579">
                  <a:moveTo>
                    <a:pt x="701039" y="830579"/>
                  </a:moveTo>
                  <a:lnTo>
                    <a:pt x="701039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701039" y="830579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43443" y="3866387"/>
              <a:ext cx="701040" cy="832485"/>
            </a:xfrm>
            <a:custGeom>
              <a:avLst/>
              <a:gdLst/>
              <a:ahLst/>
              <a:cxnLst/>
              <a:rect l="l" t="t" r="r" b="b"/>
              <a:pathLst>
                <a:path w="701040" h="832485">
                  <a:moveTo>
                    <a:pt x="0" y="0"/>
                  </a:moveTo>
                  <a:lnTo>
                    <a:pt x="0" y="832103"/>
                  </a:lnTo>
                  <a:lnTo>
                    <a:pt x="701039" y="832103"/>
                  </a:lnTo>
                  <a:lnTo>
                    <a:pt x="701039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9539" y="3874007"/>
              <a:ext cx="685800" cy="139065"/>
            </a:xfrm>
            <a:custGeom>
              <a:avLst/>
              <a:gdLst/>
              <a:ahLst/>
              <a:cxnLst/>
              <a:rect l="l" t="t" r="r" b="b"/>
              <a:pathLst>
                <a:path w="685800" h="139064">
                  <a:moveTo>
                    <a:pt x="685799" y="68579"/>
                  </a:moveTo>
                  <a:lnTo>
                    <a:pt x="627533" y="30137"/>
                  </a:lnTo>
                  <a:lnTo>
                    <a:pt x="585787" y="20002"/>
                  </a:lnTo>
                  <a:lnTo>
                    <a:pt x="535111" y="11653"/>
                  </a:lnTo>
                  <a:lnTo>
                    <a:pt x="476845" y="5357"/>
                  </a:lnTo>
                  <a:lnTo>
                    <a:pt x="412328" y="1384"/>
                  </a:lnTo>
                  <a:lnTo>
                    <a:pt x="342899" y="0"/>
                  </a:lnTo>
                  <a:lnTo>
                    <a:pt x="273909" y="1384"/>
                  </a:lnTo>
                  <a:lnTo>
                    <a:pt x="209597" y="5357"/>
                  </a:lnTo>
                  <a:lnTo>
                    <a:pt x="151358" y="11653"/>
                  </a:lnTo>
                  <a:lnTo>
                    <a:pt x="100583" y="20002"/>
                  </a:lnTo>
                  <a:lnTo>
                    <a:pt x="58668" y="30137"/>
                  </a:lnTo>
                  <a:lnTo>
                    <a:pt x="6983" y="54694"/>
                  </a:lnTo>
                  <a:lnTo>
                    <a:pt x="0" y="68579"/>
                  </a:lnTo>
                  <a:lnTo>
                    <a:pt x="6983" y="82968"/>
                  </a:lnTo>
                  <a:lnTo>
                    <a:pt x="58668" y="108174"/>
                  </a:lnTo>
                  <a:lnTo>
                    <a:pt x="100583" y="118490"/>
                  </a:lnTo>
                  <a:lnTo>
                    <a:pt x="151358" y="126950"/>
                  </a:lnTo>
                  <a:lnTo>
                    <a:pt x="209597" y="133302"/>
                  </a:lnTo>
                  <a:lnTo>
                    <a:pt x="273909" y="137296"/>
                  </a:lnTo>
                  <a:lnTo>
                    <a:pt x="342899" y="138683"/>
                  </a:lnTo>
                  <a:lnTo>
                    <a:pt x="412328" y="137296"/>
                  </a:lnTo>
                  <a:lnTo>
                    <a:pt x="476845" y="133302"/>
                  </a:lnTo>
                  <a:lnTo>
                    <a:pt x="535111" y="126950"/>
                  </a:lnTo>
                  <a:lnTo>
                    <a:pt x="585787" y="118490"/>
                  </a:lnTo>
                  <a:lnTo>
                    <a:pt x="627533" y="108174"/>
                  </a:lnTo>
                  <a:lnTo>
                    <a:pt x="678879" y="82968"/>
                  </a:lnTo>
                  <a:lnTo>
                    <a:pt x="685799" y="68579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9539" y="3874007"/>
              <a:ext cx="685800" cy="139065"/>
            </a:xfrm>
            <a:custGeom>
              <a:avLst/>
              <a:gdLst/>
              <a:ahLst/>
              <a:cxnLst/>
              <a:rect l="l" t="t" r="r" b="b"/>
              <a:pathLst>
                <a:path w="685800" h="139064">
                  <a:moveTo>
                    <a:pt x="342899" y="0"/>
                  </a:moveTo>
                  <a:lnTo>
                    <a:pt x="273909" y="1384"/>
                  </a:lnTo>
                  <a:lnTo>
                    <a:pt x="209597" y="5357"/>
                  </a:lnTo>
                  <a:lnTo>
                    <a:pt x="151358" y="11653"/>
                  </a:lnTo>
                  <a:lnTo>
                    <a:pt x="100583" y="20002"/>
                  </a:lnTo>
                  <a:lnTo>
                    <a:pt x="58668" y="30137"/>
                  </a:lnTo>
                  <a:lnTo>
                    <a:pt x="6983" y="54694"/>
                  </a:lnTo>
                  <a:lnTo>
                    <a:pt x="0" y="68579"/>
                  </a:lnTo>
                  <a:lnTo>
                    <a:pt x="6983" y="82968"/>
                  </a:lnTo>
                  <a:lnTo>
                    <a:pt x="58668" y="108174"/>
                  </a:lnTo>
                  <a:lnTo>
                    <a:pt x="100583" y="118490"/>
                  </a:lnTo>
                  <a:lnTo>
                    <a:pt x="151358" y="126950"/>
                  </a:lnTo>
                  <a:lnTo>
                    <a:pt x="209597" y="133302"/>
                  </a:lnTo>
                  <a:lnTo>
                    <a:pt x="273909" y="137296"/>
                  </a:lnTo>
                  <a:lnTo>
                    <a:pt x="342899" y="138683"/>
                  </a:lnTo>
                  <a:lnTo>
                    <a:pt x="412328" y="137296"/>
                  </a:lnTo>
                  <a:lnTo>
                    <a:pt x="476845" y="133302"/>
                  </a:lnTo>
                  <a:lnTo>
                    <a:pt x="535111" y="126950"/>
                  </a:lnTo>
                  <a:lnTo>
                    <a:pt x="585787" y="118490"/>
                  </a:lnTo>
                  <a:lnTo>
                    <a:pt x="627533" y="108174"/>
                  </a:lnTo>
                  <a:lnTo>
                    <a:pt x="678879" y="82968"/>
                  </a:lnTo>
                  <a:lnTo>
                    <a:pt x="685799" y="68579"/>
                  </a:lnTo>
                  <a:lnTo>
                    <a:pt x="678879" y="54694"/>
                  </a:lnTo>
                  <a:lnTo>
                    <a:pt x="627533" y="30137"/>
                  </a:lnTo>
                  <a:lnTo>
                    <a:pt x="585787" y="20002"/>
                  </a:lnTo>
                  <a:lnTo>
                    <a:pt x="535111" y="11653"/>
                  </a:lnTo>
                  <a:lnTo>
                    <a:pt x="476845" y="5357"/>
                  </a:lnTo>
                  <a:lnTo>
                    <a:pt x="412328" y="1384"/>
                  </a:lnTo>
                  <a:lnTo>
                    <a:pt x="34289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49539" y="4610099"/>
              <a:ext cx="685800" cy="140335"/>
            </a:xfrm>
            <a:custGeom>
              <a:avLst/>
              <a:gdLst/>
              <a:ahLst/>
              <a:cxnLst/>
              <a:rect l="l" t="t" r="r" b="b"/>
              <a:pathLst>
                <a:path w="685800" h="140335">
                  <a:moveTo>
                    <a:pt x="685799" y="70103"/>
                  </a:moveTo>
                  <a:lnTo>
                    <a:pt x="659010" y="42433"/>
                  </a:lnTo>
                  <a:lnTo>
                    <a:pt x="585787" y="20192"/>
                  </a:lnTo>
                  <a:lnTo>
                    <a:pt x="535111" y="11733"/>
                  </a:lnTo>
                  <a:lnTo>
                    <a:pt x="476845" y="5381"/>
                  </a:lnTo>
                  <a:lnTo>
                    <a:pt x="412328" y="1387"/>
                  </a:lnTo>
                  <a:lnTo>
                    <a:pt x="342899" y="0"/>
                  </a:lnTo>
                  <a:lnTo>
                    <a:pt x="273909" y="1387"/>
                  </a:lnTo>
                  <a:lnTo>
                    <a:pt x="209597" y="5381"/>
                  </a:lnTo>
                  <a:lnTo>
                    <a:pt x="151358" y="11733"/>
                  </a:lnTo>
                  <a:lnTo>
                    <a:pt x="100583" y="20192"/>
                  </a:lnTo>
                  <a:lnTo>
                    <a:pt x="58668" y="30509"/>
                  </a:lnTo>
                  <a:lnTo>
                    <a:pt x="6983" y="55715"/>
                  </a:lnTo>
                  <a:lnTo>
                    <a:pt x="0" y="70103"/>
                  </a:lnTo>
                  <a:lnTo>
                    <a:pt x="6983" y="84055"/>
                  </a:lnTo>
                  <a:lnTo>
                    <a:pt x="58668" y="109028"/>
                  </a:lnTo>
                  <a:lnTo>
                    <a:pt x="100583" y="119443"/>
                  </a:lnTo>
                  <a:lnTo>
                    <a:pt x="151358" y="128072"/>
                  </a:lnTo>
                  <a:lnTo>
                    <a:pt x="209597" y="134612"/>
                  </a:lnTo>
                  <a:lnTo>
                    <a:pt x="273909" y="138758"/>
                  </a:lnTo>
                  <a:lnTo>
                    <a:pt x="342899" y="140207"/>
                  </a:lnTo>
                  <a:lnTo>
                    <a:pt x="412328" y="138758"/>
                  </a:lnTo>
                  <a:lnTo>
                    <a:pt x="476845" y="134612"/>
                  </a:lnTo>
                  <a:lnTo>
                    <a:pt x="535111" y="128072"/>
                  </a:lnTo>
                  <a:lnTo>
                    <a:pt x="585787" y="119443"/>
                  </a:lnTo>
                  <a:lnTo>
                    <a:pt x="627533" y="109028"/>
                  </a:lnTo>
                  <a:lnTo>
                    <a:pt x="678879" y="84055"/>
                  </a:lnTo>
                  <a:lnTo>
                    <a:pt x="685799" y="70103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49539" y="4610099"/>
              <a:ext cx="685800" cy="140335"/>
            </a:xfrm>
            <a:custGeom>
              <a:avLst/>
              <a:gdLst/>
              <a:ahLst/>
              <a:cxnLst/>
              <a:rect l="l" t="t" r="r" b="b"/>
              <a:pathLst>
                <a:path w="685800" h="140335">
                  <a:moveTo>
                    <a:pt x="342899" y="0"/>
                  </a:moveTo>
                  <a:lnTo>
                    <a:pt x="273909" y="1387"/>
                  </a:lnTo>
                  <a:lnTo>
                    <a:pt x="209597" y="5381"/>
                  </a:lnTo>
                  <a:lnTo>
                    <a:pt x="151358" y="11733"/>
                  </a:lnTo>
                  <a:lnTo>
                    <a:pt x="100583" y="20192"/>
                  </a:lnTo>
                  <a:lnTo>
                    <a:pt x="58668" y="30509"/>
                  </a:lnTo>
                  <a:lnTo>
                    <a:pt x="6983" y="55715"/>
                  </a:lnTo>
                  <a:lnTo>
                    <a:pt x="0" y="70103"/>
                  </a:lnTo>
                  <a:lnTo>
                    <a:pt x="6983" y="84055"/>
                  </a:lnTo>
                  <a:lnTo>
                    <a:pt x="58668" y="109028"/>
                  </a:lnTo>
                  <a:lnTo>
                    <a:pt x="100583" y="119443"/>
                  </a:lnTo>
                  <a:lnTo>
                    <a:pt x="151358" y="128072"/>
                  </a:lnTo>
                  <a:lnTo>
                    <a:pt x="209597" y="134612"/>
                  </a:lnTo>
                  <a:lnTo>
                    <a:pt x="273909" y="138758"/>
                  </a:lnTo>
                  <a:lnTo>
                    <a:pt x="342899" y="140207"/>
                  </a:lnTo>
                  <a:lnTo>
                    <a:pt x="412328" y="138758"/>
                  </a:lnTo>
                  <a:lnTo>
                    <a:pt x="476845" y="134612"/>
                  </a:lnTo>
                  <a:lnTo>
                    <a:pt x="535111" y="128072"/>
                  </a:lnTo>
                  <a:lnTo>
                    <a:pt x="585787" y="119443"/>
                  </a:lnTo>
                  <a:lnTo>
                    <a:pt x="627533" y="109028"/>
                  </a:lnTo>
                  <a:lnTo>
                    <a:pt x="678879" y="84055"/>
                  </a:lnTo>
                  <a:lnTo>
                    <a:pt x="685799" y="70103"/>
                  </a:lnTo>
                  <a:lnTo>
                    <a:pt x="678879" y="55715"/>
                  </a:lnTo>
                  <a:lnTo>
                    <a:pt x="627533" y="30509"/>
                  </a:lnTo>
                  <a:lnTo>
                    <a:pt x="585787" y="20192"/>
                  </a:lnTo>
                  <a:lnTo>
                    <a:pt x="535111" y="11733"/>
                  </a:lnTo>
                  <a:lnTo>
                    <a:pt x="476845" y="5381"/>
                  </a:lnTo>
                  <a:lnTo>
                    <a:pt x="412328" y="1387"/>
                  </a:lnTo>
                  <a:lnTo>
                    <a:pt x="34289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49539" y="4585715"/>
              <a:ext cx="681355" cy="100965"/>
            </a:xfrm>
            <a:custGeom>
              <a:avLst/>
              <a:gdLst/>
              <a:ahLst/>
              <a:cxnLst/>
              <a:rect l="l" t="t" r="r" b="b"/>
              <a:pathLst>
                <a:path w="681354" h="100964">
                  <a:moveTo>
                    <a:pt x="681227" y="100583"/>
                  </a:moveTo>
                  <a:lnTo>
                    <a:pt x="681227" y="0"/>
                  </a:lnTo>
                  <a:lnTo>
                    <a:pt x="0" y="0"/>
                  </a:lnTo>
                  <a:lnTo>
                    <a:pt x="0" y="100583"/>
                  </a:lnTo>
                  <a:lnTo>
                    <a:pt x="681227" y="100583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49539" y="4585715"/>
              <a:ext cx="681355" cy="100965"/>
            </a:xfrm>
            <a:custGeom>
              <a:avLst/>
              <a:gdLst/>
              <a:ahLst/>
              <a:cxnLst/>
              <a:rect l="l" t="t" r="r" b="b"/>
              <a:pathLst>
                <a:path w="681354" h="100964">
                  <a:moveTo>
                    <a:pt x="0" y="0"/>
                  </a:moveTo>
                  <a:lnTo>
                    <a:pt x="0" y="100583"/>
                  </a:lnTo>
                  <a:lnTo>
                    <a:pt x="681227" y="100583"/>
                  </a:lnTo>
                  <a:lnTo>
                    <a:pt x="681227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49539" y="3787139"/>
              <a:ext cx="685800" cy="140335"/>
            </a:xfrm>
            <a:custGeom>
              <a:avLst/>
              <a:gdLst/>
              <a:ahLst/>
              <a:cxnLst/>
              <a:rect l="l" t="t" r="r" b="b"/>
              <a:pathLst>
                <a:path w="685800" h="140335">
                  <a:moveTo>
                    <a:pt x="685799" y="70103"/>
                  </a:moveTo>
                  <a:lnTo>
                    <a:pt x="627533" y="31179"/>
                  </a:lnTo>
                  <a:lnTo>
                    <a:pt x="585787" y="20764"/>
                  </a:lnTo>
                  <a:lnTo>
                    <a:pt x="535111" y="12135"/>
                  </a:lnTo>
                  <a:lnTo>
                    <a:pt x="476845" y="5595"/>
                  </a:lnTo>
                  <a:lnTo>
                    <a:pt x="412328" y="1449"/>
                  </a:lnTo>
                  <a:lnTo>
                    <a:pt x="342899" y="0"/>
                  </a:lnTo>
                  <a:lnTo>
                    <a:pt x="273909" y="1449"/>
                  </a:lnTo>
                  <a:lnTo>
                    <a:pt x="209597" y="5595"/>
                  </a:lnTo>
                  <a:lnTo>
                    <a:pt x="151358" y="12135"/>
                  </a:lnTo>
                  <a:lnTo>
                    <a:pt x="100583" y="20764"/>
                  </a:lnTo>
                  <a:lnTo>
                    <a:pt x="58668" y="31179"/>
                  </a:lnTo>
                  <a:lnTo>
                    <a:pt x="6983" y="56152"/>
                  </a:lnTo>
                  <a:lnTo>
                    <a:pt x="0" y="70103"/>
                  </a:lnTo>
                  <a:lnTo>
                    <a:pt x="6983" y="84492"/>
                  </a:lnTo>
                  <a:lnTo>
                    <a:pt x="58668" y="109698"/>
                  </a:lnTo>
                  <a:lnTo>
                    <a:pt x="100583" y="120014"/>
                  </a:lnTo>
                  <a:lnTo>
                    <a:pt x="151358" y="128474"/>
                  </a:lnTo>
                  <a:lnTo>
                    <a:pt x="209597" y="134826"/>
                  </a:lnTo>
                  <a:lnTo>
                    <a:pt x="273909" y="138820"/>
                  </a:lnTo>
                  <a:lnTo>
                    <a:pt x="342899" y="140207"/>
                  </a:lnTo>
                  <a:lnTo>
                    <a:pt x="412328" y="138820"/>
                  </a:lnTo>
                  <a:lnTo>
                    <a:pt x="476845" y="134826"/>
                  </a:lnTo>
                  <a:lnTo>
                    <a:pt x="535111" y="128474"/>
                  </a:lnTo>
                  <a:lnTo>
                    <a:pt x="585787" y="120014"/>
                  </a:lnTo>
                  <a:lnTo>
                    <a:pt x="627533" y="109698"/>
                  </a:lnTo>
                  <a:lnTo>
                    <a:pt x="678879" y="84492"/>
                  </a:lnTo>
                  <a:lnTo>
                    <a:pt x="685799" y="701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49539" y="3787139"/>
              <a:ext cx="685800" cy="140335"/>
            </a:xfrm>
            <a:custGeom>
              <a:avLst/>
              <a:gdLst/>
              <a:ahLst/>
              <a:cxnLst/>
              <a:rect l="l" t="t" r="r" b="b"/>
              <a:pathLst>
                <a:path w="685800" h="140335">
                  <a:moveTo>
                    <a:pt x="342899" y="0"/>
                  </a:moveTo>
                  <a:lnTo>
                    <a:pt x="273909" y="1449"/>
                  </a:lnTo>
                  <a:lnTo>
                    <a:pt x="209597" y="5595"/>
                  </a:lnTo>
                  <a:lnTo>
                    <a:pt x="151358" y="12135"/>
                  </a:lnTo>
                  <a:lnTo>
                    <a:pt x="100583" y="20764"/>
                  </a:lnTo>
                  <a:lnTo>
                    <a:pt x="58668" y="31179"/>
                  </a:lnTo>
                  <a:lnTo>
                    <a:pt x="6983" y="56152"/>
                  </a:lnTo>
                  <a:lnTo>
                    <a:pt x="0" y="70103"/>
                  </a:lnTo>
                  <a:lnTo>
                    <a:pt x="6983" y="84492"/>
                  </a:lnTo>
                  <a:lnTo>
                    <a:pt x="58668" y="109698"/>
                  </a:lnTo>
                  <a:lnTo>
                    <a:pt x="100583" y="120014"/>
                  </a:lnTo>
                  <a:lnTo>
                    <a:pt x="151358" y="128474"/>
                  </a:lnTo>
                  <a:lnTo>
                    <a:pt x="209597" y="134826"/>
                  </a:lnTo>
                  <a:lnTo>
                    <a:pt x="273909" y="138820"/>
                  </a:lnTo>
                  <a:lnTo>
                    <a:pt x="342899" y="140207"/>
                  </a:lnTo>
                  <a:lnTo>
                    <a:pt x="412328" y="138820"/>
                  </a:lnTo>
                  <a:lnTo>
                    <a:pt x="476845" y="134826"/>
                  </a:lnTo>
                  <a:lnTo>
                    <a:pt x="535111" y="128474"/>
                  </a:lnTo>
                  <a:lnTo>
                    <a:pt x="585787" y="120014"/>
                  </a:lnTo>
                  <a:lnTo>
                    <a:pt x="627533" y="109698"/>
                  </a:lnTo>
                  <a:lnTo>
                    <a:pt x="678879" y="84492"/>
                  </a:lnTo>
                  <a:lnTo>
                    <a:pt x="685799" y="70103"/>
                  </a:lnTo>
                  <a:lnTo>
                    <a:pt x="678879" y="56152"/>
                  </a:lnTo>
                  <a:lnTo>
                    <a:pt x="627533" y="31179"/>
                  </a:lnTo>
                  <a:lnTo>
                    <a:pt x="585787" y="20764"/>
                  </a:lnTo>
                  <a:lnTo>
                    <a:pt x="535111" y="12135"/>
                  </a:lnTo>
                  <a:lnTo>
                    <a:pt x="476845" y="5595"/>
                  </a:lnTo>
                  <a:lnTo>
                    <a:pt x="412328" y="1449"/>
                  </a:lnTo>
                  <a:lnTo>
                    <a:pt x="34289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885940" y="3409953"/>
            <a:ext cx="864235" cy="2212975"/>
            <a:chOff x="5006339" y="2970275"/>
            <a:chExt cx="864235" cy="221297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4439" y="3008375"/>
              <a:ext cx="787907" cy="213664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044439" y="3008375"/>
              <a:ext cx="788035" cy="2136775"/>
            </a:xfrm>
            <a:custGeom>
              <a:avLst/>
              <a:gdLst/>
              <a:ahLst/>
              <a:cxnLst/>
              <a:rect l="l" t="t" r="r" b="b"/>
              <a:pathLst>
                <a:path w="788035" h="2136775">
                  <a:moveTo>
                    <a:pt x="0" y="0"/>
                  </a:moveTo>
                  <a:lnTo>
                    <a:pt x="0" y="2136647"/>
                  </a:lnTo>
                  <a:lnTo>
                    <a:pt x="787907" y="2136647"/>
                  </a:lnTo>
                  <a:lnTo>
                    <a:pt x="787907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7890257" y="4627629"/>
            <a:ext cx="1443355" cy="228600"/>
          </a:xfrm>
          <a:custGeom>
            <a:avLst/>
            <a:gdLst/>
            <a:ahLst/>
            <a:cxnLst/>
            <a:rect l="l" t="t" r="r" b="b"/>
            <a:pathLst>
              <a:path w="1443354" h="228600">
                <a:moveTo>
                  <a:pt x="228600" y="0"/>
                </a:moveTo>
                <a:lnTo>
                  <a:pt x="0" y="114300"/>
                </a:lnTo>
                <a:lnTo>
                  <a:pt x="114300" y="171450"/>
                </a:lnTo>
                <a:lnTo>
                  <a:pt x="114300" y="114300"/>
                </a:lnTo>
                <a:lnTo>
                  <a:pt x="117252" y="99345"/>
                </a:lnTo>
                <a:lnTo>
                  <a:pt x="125349" y="87249"/>
                </a:lnTo>
                <a:lnTo>
                  <a:pt x="137445" y="79152"/>
                </a:lnTo>
                <a:lnTo>
                  <a:pt x="152400" y="76200"/>
                </a:lnTo>
                <a:lnTo>
                  <a:pt x="177800" y="76200"/>
                </a:lnTo>
                <a:lnTo>
                  <a:pt x="228600" y="0"/>
                </a:lnTo>
                <a:close/>
              </a:path>
              <a:path w="1443354" h="228600">
                <a:moveTo>
                  <a:pt x="177800" y="152400"/>
                </a:moveTo>
                <a:lnTo>
                  <a:pt x="152400" y="114300"/>
                </a:lnTo>
                <a:lnTo>
                  <a:pt x="152400" y="76200"/>
                </a:lnTo>
                <a:lnTo>
                  <a:pt x="137445" y="79152"/>
                </a:lnTo>
                <a:lnTo>
                  <a:pt x="125349" y="87249"/>
                </a:lnTo>
                <a:lnTo>
                  <a:pt x="117252" y="99345"/>
                </a:lnTo>
                <a:lnTo>
                  <a:pt x="114300" y="114300"/>
                </a:lnTo>
                <a:lnTo>
                  <a:pt x="117252" y="129254"/>
                </a:lnTo>
                <a:lnTo>
                  <a:pt x="125349" y="141351"/>
                </a:lnTo>
                <a:lnTo>
                  <a:pt x="137445" y="149447"/>
                </a:lnTo>
                <a:lnTo>
                  <a:pt x="152400" y="152400"/>
                </a:lnTo>
                <a:lnTo>
                  <a:pt x="152400" y="114300"/>
                </a:lnTo>
                <a:lnTo>
                  <a:pt x="177800" y="76200"/>
                </a:lnTo>
                <a:lnTo>
                  <a:pt x="177800" y="152400"/>
                </a:lnTo>
                <a:close/>
              </a:path>
              <a:path w="1443354" h="228600">
                <a:moveTo>
                  <a:pt x="228600" y="228600"/>
                </a:moveTo>
                <a:lnTo>
                  <a:pt x="177800" y="152400"/>
                </a:lnTo>
                <a:lnTo>
                  <a:pt x="152400" y="152400"/>
                </a:lnTo>
                <a:lnTo>
                  <a:pt x="137445" y="149447"/>
                </a:lnTo>
                <a:lnTo>
                  <a:pt x="125349" y="141351"/>
                </a:lnTo>
                <a:lnTo>
                  <a:pt x="117252" y="129254"/>
                </a:lnTo>
                <a:lnTo>
                  <a:pt x="114300" y="114300"/>
                </a:lnTo>
                <a:lnTo>
                  <a:pt x="114300" y="171450"/>
                </a:lnTo>
                <a:lnTo>
                  <a:pt x="228600" y="228600"/>
                </a:lnTo>
                <a:close/>
              </a:path>
              <a:path w="1443354" h="228600">
                <a:moveTo>
                  <a:pt x="1290828" y="114300"/>
                </a:moveTo>
                <a:lnTo>
                  <a:pt x="1265428" y="76200"/>
                </a:lnTo>
                <a:lnTo>
                  <a:pt x="177800" y="76200"/>
                </a:lnTo>
                <a:lnTo>
                  <a:pt x="152400" y="114300"/>
                </a:lnTo>
                <a:lnTo>
                  <a:pt x="177800" y="152400"/>
                </a:lnTo>
                <a:lnTo>
                  <a:pt x="1265428" y="152400"/>
                </a:lnTo>
                <a:lnTo>
                  <a:pt x="1290828" y="114300"/>
                </a:lnTo>
                <a:close/>
              </a:path>
              <a:path w="1443354" h="228600">
                <a:moveTo>
                  <a:pt x="1443228" y="114300"/>
                </a:moveTo>
                <a:lnTo>
                  <a:pt x="1214628" y="0"/>
                </a:lnTo>
                <a:lnTo>
                  <a:pt x="1265428" y="76200"/>
                </a:lnTo>
                <a:lnTo>
                  <a:pt x="1290828" y="76200"/>
                </a:lnTo>
                <a:lnTo>
                  <a:pt x="1305139" y="79152"/>
                </a:lnTo>
                <a:lnTo>
                  <a:pt x="1317307" y="87249"/>
                </a:lnTo>
                <a:lnTo>
                  <a:pt x="1325760" y="99345"/>
                </a:lnTo>
                <a:lnTo>
                  <a:pt x="1328928" y="114300"/>
                </a:lnTo>
                <a:lnTo>
                  <a:pt x="1328928" y="171450"/>
                </a:lnTo>
                <a:lnTo>
                  <a:pt x="1443228" y="114300"/>
                </a:lnTo>
                <a:close/>
              </a:path>
              <a:path w="1443354" h="228600">
                <a:moveTo>
                  <a:pt x="1328928" y="171450"/>
                </a:moveTo>
                <a:lnTo>
                  <a:pt x="1328928" y="114300"/>
                </a:lnTo>
                <a:lnTo>
                  <a:pt x="1325760" y="129254"/>
                </a:lnTo>
                <a:lnTo>
                  <a:pt x="1317307" y="141351"/>
                </a:lnTo>
                <a:lnTo>
                  <a:pt x="1305139" y="149447"/>
                </a:lnTo>
                <a:lnTo>
                  <a:pt x="1290828" y="152400"/>
                </a:lnTo>
                <a:lnTo>
                  <a:pt x="1265428" y="152400"/>
                </a:lnTo>
                <a:lnTo>
                  <a:pt x="1214628" y="228600"/>
                </a:lnTo>
                <a:lnTo>
                  <a:pt x="1328928" y="171450"/>
                </a:lnTo>
                <a:close/>
              </a:path>
              <a:path w="1443354" h="228600">
                <a:moveTo>
                  <a:pt x="1328928" y="114300"/>
                </a:moveTo>
                <a:lnTo>
                  <a:pt x="1325760" y="99345"/>
                </a:lnTo>
                <a:lnTo>
                  <a:pt x="1317307" y="87249"/>
                </a:lnTo>
                <a:lnTo>
                  <a:pt x="1305139" y="79152"/>
                </a:lnTo>
                <a:lnTo>
                  <a:pt x="1290828" y="76200"/>
                </a:lnTo>
                <a:lnTo>
                  <a:pt x="1265428" y="76200"/>
                </a:lnTo>
                <a:lnTo>
                  <a:pt x="1290828" y="114300"/>
                </a:lnTo>
                <a:lnTo>
                  <a:pt x="1290828" y="152400"/>
                </a:lnTo>
                <a:lnTo>
                  <a:pt x="1305139" y="149447"/>
                </a:lnTo>
                <a:lnTo>
                  <a:pt x="1317307" y="141351"/>
                </a:lnTo>
                <a:lnTo>
                  <a:pt x="1325760" y="129254"/>
                </a:lnTo>
                <a:lnTo>
                  <a:pt x="1328928" y="114300"/>
                </a:lnTo>
                <a:close/>
              </a:path>
              <a:path w="1443354" h="228600">
                <a:moveTo>
                  <a:pt x="1290828" y="152400"/>
                </a:moveTo>
                <a:lnTo>
                  <a:pt x="1290828" y="114300"/>
                </a:lnTo>
                <a:lnTo>
                  <a:pt x="1265428" y="152400"/>
                </a:lnTo>
                <a:lnTo>
                  <a:pt x="1290828" y="152400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99584" y="3531873"/>
            <a:ext cx="1841500" cy="647700"/>
          </a:xfrm>
          <a:custGeom>
            <a:avLst/>
            <a:gdLst/>
            <a:ahLst/>
            <a:cxnLst/>
            <a:rect l="l" t="t" r="r" b="b"/>
            <a:pathLst>
              <a:path w="1841500" h="647700">
                <a:moveTo>
                  <a:pt x="251460" y="0"/>
                </a:moveTo>
                <a:lnTo>
                  <a:pt x="0" y="42672"/>
                </a:lnTo>
                <a:lnTo>
                  <a:pt x="106894" y="145149"/>
                </a:lnTo>
                <a:lnTo>
                  <a:pt x="106894" y="91082"/>
                </a:lnTo>
                <a:lnTo>
                  <a:pt x="108204" y="76200"/>
                </a:lnTo>
                <a:lnTo>
                  <a:pt x="115395" y="63174"/>
                </a:lnTo>
                <a:lnTo>
                  <a:pt x="126873" y="54292"/>
                </a:lnTo>
                <a:lnTo>
                  <a:pt x="141208" y="50268"/>
                </a:lnTo>
                <a:lnTo>
                  <a:pt x="156972" y="51816"/>
                </a:lnTo>
                <a:lnTo>
                  <a:pt x="179422" y="58659"/>
                </a:lnTo>
                <a:lnTo>
                  <a:pt x="251460" y="0"/>
                </a:lnTo>
                <a:close/>
              </a:path>
              <a:path w="1841500" h="647700">
                <a:moveTo>
                  <a:pt x="179422" y="58659"/>
                </a:moveTo>
                <a:lnTo>
                  <a:pt x="156972" y="51816"/>
                </a:lnTo>
                <a:lnTo>
                  <a:pt x="141208" y="50268"/>
                </a:lnTo>
                <a:lnTo>
                  <a:pt x="126873" y="54292"/>
                </a:lnTo>
                <a:lnTo>
                  <a:pt x="115395" y="63174"/>
                </a:lnTo>
                <a:lnTo>
                  <a:pt x="108204" y="76200"/>
                </a:lnTo>
                <a:lnTo>
                  <a:pt x="106894" y="91082"/>
                </a:lnTo>
                <a:lnTo>
                  <a:pt x="111442" y="104965"/>
                </a:lnTo>
                <a:lnTo>
                  <a:pt x="120848" y="116276"/>
                </a:lnTo>
                <a:lnTo>
                  <a:pt x="134112" y="123444"/>
                </a:lnTo>
                <a:lnTo>
                  <a:pt x="144780" y="126706"/>
                </a:lnTo>
                <a:lnTo>
                  <a:pt x="144780" y="86868"/>
                </a:lnTo>
                <a:lnTo>
                  <a:pt x="179422" y="58659"/>
                </a:lnTo>
                <a:close/>
              </a:path>
              <a:path w="1841500" h="647700">
                <a:moveTo>
                  <a:pt x="184404" y="219456"/>
                </a:moveTo>
                <a:lnTo>
                  <a:pt x="157883" y="130713"/>
                </a:lnTo>
                <a:lnTo>
                  <a:pt x="134112" y="123444"/>
                </a:lnTo>
                <a:lnTo>
                  <a:pt x="120848" y="116276"/>
                </a:lnTo>
                <a:lnTo>
                  <a:pt x="111442" y="104965"/>
                </a:lnTo>
                <a:lnTo>
                  <a:pt x="106894" y="91082"/>
                </a:lnTo>
                <a:lnTo>
                  <a:pt x="106894" y="145149"/>
                </a:lnTo>
                <a:lnTo>
                  <a:pt x="184404" y="219456"/>
                </a:lnTo>
                <a:close/>
              </a:path>
              <a:path w="1841500" h="647700">
                <a:moveTo>
                  <a:pt x="1694688" y="560832"/>
                </a:moveTo>
                <a:lnTo>
                  <a:pt x="1681439" y="516501"/>
                </a:lnTo>
                <a:lnTo>
                  <a:pt x="179422" y="58659"/>
                </a:lnTo>
                <a:lnTo>
                  <a:pt x="144780" y="86868"/>
                </a:lnTo>
                <a:lnTo>
                  <a:pt x="157883" y="130713"/>
                </a:lnTo>
                <a:lnTo>
                  <a:pt x="1659491" y="589907"/>
                </a:lnTo>
                <a:lnTo>
                  <a:pt x="1694688" y="560832"/>
                </a:lnTo>
                <a:close/>
              </a:path>
              <a:path w="1841500" h="647700">
                <a:moveTo>
                  <a:pt x="157883" y="130713"/>
                </a:moveTo>
                <a:lnTo>
                  <a:pt x="144780" y="86868"/>
                </a:lnTo>
                <a:lnTo>
                  <a:pt x="144780" y="126706"/>
                </a:lnTo>
                <a:lnTo>
                  <a:pt x="157883" y="130713"/>
                </a:lnTo>
                <a:close/>
              </a:path>
              <a:path w="1841500" h="647700">
                <a:moveTo>
                  <a:pt x="1732811" y="623385"/>
                </a:moveTo>
                <a:lnTo>
                  <a:pt x="1732811" y="556617"/>
                </a:lnTo>
                <a:lnTo>
                  <a:pt x="1731264" y="571500"/>
                </a:lnTo>
                <a:lnTo>
                  <a:pt x="1724096" y="584763"/>
                </a:lnTo>
                <a:lnTo>
                  <a:pt x="1712785" y="594169"/>
                </a:lnTo>
                <a:lnTo>
                  <a:pt x="1698902" y="598717"/>
                </a:lnTo>
                <a:lnTo>
                  <a:pt x="1684020" y="597408"/>
                </a:lnTo>
                <a:lnTo>
                  <a:pt x="1659491" y="589907"/>
                </a:lnTo>
                <a:lnTo>
                  <a:pt x="1589532" y="647700"/>
                </a:lnTo>
                <a:lnTo>
                  <a:pt x="1732811" y="623385"/>
                </a:lnTo>
                <a:close/>
              </a:path>
              <a:path w="1841500" h="647700">
                <a:moveTo>
                  <a:pt x="1840992" y="605028"/>
                </a:moveTo>
                <a:lnTo>
                  <a:pt x="1655064" y="428244"/>
                </a:lnTo>
                <a:lnTo>
                  <a:pt x="1681439" y="516501"/>
                </a:lnTo>
                <a:lnTo>
                  <a:pt x="1706880" y="524256"/>
                </a:lnTo>
                <a:lnTo>
                  <a:pt x="1719905" y="531423"/>
                </a:lnTo>
                <a:lnTo>
                  <a:pt x="1728787" y="542734"/>
                </a:lnTo>
                <a:lnTo>
                  <a:pt x="1732811" y="556617"/>
                </a:lnTo>
                <a:lnTo>
                  <a:pt x="1732811" y="623385"/>
                </a:lnTo>
                <a:lnTo>
                  <a:pt x="1840992" y="605028"/>
                </a:lnTo>
                <a:close/>
              </a:path>
              <a:path w="1841500" h="647700">
                <a:moveTo>
                  <a:pt x="1694688" y="598346"/>
                </a:moveTo>
                <a:lnTo>
                  <a:pt x="1694688" y="560832"/>
                </a:lnTo>
                <a:lnTo>
                  <a:pt x="1659491" y="589907"/>
                </a:lnTo>
                <a:lnTo>
                  <a:pt x="1684020" y="597408"/>
                </a:lnTo>
                <a:lnTo>
                  <a:pt x="1694688" y="598346"/>
                </a:lnTo>
                <a:close/>
              </a:path>
              <a:path w="1841500" h="647700">
                <a:moveTo>
                  <a:pt x="1732811" y="556617"/>
                </a:moveTo>
                <a:lnTo>
                  <a:pt x="1728787" y="542734"/>
                </a:lnTo>
                <a:lnTo>
                  <a:pt x="1719905" y="531423"/>
                </a:lnTo>
                <a:lnTo>
                  <a:pt x="1706880" y="524256"/>
                </a:lnTo>
                <a:lnTo>
                  <a:pt x="1681439" y="516501"/>
                </a:lnTo>
                <a:lnTo>
                  <a:pt x="1694688" y="560832"/>
                </a:lnTo>
                <a:lnTo>
                  <a:pt x="1694688" y="598346"/>
                </a:lnTo>
                <a:lnTo>
                  <a:pt x="1698902" y="598717"/>
                </a:lnTo>
                <a:lnTo>
                  <a:pt x="1712785" y="594169"/>
                </a:lnTo>
                <a:lnTo>
                  <a:pt x="1724096" y="584763"/>
                </a:lnTo>
                <a:lnTo>
                  <a:pt x="1731264" y="571500"/>
                </a:lnTo>
                <a:lnTo>
                  <a:pt x="1732811" y="556617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84344" y="4813558"/>
            <a:ext cx="1828800" cy="352425"/>
          </a:xfrm>
          <a:custGeom>
            <a:avLst/>
            <a:gdLst/>
            <a:ahLst/>
            <a:cxnLst/>
            <a:rect l="l" t="t" r="r" b="b"/>
            <a:pathLst>
              <a:path w="1828800" h="352425">
                <a:moveTo>
                  <a:pt x="217932" y="123444"/>
                </a:moveTo>
                <a:lnTo>
                  <a:pt x="0" y="259080"/>
                </a:lnTo>
                <a:lnTo>
                  <a:pt x="114300" y="303774"/>
                </a:lnTo>
                <a:lnTo>
                  <a:pt x="114300" y="248412"/>
                </a:lnTo>
                <a:lnTo>
                  <a:pt x="116133" y="233195"/>
                </a:lnTo>
                <a:lnTo>
                  <a:pt x="123253" y="220408"/>
                </a:lnTo>
                <a:lnTo>
                  <a:pt x="134659" y="211335"/>
                </a:lnTo>
                <a:lnTo>
                  <a:pt x="149352" y="207264"/>
                </a:lnTo>
                <a:lnTo>
                  <a:pt x="174088" y="205012"/>
                </a:lnTo>
                <a:lnTo>
                  <a:pt x="217932" y="123444"/>
                </a:lnTo>
                <a:close/>
              </a:path>
              <a:path w="1828800" h="352425">
                <a:moveTo>
                  <a:pt x="174088" y="205012"/>
                </a:moveTo>
                <a:lnTo>
                  <a:pt x="134659" y="211335"/>
                </a:lnTo>
                <a:lnTo>
                  <a:pt x="114300" y="248412"/>
                </a:lnTo>
                <a:lnTo>
                  <a:pt x="118371" y="263080"/>
                </a:lnTo>
                <a:lnTo>
                  <a:pt x="127444" y="274320"/>
                </a:lnTo>
                <a:lnTo>
                  <a:pt x="140231" y="280987"/>
                </a:lnTo>
                <a:lnTo>
                  <a:pt x="152400" y="281749"/>
                </a:lnTo>
                <a:lnTo>
                  <a:pt x="152400" y="245364"/>
                </a:lnTo>
                <a:lnTo>
                  <a:pt x="174088" y="205012"/>
                </a:lnTo>
                <a:close/>
              </a:path>
              <a:path w="1828800" h="352425">
                <a:moveTo>
                  <a:pt x="237744" y="352044"/>
                </a:moveTo>
                <a:lnTo>
                  <a:pt x="179901" y="279741"/>
                </a:lnTo>
                <a:lnTo>
                  <a:pt x="155448" y="281940"/>
                </a:lnTo>
                <a:lnTo>
                  <a:pt x="140231" y="280987"/>
                </a:lnTo>
                <a:lnTo>
                  <a:pt x="127444" y="274320"/>
                </a:lnTo>
                <a:lnTo>
                  <a:pt x="118371" y="263080"/>
                </a:lnTo>
                <a:lnTo>
                  <a:pt x="114300" y="248412"/>
                </a:lnTo>
                <a:lnTo>
                  <a:pt x="114300" y="303774"/>
                </a:lnTo>
                <a:lnTo>
                  <a:pt x="237744" y="352044"/>
                </a:lnTo>
                <a:close/>
              </a:path>
              <a:path w="1828800" h="352425">
                <a:moveTo>
                  <a:pt x="1677924" y="106680"/>
                </a:moveTo>
                <a:lnTo>
                  <a:pt x="1648724" y="70821"/>
                </a:lnTo>
                <a:lnTo>
                  <a:pt x="174088" y="205012"/>
                </a:lnTo>
                <a:lnTo>
                  <a:pt x="152400" y="245364"/>
                </a:lnTo>
                <a:lnTo>
                  <a:pt x="179901" y="279741"/>
                </a:lnTo>
                <a:lnTo>
                  <a:pt x="1655962" y="147028"/>
                </a:lnTo>
                <a:lnTo>
                  <a:pt x="1677924" y="106680"/>
                </a:lnTo>
                <a:close/>
              </a:path>
              <a:path w="1828800" h="352425">
                <a:moveTo>
                  <a:pt x="179901" y="279741"/>
                </a:moveTo>
                <a:lnTo>
                  <a:pt x="152400" y="245364"/>
                </a:lnTo>
                <a:lnTo>
                  <a:pt x="152400" y="281749"/>
                </a:lnTo>
                <a:lnTo>
                  <a:pt x="155448" y="281940"/>
                </a:lnTo>
                <a:lnTo>
                  <a:pt x="179901" y="279741"/>
                </a:lnTo>
                <a:close/>
              </a:path>
              <a:path w="1828800" h="352425">
                <a:moveTo>
                  <a:pt x="1828800" y="92964"/>
                </a:moveTo>
                <a:lnTo>
                  <a:pt x="1591056" y="0"/>
                </a:lnTo>
                <a:lnTo>
                  <a:pt x="1648724" y="70821"/>
                </a:lnTo>
                <a:lnTo>
                  <a:pt x="1673352" y="68580"/>
                </a:lnTo>
                <a:lnTo>
                  <a:pt x="1688592" y="70413"/>
                </a:lnTo>
                <a:lnTo>
                  <a:pt x="1701546" y="77533"/>
                </a:lnTo>
                <a:lnTo>
                  <a:pt x="1711071" y="88939"/>
                </a:lnTo>
                <a:lnTo>
                  <a:pt x="1716024" y="103632"/>
                </a:lnTo>
                <a:lnTo>
                  <a:pt x="1716024" y="162853"/>
                </a:lnTo>
                <a:lnTo>
                  <a:pt x="1828800" y="92964"/>
                </a:lnTo>
                <a:close/>
              </a:path>
              <a:path w="1828800" h="352425">
                <a:moveTo>
                  <a:pt x="1716024" y="162853"/>
                </a:moveTo>
                <a:lnTo>
                  <a:pt x="1716024" y="103632"/>
                </a:lnTo>
                <a:lnTo>
                  <a:pt x="1714190" y="118848"/>
                </a:lnTo>
                <a:lnTo>
                  <a:pt x="1707070" y="131635"/>
                </a:lnTo>
                <a:lnTo>
                  <a:pt x="1695664" y="140708"/>
                </a:lnTo>
                <a:lnTo>
                  <a:pt x="1680972" y="144780"/>
                </a:lnTo>
                <a:lnTo>
                  <a:pt x="1655962" y="147028"/>
                </a:lnTo>
                <a:lnTo>
                  <a:pt x="1612392" y="227076"/>
                </a:lnTo>
                <a:lnTo>
                  <a:pt x="1716024" y="162853"/>
                </a:lnTo>
                <a:close/>
              </a:path>
              <a:path w="1828800" h="352425">
                <a:moveTo>
                  <a:pt x="1716024" y="103632"/>
                </a:moveTo>
                <a:lnTo>
                  <a:pt x="1711071" y="88939"/>
                </a:lnTo>
                <a:lnTo>
                  <a:pt x="1701546" y="77533"/>
                </a:lnTo>
                <a:lnTo>
                  <a:pt x="1688592" y="70413"/>
                </a:lnTo>
                <a:lnTo>
                  <a:pt x="1673352" y="68580"/>
                </a:lnTo>
                <a:lnTo>
                  <a:pt x="1648724" y="70821"/>
                </a:lnTo>
                <a:lnTo>
                  <a:pt x="1677924" y="106680"/>
                </a:lnTo>
                <a:lnTo>
                  <a:pt x="1677924" y="145054"/>
                </a:lnTo>
                <a:lnTo>
                  <a:pt x="1680972" y="144780"/>
                </a:lnTo>
                <a:lnTo>
                  <a:pt x="1695664" y="140708"/>
                </a:lnTo>
                <a:lnTo>
                  <a:pt x="1707070" y="131635"/>
                </a:lnTo>
                <a:lnTo>
                  <a:pt x="1714190" y="118848"/>
                </a:lnTo>
                <a:lnTo>
                  <a:pt x="1716024" y="103632"/>
                </a:lnTo>
                <a:close/>
              </a:path>
              <a:path w="1828800" h="352425">
                <a:moveTo>
                  <a:pt x="1677924" y="145054"/>
                </a:moveTo>
                <a:lnTo>
                  <a:pt x="1677924" y="106680"/>
                </a:lnTo>
                <a:lnTo>
                  <a:pt x="1655962" y="147028"/>
                </a:lnTo>
                <a:lnTo>
                  <a:pt x="1677924" y="145054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pt-BR" sz="4000" b="1" dirty="0">
                <a:latin typeface="Arial"/>
                <a:cs typeface="Arial"/>
              </a:rPr>
              <a:t>SISTEMA</a:t>
            </a:r>
            <a:r>
              <a:rPr lang="pt-BR" sz="4000" b="1" spc="-70" dirty="0">
                <a:latin typeface="Arial"/>
                <a:cs typeface="Arial"/>
              </a:rPr>
              <a:t> </a:t>
            </a:r>
            <a:r>
              <a:rPr lang="pt-BR" sz="4000" b="1" dirty="0">
                <a:latin typeface="Arial"/>
                <a:cs typeface="Arial"/>
              </a:rPr>
              <a:t>GERENCIADOR</a:t>
            </a:r>
            <a:r>
              <a:rPr lang="pt-BR" sz="4000" b="1" spc="-70" dirty="0">
                <a:latin typeface="Arial"/>
                <a:cs typeface="Arial"/>
              </a:rPr>
              <a:t> </a:t>
            </a:r>
            <a:r>
              <a:rPr lang="pt-BR" sz="4000" b="1" dirty="0">
                <a:latin typeface="Arial"/>
                <a:cs typeface="Arial"/>
              </a:rPr>
              <a:t>DE</a:t>
            </a:r>
            <a:r>
              <a:rPr lang="pt-BR" sz="4000" b="1" spc="-70" dirty="0">
                <a:latin typeface="Arial"/>
                <a:cs typeface="Arial"/>
              </a:rPr>
              <a:t> </a:t>
            </a:r>
            <a:r>
              <a:rPr lang="pt-BR" sz="4000" b="1" dirty="0">
                <a:latin typeface="Arial"/>
                <a:cs typeface="Arial"/>
              </a:rPr>
              <a:t>BANCOS</a:t>
            </a:r>
            <a:r>
              <a:rPr lang="pt-BR" sz="4000" b="1" spc="-70" dirty="0">
                <a:latin typeface="Arial"/>
                <a:cs typeface="Arial"/>
              </a:rPr>
              <a:t> </a:t>
            </a:r>
            <a:r>
              <a:rPr lang="pt-BR" sz="4000" b="1" spc="-25" dirty="0">
                <a:latin typeface="Arial"/>
                <a:cs typeface="Arial"/>
              </a:rPr>
              <a:t>DE </a:t>
            </a:r>
            <a:r>
              <a:rPr lang="pt-BR" sz="4000" b="1" spc="-10" dirty="0">
                <a:latin typeface="Arial"/>
                <a:cs typeface="Arial"/>
              </a:rPr>
              <a:t>DADOS</a:t>
            </a:r>
            <a:endParaRPr lang="pt-BR" sz="4000" dirty="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199884" y="2047497"/>
            <a:ext cx="228600" cy="1156970"/>
          </a:xfrm>
          <a:custGeom>
            <a:avLst/>
            <a:gdLst/>
            <a:ahLst/>
            <a:cxnLst/>
            <a:rect l="l" t="t" r="r" b="b"/>
            <a:pathLst>
              <a:path w="228600" h="1156970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177800"/>
                </a:lnTo>
                <a:lnTo>
                  <a:pt x="76200" y="152400"/>
                </a:lnTo>
                <a:lnTo>
                  <a:pt x="79152" y="137445"/>
                </a:lnTo>
                <a:lnTo>
                  <a:pt x="87249" y="125349"/>
                </a:lnTo>
                <a:lnTo>
                  <a:pt x="99345" y="117252"/>
                </a:lnTo>
                <a:lnTo>
                  <a:pt x="114300" y="114300"/>
                </a:lnTo>
                <a:lnTo>
                  <a:pt x="128611" y="117252"/>
                </a:lnTo>
                <a:lnTo>
                  <a:pt x="140779" y="125349"/>
                </a:lnTo>
                <a:lnTo>
                  <a:pt x="149232" y="137445"/>
                </a:lnTo>
                <a:lnTo>
                  <a:pt x="152400" y="152400"/>
                </a:lnTo>
                <a:lnTo>
                  <a:pt x="152400" y="177800"/>
                </a:lnTo>
                <a:lnTo>
                  <a:pt x="228600" y="228600"/>
                </a:lnTo>
                <a:close/>
              </a:path>
              <a:path w="228600" h="1156970">
                <a:moveTo>
                  <a:pt x="228600" y="928116"/>
                </a:moveTo>
                <a:lnTo>
                  <a:pt x="114300" y="1004316"/>
                </a:lnTo>
                <a:lnTo>
                  <a:pt x="0" y="928116"/>
                </a:lnTo>
                <a:lnTo>
                  <a:pt x="76200" y="1080516"/>
                </a:lnTo>
                <a:lnTo>
                  <a:pt x="76200" y="1004316"/>
                </a:lnTo>
                <a:lnTo>
                  <a:pt x="79152" y="1018627"/>
                </a:lnTo>
                <a:lnTo>
                  <a:pt x="87249" y="1030795"/>
                </a:lnTo>
                <a:lnTo>
                  <a:pt x="99345" y="1039248"/>
                </a:lnTo>
                <a:lnTo>
                  <a:pt x="114300" y="1042416"/>
                </a:lnTo>
                <a:lnTo>
                  <a:pt x="128611" y="1039248"/>
                </a:lnTo>
                <a:lnTo>
                  <a:pt x="140779" y="1030795"/>
                </a:lnTo>
                <a:lnTo>
                  <a:pt x="149232" y="1018627"/>
                </a:lnTo>
                <a:lnTo>
                  <a:pt x="152400" y="1004316"/>
                </a:lnTo>
                <a:lnTo>
                  <a:pt x="152400" y="1080516"/>
                </a:lnTo>
                <a:lnTo>
                  <a:pt x="228600" y="928116"/>
                </a:lnTo>
                <a:close/>
              </a:path>
              <a:path w="228600" h="1156970">
                <a:moveTo>
                  <a:pt x="152400" y="177800"/>
                </a:moveTo>
                <a:lnTo>
                  <a:pt x="152400" y="152400"/>
                </a:lnTo>
                <a:lnTo>
                  <a:pt x="149232" y="137445"/>
                </a:lnTo>
                <a:lnTo>
                  <a:pt x="140779" y="125349"/>
                </a:lnTo>
                <a:lnTo>
                  <a:pt x="128611" y="117252"/>
                </a:lnTo>
                <a:lnTo>
                  <a:pt x="114300" y="114300"/>
                </a:lnTo>
                <a:lnTo>
                  <a:pt x="99345" y="117252"/>
                </a:lnTo>
                <a:lnTo>
                  <a:pt x="87249" y="125349"/>
                </a:lnTo>
                <a:lnTo>
                  <a:pt x="79152" y="137445"/>
                </a:lnTo>
                <a:lnTo>
                  <a:pt x="76200" y="152400"/>
                </a:lnTo>
                <a:lnTo>
                  <a:pt x="76200" y="177800"/>
                </a:lnTo>
                <a:lnTo>
                  <a:pt x="114300" y="152400"/>
                </a:lnTo>
                <a:lnTo>
                  <a:pt x="152400" y="177800"/>
                </a:lnTo>
                <a:close/>
              </a:path>
              <a:path w="228600" h="1156970">
                <a:moveTo>
                  <a:pt x="152400" y="978916"/>
                </a:moveTo>
                <a:lnTo>
                  <a:pt x="152400" y="177800"/>
                </a:lnTo>
                <a:lnTo>
                  <a:pt x="114300" y="152400"/>
                </a:lnTo>
                <a:lnTo>
                  <a:pt x="76200" y="177800"/>
                </a:lnTo>
                <a:lnTo>
                  <a:pt x="76200" y="978916"/>
                </a:lnTo>
                <a:lnTo>
                  <a:pt x="114300" y="1004316"/>
                </a:lnTo>
                <a:lnTo>
                  <a:pt x="152400" y="978916"/>
                </a:lnTo>
                <a:close/>
              </a:path>
              <a:path w="228600" h="1156970">
                <a:moveTo>
                  <a:pt x="152400" y="1080516"/>
                </a:moveTo>
                <a:lnTo>
                  <a:pt x="152400" y="1004316"/>
                </a:lnTo>
                <a:lnTo>
                  <a:pt x="149232" y="1018627"/>
                </a:lnTo>
                <a:lnTo>
                  <a:pt x="140779" y="1030795"/>
                </a:lnTo>
                <a:lnTo>
                  <a:pt x="128611" y="1039248"/>
                </a:lnTo>
                <a:lnTo>
                  <a:pt x="114300" y="1042416"/>
                </a:lnTo>
                <a:lnTo>
                  <a:pt x="99345" y="1039248"/>
                </a:lnTo>
                <a:lnTo>
                  <a:pt x="87249" y="1030795"/>
                </a:lnTo>
                <a:lnTo>
                  <a:pt x="79152" y="1018627"/>
                </a:lnTo>
                <a:lnTo>
                  <a:pt x="76200" y="1004316"/>
                </a:lnTo>
                <a:lnTo>
                  <a:pt x="76200" y="1080516"/>
                </a:lnTo>
                <a:lnTo>
                  <a:pt x="114300" y="1156716"/>
                </a:lnTo>
                <a:lnTo>
                  <a:pt x="152400" y="10805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872733" y="6254750"/>
            <a:ext cx="1692910" cy="7556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66700" marR="5080" indent="-254635">
              <a:lnSpc>
                <a:spcPts val="2870"/>
              </a:lnSpc>
              <a:spcBef>
                <a:spcPts val="200"/>
              </a:spcBef>
            </a:pPr>
            <a:r>
              <a:rPr sz="2400" dirty="0">
                <a:latin typeface="Times New Roman"/>
                <a:cs typeface="Times New Roman"/>
              </a:rPr>
              <a:t>Programas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de </a:t>
            </a:r>
            <a:r>
              <a:rPr sz="2400" spc="-10" dirty="0">
                <a:latin typeface="Times New Roman"/>
                <a:cs typeface="Times New Roman"/>
              </a:rPr>
              <a:t>Aplicação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609339" y="5638042"/>
            <a:ext cx="228600" cy="795655"/>
          </a:xfrm>
          <a:custGeom>
            <a:avLst/>
            <a:gdLst/>
            <a:ahLst/>
            <a:cxnLst/>
            <a:rect l="l" t="t" r="r" b="b"/>
            <a:pathLst>
              <a:path w="228600" h="795654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177800"/>
                </a:lnTo>
                <a:lnTo>
                  <a:pt x="76200" y="152400"/>
                </a:lnTo>
                <a:lnTo>
                  <a:pt x="79367" y="138088"/>
                </a:lnTo>
                <a:lnTo>
                  <a:pt x="87820" y="125920"/>
                </a:lnTo>
                <a:lnTo>
                  <a:pt x="99988" y="117467"/>
                </a:lnTo>
                <a:lnTo>
                  <a:pt x="114300" y="114300"/>
                </a:lnTo>
                <a:lnTo>
                  <a:pt x="129254" y="117467"/>
                </a:lnTo>
                <a:lnTo>
                  <a:pt x="141351" y="125920"/>
                </a:lnTo>
                <a:lnTo>
                  <a:pt x="149447" y="138088"/>
                </a:lnTo>
                <a:lnTo>
                  <a:pt x="152400" y="152400"/>
                </a:lnTo>
                <a:lnTo>
                  <a:pt x="152400" y="177800"/>
                </a:lnTo>
                <a:lnTo>
                  <a:pt x="228600" y="228600"/>
                </a:lnTo>
                <a:close/>
              </a:path>
              <a:path w="228600" h="795654">
                <a:moveTo>
                  <a:pt x="228600" y="566928"/>
                </a:moveTo>
                <a:lnTo>
                  <a:pt x="114300" y="643128"/>
                </a:lnTo>
                <a:lnTo>
                  <a:pt x="0" y="566928"/>
                </a:lnTo>
                <a:lnTo>
                  <a:pt x="76200" y="719328"/>
                </a:lnTo>
                <a:lnTo>
                  <a:pt x="76200" y="643128"/>
                </a:lnTo>
                <a:lnTo>
                  <a:pt x="79367" y="657439"/>
                </a:lnTo>
                <a:lnTo>
                  <a:pt x="87820" y="669607"/>
                </a:lnTo>
                <a:lnTo>
                  <a:pt x="99988" y="678060"/>
                </a:lnTo>
                <a:lnTo>
                  <a:pt x="114300" y="681228"/>
                </a:lnTo>
                <a:lnTo>
                  <a:pt x="129254" y="678060"/>
                </a:lnTo>
                <a:lnTo>
                  <a:pt x="141351" y="669607"/>
                </a:lnTo>
                <a:lnTo>
                  <a:pt x="149447" y="657439"/>
                </a:lnTo>
                <a:lnTo>
                  <a:pt x="152400" y="643128"/>
                </a:lnTo>
                <a:lnTo>
                  <a:pt x="152400" y="719328"/>
                </a:lnTo>
                <a:lnTo>
                  <a:pt x="228600" y="566928"/>
                </a:lnTo>
                <a:close/>
              </a:path>
              <a:path w="228600" h="795654">
                <a:moveTo>
                  <a:pt x="152400" y="177800"/>
                </a:moveTo>
                <a:lnTo>
                  <a:pt x="152400" y="152400"/>
                </a:lnTo>
                <a:lnTo>
                  <a:pt x="149447" y="138088"/>
                </a:lnTo>
                <a:lnTo>
                  <a:pt x="141351" y="125920"/>
                </a:lnTo>
                <a:lnTo>
                  <a:pt x="129254" y="117467"/>
                </a:lnTo>
                <a:lnTo>
                  <a:pt x="114300" y="114300"/>
                </a:lnTo>
                <a:lnTo>
                  <a:pt x="99988" y="117467"/>
                </a:lnTo>
                <a:lnTo>
                  <a:pt x="87820" y="125920"/>
                </a:lnTo>
                <a:lnTo>
                  <a:pt x="79367" y="138088"/>
                </a:lnTo>
                <a:lnTo>
                  <a:pt x="76200" y="152400"/>
                </a:lnTo>
                <a:lnTo>
                  <a:pt x="76200" y="177800"/>
                </a:lnTo>
                <a:lnTo>
                  <a:pt x="114300" y="152400"/>
                </a:lnTo>
                <a:lnTo>
                  <a:pt x="152400" y="177800"/>
                </a:lnTo>
                <a:close/>
              </a:path>
              <a:path w="228600" h="795654">
                <a:moveTo>
                  <a:pt x="152400" y="617728"/>
                </a:moveTo>
                <a:lnTo>
                  <a:pt x="152400" y="177800"/>
                </a:lnTo>
                <a:lnTo>
                  <a:pt x="114300" y="152400"/>
                </a:lnTo>
                <a:lnTo>
                  <a:pt x="76200" y="177800"/>
                </a:lnTo>
                <a:lnTo>
                  <a:pt x="76200" y="617728"/>
                </a:lnTo>
                <a:lnTo>
                  <a:pt x="114300" y="643128"/>
                </a:lnTo>
                <a:lnTo>
                  <a:pt x="152400" y="617728"/>
                </a:lnTo>
                <a:close/>
              </a:path>
              <a:path w="228600" h="795654">
                <a:moveTo>
                  <a:pt x="152400" y="719328"/>
                </a:moveTo>
                <a:lnTo>
                  <a:pt x="152400" y="643128"/>
                </a:lnTo>
                <a:lnTo>
                  <a:pt x="149447" y="657439"/>
                </a:lnTo>
                <a:lnTo>
                  <a:pt x="141351" y="669607"/>
                </a:lnTo>
                <a:lnTo>
                  <a:pt x="129254" y="678060"/>
                </a:lnTo>
                <a:lnTo>
                  <a:pt x="114300" y="681228"/>
                </a:lnTo>
                <a:lnTo>
                  <a:pt x="99988" y="678060"/>
                </a:lnTo>
                <a:lnTo>
                  <a:pt x="87820" y="669607"/>
                </a:lnTo>
                <a:lnTo>
                  <a:pt x="79367" y="657439"/>
                </a:lnTo>
                <a:lnTo>
                  <a:pt x="76200" y="643128"/>
                </a:lnTo>
                <a:lnTo>
                  <a:pt x="76200" y="719328"/>
                </a:lnTo>
                <a:lnTo>
                  <a:pt x="114300" y="795528"/>
                </a:lnTo>
                <a:lnTo>
                  <a:pt x="152400" y="71932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985501" y="6442202"/>
            <a:ext cx="202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Banco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 </a:t>
            </a:r>
            <a:r>
              <a:rPr sz="2400" spc="-10" dirty="0">
                <a:latin typeface="Times New Roman"/>
                <a:cs typeface="Times New Roman"/>
              </a:rPr>
              <a:t>Dados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781540" y="5353054"/>
            <a:ext cx="228600" cy="1130935"/>
          </a:xfrm>
          <a:custGeom>
            <a:avLst/>
            <a:gdLst/>
            <a:ahLst/>
            <a:cxnLst/>
            <a:rect l="l" t="t" r="r" b="b"/>
            <a:pathLst>
              <a:path w="228600" h="1130935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177800"/>
                </a:lnTo>
                <a:lnTo>
                  <a:pt x="76200" y="152400"/>
                </a:lnTo>
                <a:lnTo>
                  <a:pt x="79367" y="137445"/>
                </a:lnTo>
                <a:lnTo>
                  <a:pt x="87820" y="125349"/>
                </a:lnTo>
                <a:lnTo>
                  <a:pt x="99988" y="117252"/>
                </a:lnTo>
                <a:lnTo>
                  <a:pt x="114300" y="114300"/>
                </a:lnTo>
                <a:lnTo>
                  <a:pt x="129254" y="117252"/>
                </a:lnTo>
                <a:lnTo>
                  <a:pt x="141351" y="125349"/>
                </a:lnTo>
                <a:lnTo>
                  <a:pt x="149447" y="137445"/>
                </a:lnTo>
                <a:lnTo>
                  <a:pt x="152400" y="152400"/>
                </a:lnTo>
                <a:lnTo>
                  <a:pt x="152400" y="177800"/>
                </a:lnTo>
                <a:lnTo>
                  <a:pt x="228600" y="228600"/>
                </a:lnTo>
                <a:close/>
              </a:path>
              <a:path w="228600" h="1130935">
                <a:moveTo>
                  <a:pt x="228600" y="902208"/>
                </a:moveTo>
                <a:lnTo>
                  <a:pt x="114300" y="978408"/>
                </a:lnTo>
                <a:lnTo>
                  <a:pt x="0" y="902208"/>
                </a:lnTo>
                <a:lnTo>
                  <a:pt x="76200" y="1054608"/>
                </a:lnTo>
                <a:lnTo>
                  <a:pt x="76200" y="978408"/>
                </a:lnTo>
                <a:lnTo>
                  <a:pt x="79367" y="992719"/>
                </a:lnTo>
                <a:lnTo>
                  <a:pt x="87820" y="1004887"/>
                </a:lnTo>
                <a:lnTo>
                  <a:pt x="99988" y="1013340"/>
                </a:lnTo>
                <a:lnTo>
                  <a:pt x="114300" y="1016508"/>
                </a:lnTo>
                <a:lnTo>
                  <a:pt x="129254" y="1013340"/>
                </a:lnTo>
                <a:lnTo>
                  <a:pt x="141351" y="1004887"/>
                </a:lnTo>
                <a:lnTo>
                  <a:pt x="149447" y="992719"/>
                </a:lnTo>
                <a:lnTo>
                  <a:pt x="152400" y="978408"/>
                </a:lnTo>
                <a:lnTo>
                  <a:pt x="152400" y="1054608"/>
                </a:lnTo>
                <a:lnTo>
                  <a:pt x="228600" y="902208"/>
                </a:lnTo>
                <a:close/>
              </a:path>
              <a:path w="228600" h="1130935">
                <a:moveTo>
                  <a:pt x="152400" y="177800"/>
                </a:moveTo>
                <a:lnTo>
                  <a:pt x="152400" y="152400"/>
                </a:lnTo>
                <a:lnTo>
                  <a:pt x="149447" y="137445"/>
                </a:lnTo>
                <a:lnTo>
                  <a:pt x="141351" y="125349"/>
                </a:lnTo>
                <a:lnTo>
                  <a:pt x="129254" y="117252"/>
                </a:lnTo>
                <a:lnTo>
                  <a:pt x="114300" y="114300"/>
                </a:lnTo>
                <a:lnTo>
                  <a:pt x="99988" y="117252"/>
                </a:lnTo>
                <a:lnTo>
                  <a:pt x="87820" y="125349"/>
                </a:lnTo>
                <a:lnTo>
                  <a:pt x="79367" y="137445"/>
                </a:lnTo>
                <a:lnTo>
                  <a:pt x="76200" y="152400"/>
                </a:lnTo>
                <a:lnTo>
                  <a:pt x="76200" y="177800"/>
                </a:lnTo>
                <a:lnTo>
                  <a:pt x="114300" y="152400"/>
                </a:lnTo>
                <a:lnTo>
                  <a:pt x="152400" y="177800"/>
                </a:lnTo>
                <a:close/>
              </a:path>
              <a:path w="228600" h="1130935">
                <a:moveTo>
                  <a:pt x="152400" y="953008"/>
                </a:moveTo>
                <a:lnTo>
                  <a:pt x="152400" y="177800"/>
                </a:lnTo>
                <a:lnTo>
                  <a:pt x="114300" y="152400"/>
                </a:lnTo>
                <a:lnTo>
                  <a:pt x="76200" y="177800"/>
                </a:lnTo>
                <a:lnTo>
                  <a:pt x="76200" y="953008"/>
                </a:lnTo>
                <a:lnTo>
                  <a:pt x="114300" y="978408"/>
                </a:lnTo>
                <a:lnTo>
                  <a:pt x="152400" y="953008"/>
                </a:lnTo>
                <a:close/>
              </a:path>
              <a:path w="228600" h="1130935">
                <a:moveTo>
                  <a:pt x="152400" y="1054608"/>
                </a:moveTo>
                <a:lnTo>
                  <a:pt x="152400" y="978408"/>
                </a:lnTo>
                <a:lnTo>
                  <a:pt x="149447" y="992719"/>
                </a:lnTo>
                <a:lnTo>
                  <a:pt x="141351" y="1004887"/>
                </a:lnTo>
                <a:lnTo>
                  <a:pt x="129254" y="1013340"/>
                </a:lnTo>
                <a:lnTo>
                  <a:pt x="114300" y="1016508"/>
                </a:lnTo>
                <a:lnTo>
                  <a:pt x="99988" y="1013340"/>
                </a:lnTo>
                <a:lnTo>
                  <a:pt x="87820" y="1004887"/>
                </a:lnTo>
                <a:lnTo>
                  <a:pt x="79367" y="992719"/>
                </a:lnTo>
                <a:lnTo>
                  <a:pt x="76200" y="978408"/>
                </a:lnTo>
                <a:lnTo>
                  <a:pt x="76200" y="1054608"/>
                </a:lnTo>
                <a:lnTo>
                  <a:pt x="114300" y="1130808"/>
                </a:lnTo>
                <a:lnTo>
                  <a:pt x="152400" y="105460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740907" y="6480302"/>
            <a:ext cx="2886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Esquema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Conversão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190740" y="5734054"/>
            <a:ext cx="228600" cy="749935"/>
          </a:xfrm>
          <a:custGeom>
            <a:avLst/>
            <a:gdLst/>
            <a:ahLst/>
            <a:cxnLst/>
            <a:rect l="l" t="t" r="r" b="b"/>
            <a:pathLst>
              <a:path w="228600" h="749935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177800"/>
                </a:lnTo>
                <a:lnTo>
                  <a:pt x="76200" y="152400"/>
                </a:lnTo>
                <a:lnTo>
                  <a:pt x="79367" y="137445"/>
                </a:lnTo>
                <a:lnTo>
                  <a:pt x="87820" y="125349"/>
                </a:lnTo>
                <a:lnTo>
                  <a:pt x="99988" y="117252"/>
                </a:lnTo>
                <a:lnTo>
                  <a:pt x="114300" y="114300"/>
                </a:lnTo>
                <a:lnTo>
                  <a:pt x="129254" y="117252"/>
                </a:lnTo>
                <a:lnTo>
                  <a:pt x="141351" y="125349"/>
                </a:lnTo>
                <a:lnTo>
                  <a:pt x="149447" y="137445"/>
                </a:lnTo>
                <a:lnTo>
                  <a:pt x="152400" y="152400"/>
                </a:lnTo>
                <a:lnTo>
                  <a:pt x="152400" y="177800"/>
                </a:lnTo>
                <a:lnTo>
                  <a:pt x="228600" y="228600"/>
                </a:lnTo>
                <a:close/>
              </a:path>
              <a:path w="228600" h="749935">
                <a:moveTo>
                  <a:pt x="228600" y="521208"/>
                </a:moveTo>
                <a:lnTo>
                  <a:pt x="114300" y="597408"/>
                </a:lnTo>
                <a:lnTo>
                  <a:pt x="0" y="521208"/>
                </a:lnTo>
                <a:lnTo>
                  <a:pt x="76200" y="673608"/>
                </a:lnTo>
                <a:lnTo>
                  <a:pt x="76200" y="597408"/>
                </a:lnTo>
                <a:lnTo>
                  <a:pt x="79367" y="612362"/>
                </a:lnTo>
                <a:lnTo>
                  <a:pt x="87820" y="624459"/>
                </a:lnTo>
                <a:lnTo>
                  <a:pt x="99988" y="632555"/>
                </a:lnTo>
                <a:lnTo>
                  <a:pt x="114300" y="635508"/>
                </a:lnTo>
                <a:lnTo>
                  <a:pt x="129254" y="632555"/>
                </a:lnTo>
                <a:lnTo>
                  <a:pt x="141351" y="624459"/>
                </a:lnTo>
                <a:lnTo>
                  <a:pt x="149447" y="612362"/>
                </a:lnTo>
                <a:lnTo>
                  <a:pt x="152400" y="597408"/>
                </a:lnTo>
                <a:lnTo>
                  <a:pt x="152400" y="673608"/>
                </a:lnTo>
                <a:lnTo>
                  <a:pt x="228600" y="521208"/>
                </a:lnTo>
                <a:close/>
              </a:path>
              <a:path w="228600" h="749935">
                <a:moveTo>
                  <a:pt x="152400" y="177800"/>
                </a:moveTo>
                <a:lnTo>
                  <a:pt x="152400" y="152400"/>
                </a:lnTo>
                <a:lnTo>
                  <a:pt x="149447" y="137445"/>
                </a:lnTo>
                <a:lnTo>
                  <a:pt x="141351" y="125349"/>
                </a:lnTo>
                <a:lnTo>
                  <a:pt x="129254" y="117252"/>
                </a:lnTo>
                <a:lnTo>
                  <a:pt x="114300" y="114300"/>
                </a:lnTo>
                <a:lnTo>
                  <a:pt x="99988" y="117252"/>
                </a:lnTo>
                <a:lnTo>
                  <a:pt x="87820" y="125349"/>
                </a:lnTo>
                <a:lnTo>
                  <a:pt x="79367" y="137445"/>
                </a:lnTo>
                <a:lnTo>
                  <a:pt x="76200" y="152400"/>
                </a:lnTo>
                <a:lnTo>
                  <a:pt x="76200" y="177800"/>
                </a:lnTo>
                <a:lnTo>
                  <a:pt x="114300" y="152400"/>
                </a:lnTo>
                <a:lnTo>
                  <a:pt x="152400" y="177800"/>
                </a:lnTo>
                <a:close/>
              </a:path>
              <a:path w="228600" h="749935">
                <a:moveTo>
                  <a:pt x="152400" y="572008"/>
                </a:moveTo>
                <a:lnTo>
                  <a:pt x="152400" y="177800"/>
                </a:lnTo>
                <a:lnTo>
                  <a:pt x="114300" y="152400"/>
                </a:lnTo>
                <a:lnTo>
                  <a:pt x="76200" y="177800"/>
                </a:lnTo>
                <a:lnTo>
                  <a:pt x="76200" y="572008"/>
                </a:lnTo>
                <a:lnTo>
                  <a:pt x="114300" y="597408"/>
                </a:lnTo>
                <a:lnTo>
                  <a:pt x="152400" y="572008"/>
                </a:lnTo>
                <a:close/>
              </a:path>
              <a:path w="228600" h="749935">
                <a:moveTo>
                  <a:pt x="152400" y="673608"/>
                </a:moveTo>
                <a:lnTo>
                  <a:pt x="152400" y="597408"/>
                </a:lnTo>
                <a:lnTo>
                  <a:pt x="149447" y="612362"/>
                </a:lnTo>
                <a:lnTo>
                  <a:pt x="141351" y="624459"/>
                </a:lnTo>
                <a:lnTo>
                  <a:pt x="129254" y="632555"/>
                </a:lnTo>
                <a:lnTo>
                  <a:pt x="114300" y="635508"/>
                </a:lnTo>
                <a:lnTo>
                  <a:pt x="99988" y="632555"/>
                </a:lnTo>
                <a:lnTo>
                  <a:pt x="87820" y="624459"/>
                </a:lnTo>
                <a:lnTo>
                  <a:pt x="79367" y="612362"/>
                </a:lnTo>
                <a:lnTo>
                  <a:pt x="76200" y="597408"/>
                </a:lnTo>
                <a:lnTo>
                  <a:pt x="76200" y="673608"/>
                </a:lnTo>
                <a:lnTo>
                  <a:pt x="114300" y="749808"/>
                </a:lnTo>
                <a:lnTo>
                  <a:pt x="152400" y="67360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8350A89-3606-AD3A-609A-87A5F1083E92}"/>
              </a:ext>
            </a:extLst>
          </p:cNvPr>
          <p:cNvSpPr txBox="1"/>
          <p:nvPr/>
        </p:nvSpPr>
        <p:spPr>
          <a:xfrm>
            <a:off x="6858130" y="1678037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latin typeface="Verdana" panose="020B0604030504040204" pitchFamily="34" charset="0"/>
                <a:ea typeface="Verdana" panose="020B0604030504040204" pitchFamily="34" charset="0"/>
              </a:rPr>
              <a:t>SGBD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7229" y="2961133"/>
            <a:ext cx="1545590" cy="911860"/>
          </a:xfrm>
          <a:custGeom>
            <a:avLst/>
            <a:gdLst/>
            <a:ahLst/>
            <a:cxnLst/>
            <a:rect l="l" t="t" r="r" b="b"/>
            <a:pathLst>
              <a:path w="1545590" h="911860">
                <a:moveTo>
                  <a:pt x="772667" y="0"/>
                </a:moveTo>
                <a:lnTo>
                  <a:pt x="712286" y="1372"/>
                </a:lnTo>
                <a:lnTo>
                  <a:pt x="653174" y="5421"/>
                </a:lnTo>
                <a:lnTo>
                  <a:pt x="595506" y="12045"/>
                </a:lnTo>
                <a:lnTo>
                  <a:pt x="539452" y="21142"/>
                </a:lnTo>
                <a:lnTo>
                  <a:pt x="485183" y="32611"/>
                </a:lnTo>
                <a:lnTo>
                  <a:pt x="432873" y="46350"/>
                </a:lnTo>
                <a:lnTo>
                  <a:pt x="382693" y="62258"/>
                </a:lnTo>
                <a:lnTo>
                  <a:pt x="334814" y="80232"/>
                </a:lnTo>
                <a:lnTo>
                  <a:pt x="289408" y="100170"/>
                </a:lnTo>
                <a:lnTo>
                  <a:pt x="246648" y="121972"/>
                </a:lnTo>
                <a:lnTo>
                  <a:pt x="206705" y="145535"/>
                </a:lnTo>
                <a:lnTo>
                  <a:pt x="169750" y="170759"/>
                </a:lnTo>
                <a:lnTo>
                  <a:pt x="135956" y="197540"/>
                </a:lnTo>
                <a:lnTo>
                  <a:pt x="105494" y="225777"/>
                </a:lnTo>
                <a:lnTo>
                  <a:pt x="78537" y="255369"/>
                </a:lnTo>
                <a:lnTo>
                  <a:pt x="55255" y="286215"/>
                </a:lnTo>
                <a:lnTo>
                  <a:pt x="20407" y="351257"/>
                </a:lnTo>
                <a:lnTo>
                  <a:pt x="2324" y="420091"/>
                </a:lnTo>
                <a:lnTo>
                  <a:pt x="0" y="455675"/>
                </a:lnTo>
                <a:lnTo>
                  <a:pt x="2324" y="491260"/>
                </a:lnTo>
                <a:lnTo>
                  <a:pt x="20407" y="560094"/>
                </a:lnTo>
                <a:lnTo>
                  <a:pt x="55255" y="625136"/>
                </a:lnTo>
                <a:lnTo>
                  <a:pt x="78537" y="655982"/>
                </a:lnTo>
                <a:lnTo>
                  <a:pt x="105494" y="685574"/>
                </a:lnTo>
                <a:lnTo>
                  <a:pt x="135956" y="713811"/>
                </a:lnTo>
                <a:lnTo>
                  <a:pt x="169750" y="740592"/>
                </a:lnTo>
                <a:lnTo>
                  <a:pt x="206705" y="765815"/>
                </a:lnTo>
                <a:lnTo>
                  <a:pt x="246648" y="789379"/>
                </a:lnTo>
                <a:lnTo>
                  <a:pt x="289408" y="811181"/>
                </a:lnTo>
                <a:lnTo>
                  <a:pt x="334814" y="831119"/>
                </a:lnTo>
                <a:lnTo>
                  <a:pt x="382693" y="849093"/>
                </a:lnTo>
                <a:lnTo>
                  <a:pt x="432873" y="865001"/>
                </a:lnTo>
                <a:lnTo>
                  <a:pt x="485183" y="878740"/>
                </a:lnTo>
                <a:lnTo>
                  <a:pt x="539452" y="890209"/>
                </a:lnTo>
                <a:lnTo>
                  <a:pt x="595506" y="899306"/>
                </a:lnTo>
                <a:lnTo>
                  <a:pt x="653174" y="905930"/>
                </a:lnTo>
                <a:lnTo>
                  <a:pt x="712286" y="909979"/>
                </a:lnTo>
                <a:lnTo>
                  <a:pt x="772667" y="911351"/>
                </a:lnTo>
                <a:lnTo>
                  <a:pt x="833049" y="909979"/>
                </a:lnTo>
                <a:lnTo>
                  <a:pt x="892161" y="905930"/>
                </a:lnTo>
                <a:lnTo>
                  <a:pt x="949829" y="899306"/>
                </a:lnTo>
                <a:lnTo>
                  <a:pt x="1005883" y="890209"/>
                </a:lnTo>
                <a:lnTo>
                  <a:pt x="1060152" y="878740"/>
                </a:lnTo>
                <a:lnTo>
                  <a:pt x="1112462" y="865001"/>
                </a:lnTo>
                <a:lnTo>
                  <a:pt x="1162642" y="849093"/>
                </a:lnTo>
                <a:lnTo>
                  <a:pt x="1210521" y="831119"/>
                </a:lnTo>
                <a:lnTo>
                  <a:pt x="1255927" y="811181"/>
                </a:lnTo>
                <a:lnTo>
                  <a:pt x="1298687" y="789379"/>
                </a:lnTo>
                <a:lnTo>
                  <a:pt x="1338630" y="765815"/>
                </a:lnTo>
                <a:lnTo>
                  <a:pt x="1375585" y="740592"/>
                </a:lnTo>
                <a:lnTo>
                  <a:pt x="1409379" y="713811"/>
                </a:lnTo>
                <a:lnTo>
                  <a:pt x="1439841" y="685574"/>
                </a:lnTo>
                <a:lnTo>
                  <a:pt x="1466798" y="655982"/>
                </a:lnTo>
                <a:lnTo>
                  <a:pt x="1490080" y="625136"/>
                </a:lnTo>
                <a:lnTo>
                  <a:pt x="1524928" y="560094"/>
                </a:lnTo>
                <a:lnTo>
                  <a:pt x="1543011" y="491260"/>
                </a:lnTo>
                <a:lnTo>
                  <a:pt x="1545335" y="455675"/>
                </a:lnTo>
                <a:lnTo>
                  <a:pt x="1543011" y="420091"/>
                </a:lnTo>
                <a:lnTo>
                  <a:pt x="1524928" y="351257"/>
                </a:lnTo>
                <a:lnTo>
                  <a:pt x="1490080" y="286215"/>
                </a:lnTo>
                <a:lnTo>
                  <a:pt x="1466798" y="255369"/>
                </a:lnTo>
                <a:lnTo>
                  <a:pt x="1439841" y="225777"/>
                </a:lnTo>
                <a:lnTo>
                  <a:pt x="1409379" y="197540"/>
                </a:lnTo>
                <a:lnTo>
                  <a:pt x="1375585" y="170759"/>
                </a:lnTo>
                <a:lnTo>
                  <a:pt x="1338630" y="145535"/>
                </a:lnTo>
                <a:lnTo>
                  <a:pt x="1298687" y="121972"/>
                </a:lnTo>
                <a:lnTo>
                  <a:pt x="1255927" y="100170"/>
                </a:lnTo>
                <a:lnTo>
                  <a:pt x="1210521" y="80232"/>
                </a:lnTo>
                <a:lnTo>
                  <a:pt x="1162642" y="62258"/>
                </a:lnTo>
                <a:lnTo>
                  <a:pt x="1112462" y="46350"/>
                </a:lnTo>
                <a:lnTo>
                  <a:pt x="1060152" y="32611"/>
                </a:lnTo>
                <a:lnTo>
                  <a:pt x="1005883" y="21142"/>
                </a:lnTo>
                <a:lnTo>
                  <a:pt x="949829" y="12045"/>
                </a:lnTo>
                <a:lnTo>
                  <a:pt x="892161" y="5421"/>
                </a:lnTo>
                <a:lnTo>
                  <a:pt x="833049" y="1372"/>
                </a:lnTo>
                <a:lnTo>
                  <a:pt x="772667" y="0"/>
                </a:lnTo>
                <a:close/>
              </a:path>
            </a:pathLst>
          </a:custGeom>
          <a:ln w="76199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14975" y="5798311"/>
            <a:ext cx="27114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Dado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inválido</a:t>
            </a:r>
            <a:r>
              <a:rPr sz="3200" spc="-50" dirty="0">
                <a:latin typeface="Arial MT"/>
                <a:cs typeface="Arial MT"/>
              </a:rPr>
              <a:t> !</a:t>
            </a:r>
            <a:endParaRPr sz="32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867136"/>
              </p:ext>
            </p:extLst>
          </p:nvPr>
        </p:nvGraphicFramePr>
        <p:xfrm>
          <a:off x="2870200" y="1600200"/>
          <a:ext cx="7731125" cy="2796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5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010">
                <a:tc>
                  <a:txBody>
                    <a:bodyPr/>
                    <a:lstStyle/>
                    <a:p>
                      <a:pPr marL="78486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900" b="1" spc="-20" dirty="0">
                          <a:latin typeface="Arial"/>
                          <a:cs typeface="Arial"/>
                        </a:rPr>
                        <a:t>Nome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5748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266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900" b="1" spc="-10" dirty="0">
                          <a:latin typeface="Arial"/>
                          <a:cs typeface="Arial"/>
                        </a:rPr>
                        <a:t>Endereco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26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900" b="1" spc="-10" dirty="0">
                          <a:latin typeface="Arial"/>
                          <a:cs typeface="Arial"/>
                        </a:rPr>
                        <a:t>Telefone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7145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54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04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José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de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Almeida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5908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826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R.</a:t>
                      </a:r>
                      <a:r>
                        <a:rPr sz="1800" spc="459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Tulipas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89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8001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400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0162761112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515">
                <a:tc>
                  <a:txBody>
                    <a:bodyPr/>
                    <a:lstStyle/>
                    <a:p>
                      <a:pPr marL="480059">
                        <a:lnSpc>
                          <a:spcPct val="100000"/>
                        </a:lnSpc>
                        <a:spcBef>
                          <a:spcPts val="195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Jose</a:t>
                      </a:r>
                      <a:r>
                        <a:rPr sz="1800" spc="2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da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Silva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48285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6512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Av.</a:t>
                      </a:r>
                      <a:r>
                        <a:rPr sz="1800" spc="459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Clóvis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Penteado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98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8321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Residencial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204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Aparecido</a:t>
                      </a:r>
                      <a:r>
                        <a:rPr sz="1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Navarro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5908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R.</a:t>
                      </a:r>
                      <a:r>
                        <a:rPr sz="1800" spc="4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Marechal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Deodoro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49554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0192445618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2479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8594350" y="3681986"/>
            <a:ext cx="482600" cy="2124075"/>
          </a:xfrm>
          <a:custGeom>
            <a:avLst/>
            <a:gdLst/>
            <a:ahLst/>
            <a:cxnLst/>
            <a:rect l="l" t="t" r="r" b="b"/>
            <a:pathLst>
              <a:path w="482600" h="2124075">
                <a:moveTo>
                  <a:pt x="1270" y="1136904"/>
                </a:moveTo>
                <a:lnTo>
                  <a:pt x="1270" y="1007364"/>
                </a:lnTo>
                <a:lnTo>
                  <a:pt x="0" y="1016508"/>
                </a:lnTo>
                <a:lnTo>
                  <a:pt x="0" y="1120140"/>
                </a:lnTo>
                <a:lnTo>
                  <a:pt x="1270" y="1136904"/>
                </a:lnTo>
                <a:close/>
              </a:path>
              <a:path w="482600" h="2124075">
                <a:moveTo>
                  <a:pt x="2540" y="1173480"/>
                </a:moveTo>
                <a:lnTo>
                  <a:pt x="2540" y="967740"/>
                </a:lnTo>
                <a:lnTo>
                  <a:pt x="1270" y="976884"/>
                </a:lnTo>
                <a:lnTo>
                  <a:pt x="1270" y="1156716"/>
                </a:lnTo>
                <a:lnTo>
                  <a:pt x="2540" y="1173480"/>
                </a:lnTo>
                <a:close/>
              </a:path>
              <a:path w="482600" h="2124075">
                <a:moveTo>
                  <a:pt x="5080" y="1222248"/>
                </a:moveTo>
                <a:lnTo>
                  <a:pt x="5080" y="917448"/>
                </a:lnTo>
                <a:lnTo>
                  <a:pt x="3810" y="923544"/>
                </a:lnTo>
                <a:lnTo>
                  <a:pt x="2540" y="938784"/>
                </a:lnTo>
                <a:lnTo>
                  <a:pt x="2540" y="1193292"/>
                </a:lnTo>
                <a:lnTo>
                  <a:pt x="3810" y="1210056"/>
                </a:lnTo>
                <a:lnTo>
                  <a:pt x="5080" y="1222248"/>
                </a:lnTo>
                <a:close/>
              </a:path>
              <a:path w="482600" h="2124075">
                <a:moveTo>
                  <a:pt x="8890" y="1257300"/>
                </a:moveTo>
                <a:lnTo>
                  <a:pt x="8890" y="876300"/>
                </a:lnTo>
                <a:lnTo>
                  <a:pt x="6350" y="885444"/>
                </a:lnTo>
                <a:lnTo>
                  <a:pt x="5080" y="899160"/>
                </a:lnTo>
                <a:lnTo>
                  <a:pt x="5080" y="1228344"/>
                </a:lnTo>
                <a:lnTo>
                  <a:pt x="6350" y="1245108"/>
                </a:lnTo>
                <a:lnTo>
                  <a:pt x="8890" y="1257300"/>
                </a:lnTo>
                <a:close/>
              </a:path>
              <a:path w="482600" h="2124075">
                <a:moveTo>
                  <a:pt x="242570" y="179832"/>
                </a:moveTo>
                <a:lnTo>
                  <a:pt x="215900" y="143256"/>
                </a:lnTo>
                <a:lnTo>
                  <a:pt x="171496" y="153812"/>
                </a:lnTo>
                <a:lnTo>
                  <a:pt x="168910" y="160020"/>
                </a:lnTo>
                <a:lnTo>
                  <a:pt x="162560" y="179832"/>
                </a:lnTo>
                <a:lnTo>
                  <a:pt x="153670" y="210312"/>
                </a:lnTo>
                <a:lnTo>
                  <a:pt x="148590" y="222504"/>
                </a:lnTo>
                <a:lnTo>
                  <a:pt x="142240" y="236220"/>
                </a:lnTo>
                <a:lnTo>
                  <a:pt x="138430" y="254508"/>
                </a:lnTo>
                <a:lnTo>
                  <a:pt x="133350" y="274320"/>
                </a:lnTo>
                <a:lnTo>
                  <a:pt x="128270" y="286512"/>
                </a:lnTo>
                <a:lnTo>
                  <a:pt x="124460" y="301752"/>
                </a:lnTo>
                <a:lnTo>
                  <a:pt x="119380" y="313944"/>
                </a:lnTo>
                <a:lnTo>
                  <a:pt x="115570" y="330708"/>
                </a:lnTo>
                <a:lnTo>
                  <a:pt x="110490" y="350520"/>
                </a:lnTo>
                <a:lnTo>
                  <a:pt x="107950" y="361188"/>
                </a:lnTo>
                <a:lnTo>
                  <a:pt x="102870" y="370332"/>
                </a:lnTo>
                <a:lnTo>
                  <a:pt x="102870" y="371856"/>
                </a:lnTo>
                <a:lnTo>
                  <a:pt x="101600" y="374904"/>
                </a:lnTo>
                <a:lnTo>
                  <a:pt x="101600" y="376428"/>
                </a:lnTo>
                <a:lnTo>
                  <a:pt x="97790" y="393192"/>
                </a:lnTo>
                <a:lnTo>
                  <a:pt x="93980" y="405384"/>
                </a:lnTo>
                <a:lnTo>
                  <a:pt x="90170" y="420624"/>
                </a:lnTo>
                <a:lnTo>
                  <a:pt x="86360" y="434340"/>
                </a:lnTo>
                <a:lnTo>
                  <a:pt x="82550" y="449580"/>
                </a:lnTo>
                <a:lnTo>
                  <a:pt x="78740" y="466344"/>
                </a:lnTo>
                <a:lnTo>
                  <a:pt x="77470" y="478536"/>
                </a:lnTo>
                <a:lnTo>
                  <a:pt x="72390" y="492252"/>
                </a:lnTo>
                <a:lnTo>
                  <a:pt x="67310" y="507492"/>
                </a:lnTo>
                <a:lnTo>
                  <a:pt x="64770" y="524256"/>
                </a:lnTo>
                <a:lnTo>
                  <a:pt x="58420" y="551688"/>
                </a:lnTo>
                <a:lnTo>
                  <a:pt x="55880" y="566928"/>
                </a:lnTo>
                <a:lnTo>
                  <a:pt x="49530" y="594360"/>
                </a:lnTo>
                <a:lnTo>
                  <a:pt x="46990" y="614172"/>
                </a:lnTo>
                <a:lnTo>
                  <a:pt x="44450" y="623316"/>
                </a:lnTo>
                <a:lnTo>
                  <a:pt x="41910" y="637032"/>
                </a:lnTo>
                <a:lnTo>
                  <a:pt x="39370" y="653796"/>
                </a:lnTo>
                <a:lnTo>
                  <a:pt x="35560" y="665988"/>
                </a:lnTo>
                <a:lnTo>
                  <a:pt x="34290" y="682752"/>
                </a:lnTo>
                <a:lnTo>
                  <a:pt x="31750" y="693420"/>
                </a:lnTo>
                <a:lnTo>
                  <a:pt x="29210" y="710184"/>
                </a:lnTo>
                <a:lnTo>
                  <a:pt x="26670" y="719328"/>
                </a:lnTo>
                <a:lnTo>
                  <a:pt x="25400" y="737616"/>
                </a:lnTo>
                <a:lnTo>
                  <a:pt x="21590" y="765048"/>
                </a:lnTo>
                <a:lnTo>
                  <a:pt x="19050" y="774192"/>
                </a:lnTo>
                <a:lnTo>
                  <a:pt x="17780" y="792480"/>
                </a:lnTo>
                <a:lnTo>
                  <a:pt x="13970" y="806196"/>
                </a:lnTo>
                <a:lnTo>
                  <a:pt x="8890" y="861060"/>
                </a:lnTo>
                <a:lnTo>
                  <a:pt x="8890" y="1264920"/>
                </a:lnTo>
                <a:lnTo>
                  <a:pt x="10160" y="1281684"/>
                </a:lnTo>
                <a:lnTo>
                  <a:pt x="12700" y="1306068"/>
                </a:lnTo>
                <a:lnTo>
                  <a:pt x="16510" y="1316736"/>
                </a:lnTo>
                <a:lnTo>
                  <a:pt x="17780" y="1328928"/>
                </a:lnTo>
                <a:lnTo>
                  <a:pt x="20320" y="1350264"/>
                </a:lnTo>
                <a:lnTo>
                  <a:pt x="24130" y="1367028"/>
                </a:lnTo>
                <a:lnTo>
                  <a:pt x="25400" y="1373124"/>
                </a:lnTo>
                <a:lnTo>
                  <a:pt x="26670" y="1385316"/>
                </a:lnTo>
                <a:lnTo>
                  <a:pt x="31750" y="1402080"/>
                </a:lnTo>
                <a:lnTo>
                  <a:pt x="31750" y="1406652"/>
                </a:lnTo>
                <a:lnTo>
                  <a:pt x="33020" y="1417320"/>
                </a:lnTo>
                <a:lnTo>
                  <a:pt x="36830" y="1434084"/>
                </a:lnTo>
                <a:lnTo>
                  <a:pt x="40640" y="1446276"/>
                </a:lnTo>
                <a:lnTo>
                  <a:pt x="40640" y="1452372"/>
                </a:lnTo>
                <a:lnTo>
                  <a:pt x="44450" y="1467612"/>
                </a:lnTo>
                <a:lnTo>
                  <a:pt x="49530" y="1485900"/>
                </a:lnTo>
                <a:lnTo>
                  <a:pt x="52070" y="1501140"/>
                </a:lnTo>
                <a:lnTo>
                  <a:pt x="57150" y="1511808"/>
                </a:lnTo>
                <a:lnTo>
                  <a:pt x="58420" y="1522476"/>
                </a:lnTo>
                <a:lnTo>
                  <a:pt x="63500" y="1533144"/>
                </a:lnTo>
                <a:lnTo>
                  <a:pt x="64770" y="1543812"/>
                </a:lnTo>
                <a:lnTo>
                  <a:pt x="69850" y="1554480"/>
                </a:lnTo>
                <a:lnTo>
                  <a:pt x="74930" y="1575816"/>
                </a:lnTo>
                <a:lnTo>
                  <a:pt x="74930" y="1024128"/>
                </a:lnTo>
                <a:lnTo>
                  <a:pt x="77470" y="1007364"/>
                </a:lnTo>
                <a:lnTo>
                  <a:pt x="77470" y="986028"/>
                </a:lnTo>
                <a:lnTo>
                  <a:pt x="78740" y="967740"/>
                </a:lnTo>
                <a:lnTo>
                  <a:pt x="78740" y="946404"/>
                </a:lnTo>
                <a:lnTo>
                  <a:pt x="80010" y="934212"/>
                </a:lnTo>
                <a:lnTo>
                  <a:pt x="81280" y="917448"/>
                </a:lnTo>
                <a:lnTo>
                  <a:pt x="81280" y="908304"/>
                </a:lnTo>
                <a:lnTo>
                  <a:pt x="82550" y="894588"/>
                </a:lnTo>
                <a:lnTo>
                  <a:pt x="85090" y="876300"/>
                </a:lnTo>
                <a:lnTo>
                  <a:pt x="85090" y="868680"/>
                </a:lnTo>
                <a:lnTo>
                  <a:pt x="87630" y="841248"/>
                </a:lnTo>
                <a:lnTo>
                  <a:pt x="88900" y="829056"/>
                </a:lnTo>
                <a:lnTo>
                  <a:pt x="101600" y="737616"/>
                </a:lnTo>
                <a:lnTo>
                  <a:pt x="105410" y="719328"/>
                </a:lnTo>
                <a:lnTo>
                  <a:pt x="105410" y="710184"/>
                </a:lnTo>
                <a:lnTo>
                  <a:pt x="110490" y="691896"/>
                </a:lnTo>
                <a:lnTo>
                  <a:pt x="110490" y="681228"/>
                </a:lnTo>
                <a:lnTo>
                  <a:pt x="115570" y="662940"/>
                </a:lnTo>
                <a:lnTo>
                  <a:pt x="115570" y="653796"/>
                </a:lnTo>
                <a:lnTo>
                  <a:pt x="118110" y="640080"/>
                </a:lnTo>
                <a:lnTo>
                  <a:pt x="123190" y="621792"/>
                </a:lnTo>
                <a:lnTo>
                  <a:pt x="124460" y="611124"/>
                </a:lnTo>
                <a:lnTo>
                  <a:pt x="127000" y="597408"/>
                </a:lnTo>
                <a:lnTo>
                  <a:pt x="130810" y="582168"/>
                </a:lnTo>
                <a:lnTo>
                  <a:pt x="135890" y="554736"/>
                </a:lnTo>
                <a:lnTo>
                  <a:pt x="139700" y="539496"/>
                </a:lnTo>
                <a:lnTo>
                  <a:pt x="142240" y="525780"/>
                </a:lnTo>
                <a:lnTo>
                  <a:pt x="146050" y="515112"/>
                </a:lnTo>
                <a:lnTo>
                  <a:pt x="149860" y="496824"/>
                </a:lnTo>
                <a:lnTo>
                  <a:pt x="153670" y="481584"/>
                </a:lnTo>
                <a:lnTo>
                  <a:pt x="156210" y="467868"/>
                </a:lnTo>
                <a:lnTo>
                  <a:pt x="158750" y="455676"/>
                </a:lnTo>
                <a:lnTo>
                  <a:pt x="165100" y="437388"/>
                </a:lnTo>
                <a:lnTo>
                  <a:pt x="166370" y="426720"/>
                </a:lnTo>
                <a:lnTo>
                  <a:pt x="172720" y="408432"/>
                </a:lnTo>
                <a:lnTo>
                  <a:pt x="173990" y="402844"/>
                </a:lnTo>
                <a:lnTo>
                  <a:pt x="173990" y="399288"/>
                </a:lnTo>
                <a:lnTo>
                  <a:pt x="176530" y="391668"/>
                </a:lnTo>
                <a:lnTo>
                  <a:pt x="176530" y="393192"/>
                </a:lnTo>
                <a:lnTo>
                  <a:pt x="180340" y="384048"/>
                </a:lnTo>
                <a:lnTo>
                  <a:pt x="187960" y="353568"/>
                </a:lnTo>
                <a:lnTo>
                  <a:pt x="193040" y="338328"/>
                </a:lnTo>
                <a:lnTo>
                  <a:pt x="196850" y="324612"/>
                </a:lnTo>
                <a:lnTo>
                  <a:pt x="201930" y="307848"/>
                </a:lnTo>
                <a:lnTo>
                  <a:pt x="208280" y="289560"/>
                </a:lnTo>
                <a:lnTo>
                  <a:pt x="209550" y="277368"/>
                </a:lnTo>
                <a:lnTo>
                  <a:pt x="214630" y="265176"/>
                </a:lnTo>
                <a:lnTo>
                  <a:pt x="219710" y="246888"/>
                </a:lnTo>
                <a:lnTo>
                  <a:pt x="226060" y="233172"/>
                </a:lnTo>
                <a:lnTo>
                  <a:pt x="231140" y="216408"/>
                </a:lnTo>
                <a:lnTo>
                  <a:pt x="234950" y="201168"/>
                </a:lnTo>
                <a:lnTo>
                  <a:pt x="238760" y="188976"/>
                </a:lnTo>
                <a:lnTo>
                  <a:pt x="242570" y="179832"/>
                </a:lnTo>
                <a:close/>
              </a:path>
              <a:path w="482600" h="2124075">
                <a:moveTo>
                  <a:pt x="166370" y="1783384"/>
                </a:moveTo>
                <a:lnTo>
                  <a:pt x="166370" y="1606296"/>
                </a:lnTo>
                <a:lnTo>
                  <a:pt x="163830" y="1595628"/>
                </a:lnTo>
                <a:lnTo>
                  <a:pt x="163830" y="1592580"/>
                </a:lnTo>
                <a:lnTo>
                  <a:pt x="162560" y="1591056"/>
                </a:lnTo>
                <a:lnTo>
                  <a:pt x="162560" y="1588008"/>
                </a:lnTo>
                <a:lnTo>
                  <a:pt x="158750" y="1583436"/>
                </a:lnTo>
                <a:lnTo>
                  <a:pt x="156210" y="1575816"/>
                </a:lnTo>
                <a:lnTo>
                  <a:pt x="153670" y="1563624"/>
                </a:lnTo>
                <a:lnTo>
                  <a:pt x="153670" y="1562100"/>
                </a:lnTo>
                <a:lnTo>
                  <a:pt x="149860" y="1557528"/>
                </a:lnTo>
                <a:lnTo>
                  <a:pt x="148590" y="1552956"/>
                </a:lnTo>
                <a:lnTo>
                  <a:pt x="146050" y="1545336"/>
                </a:lnTo>
                <a:lnTo>
                  <a:pt x="140970" y="1531620"/>
                </a:lnTo>
                <a:lnTo>
                  <a:pt x="139700" y="1524000"/>
                </a:lnTo>
                <a:lnTo>
                  <a:pt x="134620" y="1510284"/>
                </a:lnTo>
                <a:lnTo>
                  <a:pt x="133350" y="1502664"/>
                </a:lnTo>
                <a:lnTo>
                  <a:pt x="128270" y="1488948"/>
                </a:lnTo>
                <a:lnTo>
                  <a:pt x="125730" y="1481328"/>
                </a:lnTo>
                <a:lnTo>
                  <a:pt x="124460" y="1472184"/>
                </a:lnTo>
                <a:lnTo>
                  <a:pt x="118110" y="1447800"/>
                </a:lnTo>
                <a:lnTo>
                  <a:pt x="116840" y="1440180"/>
                </a:lnTo>
                <a:lnTo>
                  <a:pt x="113030" y="1426464"/>
                </a:lnTo>
                <a:lnTo>
                  <a:pt x="109220" y="1408176"/>
                </a:lnTo>
                <a:lnTo>
                  <a:pt x="105410" y="1394460"/>
                </a:lnTo>
                <a:lnTo>
                  <a:pt x="104140" y="1382268"/>
                </a:lnTo>
                <a:lnTo>
                  <a:pt x="101600" y="1374648"/>
                </a:lnTo>
                <a:lnTo>
                  <a:pt x="100330" y="1362456"/>
                </a:lnTo>
                <a:lnTo>
                  <a:pt x="97790" y="1347216"/>
                </a:lnTo>
                <a:lnTo>
                  <a:pt x="95250" y="1339596"/>
                </a:lnTo>
                <a:lnTo>
                  <a:pt x="93980" y="1327404"/>
                </a:lnTo>
                <a:lnTo>
                  <a:pt x="92710" y="1318260"/>
                </a:lnTo>
                <a:lnTo>
                  <a:pt x="90170" y="1306068"/>
                </a:lnTo>
                <a:lnTo>
                  <a:pt x="88900" y="1295400"/>
                </a:lnTo>
                <a:lnTo>
                  <a:pt x="86360" y="1271016"/>
                </a:lnTo>
                <a:lnTo>
                  <a:pt x="85090" y="1264920"/>
                </a:lnTo>
                <a:lnTo>
                  <a:pt x="85090" y="1249680"/>
                </a:lnTo>
                <a:lnTo>
                  <a:pt x="82550" y="1234440"/>
                </a:lnTo>
                <a:lnTo>
                  <a:pt x="81280" y="1228344"/>
                </a:lnTo>
                <a:lnTo>
                  <a:pt x="81280" y="1211580"/>
                </a:lnTo>
                <a:lnTo>
                  <a:pt x="80010" y="1199388"/>
                </a:lnTo>
                <a:lnTo>
                  <a:pt x="78740" y="1193292"/>
                </a:lnTo>
                <a:lnTo>
                  <a:pt x="78740" y="1162812"/>
                </a:lnTo>
                <a:lnTo>
                  <a:pt x="77470" y="1156716"/>
                </a:lnTo>
                <a:lnTo>
                  <a:pt x="77470" y="1129284"/>
                </a:lnTo>
                <a:lnTo>
                  <a:pt x="74930" y="1120140"/>
                </a:lnTo>
                <a:lnTo>
                  <a:pt x="74930" y="1575816"/>
                </a:lnTo>
                <a:lnTo>
                  <a:pt x="80010" y="1585976"/>
                </a:lnTo>
                <a:lnTo>
                  <a:pt x="80010" y="1584960"/>
                </a:lnTo>
                <a:lnTo>
                  <a:pt x="82550" y="1591056"/>
                </a:lnTo>
                <a:lnTo>
                  <a:pt x="82550" y="1595628"/>
                </a:lnTo>
                <a:lnTo>
                  <a:pt x="86360" y="1607820"/>
                </a:lnTo>
                <a:lnTo>
                  <a:pt x="93980" y="1621536"/>
                </a:lnTo>
                <a:lnTo>
                  <a:pt x="93980" y="1627632"/>
                </a:lnTo>
                <a:lnTo>
                  <a:pt x="95250" y="1629156"/>
                </a:lnTo>
                <a:lnTo>
                  <a:pt x="95250" y="1632204"/>
                </a:lnTo>
                <a:lnTo>
                  <a:pt x="96520" y="1633728"/>
                </a:lnTo>
                <a:lnTo>
                  <a:pt x="101600" y="1642872"/>
                </a:lnTo>
                <a:lnTo>
                  <a:pt x="102870" y="1648968"/>
                </a:lnTo>
                <a:lnTo>
                  <a:pt x="107950" y="1659940"/>
                </a:lnTo>
                <a:lnTo>
                  <a:pt x="107950" y="1656588"/>
                </a:lnTo>
                <a:lnTo>
                  <a:pt x="110490" y="1667256"/>
                </a:lnTo>
                <a:lnTo>
                  <a:pt x="110490" y="1670304"/>
                </a:lnTo>
                <a:lnTo>
                  <a:pt x="111760" y="1671828"/>
                </a:lnTo>
                <a:lnTo>
                  <a:pt x="111760" y="1674876"/>
                </a:lnTo>
                <a:lnTo>
                  <a:pt x="116840" y="1684020"/>
                </a:lnTo>
                <a:lnTo>
                  <a:pt x="123190" y="1694688"/>
                </a:lnTo>
                <a:lnTo>
                  <a:pt x="127000" y="1703832"/>
                </a:lnTo>
                <a:lnTo>
                  <a:pt x="127000" y="1708404"/>
                </a:lnTo>
                <a:lnTo>
                  <a:pt x="143510" y="1741932"/>
                </a:lnTo>
                <a:lnTo>
                  <a:pt x="148590" y="1752600"/>
                </a:lnTo>
                <a:lnTo>
                  <a:pt x="157480" y="1766316"/>
                </a:lnTo>
                <a:lnTo>
                  <a:pt x="166370" y="1783384"/>
                </a:lnTo>
                <a:close/>
              </a:path>
              <a:path w="482600" h="2124075">
                <a:moveTo>
                  <a:pt x="82550" y="1591056"/>
                </a:moveTo>
                <a:lnTo>
                  <a:pt x="80010" y="1584960"/>
                </a:lnTo>
                <a:lnTo>
                  <a:pt x="80471" y="1586899"/>
                </a:lnTo>
                <a:lnTo>
                  <a:pt x="82550" y="1591056"/>
                </a:lnTo>
                <a:close/>
              </a:path>
              <a:path w="482600" h="2124075">
                <a:moveTo>
                  <a:pt x="80471" y="1586899"/>
                </a:moveTo>
                <a:lnTo>
                  <a:pt x="80010" y="1584960"/>
                </a:lnTo>
                <a:lnTo>
                  <a:pt x="80010" y="1585976"/>
                </a:lnTo>
                <a:lnTo>
                  <a:pt x="80471" y="1586899"/>
                </a:lnTo>
                <a:close/>
              </a:path>
              <a:path w="482600" h="2124075">
                <a:moveTo>
                  <a:pt x="82550" y="1595628"/>
                </a:moveTo>
                <a:lnTo>
                  <a:pt x="82550" y="1591056"/>
                </a:lnTo>
                <a:lnTo>
                  <a:pt x="80471" y="1586899"/>
                </a:lnTo>
                <a:lnTo>
                  <a:pt x="82550" y="1595628"/>
                </a:lnTo>
                <a:close/>
              </a:path>
              <a:path w="482600" h="2124075">
                <a:moveTo>
                  <a:pt x="295910" y="252984"/>
                </a:moveTo>
                <a:lnTo>
                  <a:pt x="267970" y="0"/>
                </a:lnTo>
                <a:lnTo>
                  <a:pt x="81280" y="175260"/>
                </a:lnTo>
                <a:lnTo>
                  <a:pt x="171496" y="153812"/>
                </a:lnTo>
                <a:lnTo>
                  <a:pt x="173990" y="147828"/>
                </a:lnTo>
                <a:lnTo>
                  <a:pt x="179070" y="132588"/>
                </a:lnTo>
                <a:lnTo>
                  <a:pt x="186690" y="118681"/>
                </a:lnTo>
                <a:lnTo>
                  <a:pt x="198120" y="109347"/>
                </a:lnTo>
                <a:lnTo>
                  <a:pt x="212090" y="105156"/>
                </a:lnTo>
                <a:lnTo>
                  <a:pt x="226060" y="106680"/>
                </a:lnTo>
                <a:lnTo>
                  <a:pt x="240030" y="113847"/>
                </a:lnTo>
                <a:lnTo>
                  <a:pt x="248920" y="125158"/>
                </a:lnTo>
                <a:lnTo>
                  <a:pt x="254000" y="139041"/>
                </a:lnTo>
                <a:lnTo>
                  <a:pt x="254000" y="195507"/>
                </a:lnTo>
                <a:lnTo>
                  <a:pt x="295910" y="252984"/>
                </a:lnTo>
                <a:close/>
              </a:path>
              <a:path w="482600" h="2124075">
                <a:moveTo>
                  <a:pt x="93980" y="1627632"/>
                </a:moveTo>
                <a:lnTo>
                  <a:pt x="93980" y="1621536"/>
                </a:lnTo>
                <a:lnTo>
                  <a:pt x="90170" y="1615440"/>
                </a:lnTo>
                <a:lnTo>
                  <a:pt x="93980" y="1627632"/>
                </a:lnTo>
                <a:close/>
              </a:path>
              <a:path w="482600" h="2124075">
                <a:moveTo>
                  <a:pt x="109220" y="1662684"/>
                </a:moveTo>
                <a:lnTo>
                  <a:pt x="107950" y="1656588"/>
                </a:lnTo>
                <a:lnTo>
                  <a:pt x="107950" y="1659940"/>
                </a:lnTo>
                <a:lnTo>
                  <a:pt x="109220" y="1662684"/>
                </a:lnTo>
                <a:close/>
              </a:path>
              <a:path w="482600" h="2124075">
                <a:moveTo>
                  <a:pt x="330555" y="1899391"/>
                </a:moveTo>
                <a:lnTo>
                  <a:pt x="321310" y="1886712"/>
                </a:lnTo>
                <a:lnTo>
                  <a:pt x="316230" y="1882140"/>
                </a:lnTo>
                <a:lnTo>
                  <a:pt x="308610" y="1868424"/>
                </a:lnTo>
                <a:lnTo>
                  <a:pt x="303530" y="1863852"/>
                </a:lnTo>
                <a:lnTo>
                  <a:pt x="298450" y="1856232"/>
                </a:lnTo>
                <a:lnTo>
                  <a:pt x="293370" y="1847088"/>
                </a:lnTo>
                <a:lnTo>
                  <a:pt x="287020" y="1837944"/>
                </a:lnTo>
                <a:lnTo>
                  <a:pt x="279400" y="1827276"/>
                </a:lnTo>
                <a:lnTo>
                  <a:pt x="275590" y="1818132"/>
                </a:lnTo>
                <a:lnTo>
                  <a:pt x="264160" y="1804416"/>
                </a:lnTo>
                <a:lnTo>
                  <a:pt x="257810" y="1790700"/>
                </a:lnTo>
                <a:lnTo>
                  <a:pt x="242570" y="1767840"/>
                </a:lnTo>
                <a:lnTo>
                  <a:pt x="238760" y="1757172"/>
                </a:lnTo>
                <a:lnTo>
                  <a:pt x="233680" y="1748028"/>
                </a:lnTo>
                <a:lnTo>
                  <a:pt x="227330" y="1738884"/>
                </a:lnTo>
                <a:lnTo>
                  <a:pt x="222250" y="1725168"/>
                </a:lnTo>
                <a:lnTo>
                  <a:pt x="217170" y="1719072"/>
                </a:lnTo>
                <a:lnTo>
                  <a:pt x="203200" y="1690116"/>
                </a:lnTo>
                <a:lnTo>
                  <a:pt x="200660" y="1685544"/>
                </a:lnTo>
                <a:lnTo>
                  <a:pt x="195580" y="1670304"/>
                </a:lnTo>
                <a:lnTo>
                  <a:pt x="189230" y="1661160"/>
                </a:lnTo>
                <a:lnTo>
                  <a:pt x="185420" y="1650492"/>
                </a:lnTo>
                <a:lnTo>
                  <a:pt x="180340" y="1641348"/>
                </a:lnTo>
                <a:lnTo>
                  <a:pt x="180340" y="1636776"/>
                </a:lnTo>
                <a:lnTo>
                  <a:pt x="179070" y="1633728"/>
                </a:lnTo>
                <a:lnTo>
                  <a:pt x="179070" y="1632204"/>
                </a:lnTo>
                <a:lnTo>
                  <a:pt x="177800" y="1629156"/>
                </a:lnTo>
                <a:lnTo>
                  <a:pt x="173990" y="1624584"/>
                </a:lnTo>
                <a:lnTo>
                  <a:pt x="170180" y="1609344"/>
                </a:lnTo>
                <a:lnTo>
                  <a:pt x="165100" y="1600200"/>
                </a:lnTo>
                <a:lnTo>
                  <a:pt x="166370" y="1606296"/>
                </a:lnTo>
                <a:lnTo>
                  <a:pt x="166370" y="1783384"/>
                </a:lnTo>
                <a:lnTo>
                  <a:pt x="170180" y="1790700"/>
                </a:lnTo>
                <a:lnTo>
                  <a:pt x="173990" y="1801368"/>
                </a:lnTo>
                <a:lnTo>
                  <a:pt x="180340" y="1809940"/>
                </a:lnTo>
                <a:lnTo>
                  <a:pt x="180340" y="1641348"/>
                </a:lnTo>
                <a:lnTo>
                  <a:pt x="184150" y="1647444"/>
                </a:lnTo>
                <a:lnTo>
                  <a:pt x="184150" y="1815084"/>
                </a:lnTo>
                <a:lnTo>
                  <a:pt x="186690" y="1821180"/>
                </a:lnTo>
                <a:lnTo>
                  <a:pt x="194310" y="1831848"/>
                </a:lnTo>
                <a:lnTo>
                  <a:pt x="196850" y="1837944"/>
                </a:lnTo>
                <a:lnTo>
                  <a:pt x="204470" y="1851660"/>
                </a:lnTo>
                <a:lnTo>
                  <a:pt x="209550" y="1857756"/>
                </a:lnTo>
                <a:lnTo>
                  <a:pt x="215900" y="1868424"/>
                </a:lnTo>
                <a:lnTo>
                  <a:pt x="223520" y="1879092"/>
                </a:lnTo>
                <a:lnTo>
                  <a:pt x="229870" y="1888236"/>
                </a:lnTo>
                <a:lnTo>
                  <a:pt x="233680" y="1895856"/>
                </a:lnTo>
                <a:lnTo>
                  <a:pt x="240030" y="1906524"/>
                </a:lnTo>
                <a:lnTo>
                  <a:pt x="248920" y="1917192"/>
                </a:lnTo>
                <a:lnTo>
                  <a:pt x="252730" y="1923288"/>
                </a:lnTo>
                <a:lnTo>
                  <a:pt x="261620" y="1933956"/>
                </a:lnTo>
                <a:lnTo>
                  <a:pt x="265430" y="1941576"/>
                </a:lnTo>
                <a:lnTo>
                  <a:pt x="267970" y="1943100"/>
                </a:lnTo>
                <a:lnTo>
                  <a:pt x="269240" y="1946148"/>
                </a:lnTo>
                <a:lnTo>
                  <a:pt x="273050" y="1950066"/>
                </a:lnTo>
                <a:lnTo>
                  <a:pt x="273050" y="1949196"/>
                </a:lnTo>
                <a:lnTo>
                  <a:pt x="278130" y="1955292"/>
                </a:lnTo>
                <a:lnTo>
                  <a:pt x="278130" y="1956511"/>
                </a:lnTo>
                <a:lnTo>
                  <a:pt x="279400" y="1958340"/>
                </a:lnTo>
                <a:lnTo>
                  <a:pt x="288290" y="1969008"/>
                </a:lnTo>
                <a:lnTo>
                  <a:pt x="292100" y="1976628"/>
                </a:lnTo>
                <a:lnTo>
                  <a:pt x="306070" y="1990344"/>
                </a:lnTo>
                <a:lnTo>
                  <a:pt x="308610" y="1994916"/>
                </a:lnTo>
                <a:lnTo>
                  <a:pt x="313690" y="2001012"/>
                </a:lnTo>
                <a:lnTo>
                  <a:pt x="314960" y="2004060"/>
                </a:lnTo>
                <a:lnTo>
                  <a:pt x="317500" y="2007108"/>
                </a:lnTo>
                <a:lnTo>
                  <a:pt x="323850" y="2012550"/>
                </a:lnTo>
                <a:lnTo>
                  <a:pt x="323850" y="1892808"/>
                </a:lnTo>
                <a:lnTo>
                  <a:pt x="330555" y="1899391"/>
                </a:lnTo>
                <a:close/>
              </a:path>
              <a:path w="482600" h="2124075">
                <a:moveTo>
                  <a:pt x="254000" y="139041"/>
                </a:moveTo>
                <a:lnTo>
                  <a:pt x="248920" y="125158"/>
                </a:lnTo>
                <a:lnTo>
                  <a:pt x="240030" y="113847"/>
                </a:lnTo>
                <a:lnTo>
                  <a:pt x="226060" y="106680"/>
                </a:lnTo>
                <a:lnTo>
                  <a:pt x="212090" y="105156"/>
                </a:lnTo>
                <a:lnTo>
                  <a:pt x="198120" y="109347"/>
                </a:lnTo>
                <a:lnTo>
                  <a:pt x="186690" y="118681"/>
                </a:lnTo>
                <a:lnTo>
                  <a:pt x="179070" y="132588"/>
                </a:lnTo>
                <a:lnTo>
                  <a:pt x="173990" y="147828"/>
                </a:lnTo>
                <a:lnTo>
                  <a:pt x="171496" y="153812"/>
                </a:lnTo>
                <a:lnTo>
                  <a:pt x="215900" y="143256"/>
                </a:lnTo>
                <a:lnTo>
                  <a:pt x="242570" y="179832"/>
                </a:lnTo>
                <a:lnTo>
                  <a:pt x="246380" y="170688"/>
                </a:lnTo>
                <a:lnTo>
                  <a:pt x="250190" y="155448"/>
                </a:lnTo>
                <a:lnTo>
                  <a:pt x="252730" y="153924"/>
                </a:lnTo>
                <a:lnTo>
                  <a:pt x="254000" y="139041"/>
                </a:lnTo>
                <a:close/>
              </a:path>
              <a:path w="482600" h="2124075">
                <a:moveTo>
                  <a:pt x="176530" y="391668"/>
                </a:moveTo>
                <a:lnTo>
                  <a:pt x="173990" y="399288"/>
                </a:lnTo>
                <a:lnTo>
                  <a:pt x="175768" y="395020"/>
                </a:lnTo>
                <a:lnTo>
                  <a:pt x="176530" y="391668"/>
                </a:lnTo>
                <a:close/>
              </a:path>
              <a:path w="482600" h="2124075">
                <a:moveTo>
                  <a:pt x="175768" y="395020"/>
                </a:moveTo>
                <a:lnTo>
                  <a:pt x="173990" y="399288"/>
                </a:lnTo>
                <a:lnTo>
                  <a:pt x="173990" y="402844"/>
                </a:lnTo>
                <a:lnTo>
                  <a:pt x="175768" y="395020"/>
                </a:lnTo>
                <a:close/>
              </a:path>
              <a:path w="482600" h="2124075">
                <a:moveTo>
                  <a:pt x="176530" y="393192"/>
                </a:moveTo>
                <a:lnTo>
                  <a:pt x="176530" y="391668"/>
                </a:lnTo>
                <a:lnTo>
                  <a:pt x="175768" y="395020"/>
                </a:lnTo>
                <a:lnTo>
                  <a:pt x="176530" y="393192"/>
                </a:lnTo>
                <a:close/>
              </a:path>
              <a:path w="482600" h="2124075">
                <a:moveTo>
                  <a:pt x="254000" y="195507"/>
                </a:moveTo>
                <a:lnTo>
                  <a:pt x="254000" y="139041"/>
                </a:lnTo>
                <a:lnTo>
                  <a:pt x="252730" y="153924"/>
                </a:lnTo>
                <a:lnTo>
                  <a:pt x="250190" y="155448"/>
                </a:lnTo>
                <a:lnTo>
                  <a:pt x="246380" y="170688"/>
                </a:lnTo>
                <a:lnTo>
                  <a:pt x="242570" y="179832"/>
                </a:lnTo>
                <a:lnTo>
                  <a:pt x="254000" y="195507"/>
                </a:lnTo>
                <a:close/>
              </a:path>
              <a:path w="482600" h="2124075">
                <a:moveTo>
                  <a:pt x="278130" y="1955292"/>
                </a:moveTo>
                <a:lnTo>
                  <a:pt x="273050" y="1949196"/>
                </a:lnTo>
                <a:lnTo>
                  <a:pt x="275166" y="1952244"/>
                </a:lnTo>
                <a:lnTo>
                  <a:pt x="278130" y="1955292"/>
                </a:lnTo>
                <a:close/>
              </a:path>
              <a:path w="482600" h="2124075">
                <a:moveTo>
                  <a:pt x="275166" y="1952244"/>
                </a:moveTo>
                <a:lnTo>
                  <a:pt x="273050" y="1949196"/>
                </a:lnTo>
                <a:lnTo>
                  <a:pt x="273050" y="1950066"/>
                </a:lnTo>
                <a:lnTo>
                  <a:pt x="275166" y="1952244"/>
                </a:lnTo>
                <a:close/>
              </a:path>
              <a:path w="482600" h="2124075">
                <a:moveTo>
                  <a:pt x="278130" y="1956511"/>
                </a:moveTo>
                <a:lnTo>
                  <a:pt x="278130" y="1955292"/>
                </a:lnTo>
                <a:lnTo>
                  <a:pt x="275166" y="1952244"/>
                </a:lnTo>
                <a:lnTo>
                  <a:pt x="278130" y="1956511"/>
                </a:lnTo>
                <a:close/>
              </a:path>
              <a:path w="482600" h="2124075">
                <a:moveTo>
                  <a:pt x="355600" y="2048134"/>
                </a:moveTo>
                <a:lnTo>
                  <a:pt x="355600" y="1933956"/>
                </a:lnTo>
                <a:lnTo>
                  <a:pt x="347980" y="1921764"/>
                </a:lnTo>
                <a:lnTo>
                  <a:pt x="344170" y="1917192"/>
                </a:lnTo>
                <a:lnTo>
                  <a:pt x="337820" y="1906524"/>
                </a:lnTo>
                <a:lnTo>
                  <a:pt x="323850" y="1892808"/>
                </a:lnTo>
                <a:lnTo>
                  <a:pt x="323850" y="2012550"/>
                </a:lnTo>
                <a:lnTo>
                  <a:pt x="326390" y="2014728"/>
                </a:lnTo>
                <a:lnTo>
                  <a:pt x="328930" y="2017776"/>
                </a:lnTo>
                <a:lnTo>
                  <a:pt x="328930" y="2016252"/>
                </a:lnTo>
                <a:lnTo>
                  <a:pt x="336550" y="2026920"/>
                </a:lnTo>
                <a:lnTo>
                  <a:pt x="337820" y="2028444"/>
                </a:lnTo>
                <a:lnTo>
                  <a:pt x="339090" y="2031492"/>
                </a:lnTo>
                <a:lnTo>
                  <a:pt x="355600" y="2048134"/>
                </a:lnTo>
                <a:close/>
              </a:path>
              <a:path w="482600" h="2124075">
                <a:moveTo>
                  <a:pt x="334010" y="2023872"/>
                </a:moveTo>
                <a:lnTo>
                  <a:pt x="328930" y="2016252"/>
                </a:lnTo>
                <a:lnTo>
                  <a:pt x="328930" y="2017776"/>
                </a:lnTo>
                <a:lnTo>
                  <a:pt x="334010" y="2023872"/>
                </a:lnTo>
                <a:close/>
              </a:path>
              <a:path w="482600" h="2124075">
                <a:moveTo>
                  <a:pt x="376237" y="1958394"/>
                </a:moveTo>
                <a:lnTo>
                  <a:pt x="368300" y="1946148"/>
                </a:lnTo>
                <a:lnTo>
                  <a:pt x="359410" y="1935480"/>
                </a:lnTo>
                <a:lnTo>
                  <a:pt x="351790" y="1927860"/>
                </a:lnTo>
                <a:lnTo>
                  <a:pt x="355600" y="1933956"/>
                </a:lnTo>
                <a:lnTo>
                  <a:pt x="355600" y="2048134"/>
                </a:lnTo>
                <a:lnTo>
                  <a:pt x="370840" y="2063496"/>
                </a:lnTo>
                <a:lnTo>
                  <a:pt x="370840" y="1953768"/>
                </a:lnTo>
                <a:lnTo>
                  <a:pt x="376237" y="1958394"/>
                </a:lnTo>
                <a:close/>
              </a:path>
              <a:path w="482600" h="2124075">
                <a:moveTo>
                  <a:pt x="377190" y="1959864"/>
                </a:moveTo>
                <a:lnTo>
                  <a:pt x="376237" y="1958394"/>
                </a:lnTo>
                <a:lnTo>
                  <a:pt x="370840" y="1953768"/>
                </a:lnTo>
                <a:lnTo>
                  <a:pt x="377190" y="1959864"/>
                </a:lnTo>
                <a:close/>
              </a:path>
              <a:path w="482600" h="2124075">
                <a:moveTo>
                  <a:pt x="377190" y="2072422"/>
                </a:moveTo>
                <a:lnTo>
                  <a:pt x="377190" y="1959864"/>
                </a:lnTo>
                <a:lnTo>
                  <a:pt x="370840" y="1953768"/>
                </a:lnTo>
                <a:lnTo>
                  <a:pt x="370840" y="2063496"/>
                </a:lnTo>
                <a:lnTo>
                  <a:pt x="375920" y="2071116"/>
                </a:lnTo>
                <a:lnTo>
                  <a:pt x="377190" y="2072422"/>
                </a:lnTo>
                <a:close/>
              </a:path>
              <a:path w="482600" h="2124075">
                <a:moveTo>
                  <a:pt x="396470" y="1980922"/>
                </a:moveTo>
                <a:lnTo>
                  <a:pt x="392430" y="1975104"/>
                </a:lnTo>
                <a:lnTo>
                  <a:pt x="391160" y="1973580"/>
                </a:lnTo>
                <a:lnTo>
                  <a:pt x="389890" y="1970532"/>
                </a:lnTo>
                <a:lnTo>
                  <a:pt x="379730" y="1961388"/>
                </a:lnTo>
                <a:lnTo>
                  <a:pt x="376237" y="1958394"/>
                </a:lnTo>
                <a:lnTo>
                  <a:pt x="377190" y="1959864"/>
                </a:lnTo>
                <a:lnTo>
                  <a:pt x="377190" y="2072422"/>
                </a:lnTo>
                <a:lnTo>
                  <a:pt x="393700" y="2089404"/>
                </a:lnTo>
                <a:lnTo>
                  <a:pt x="393700" y="1978152"/>
                </a:lnTo>
                <a:lnTo>
                  <a:pt x="396470" y="1980922"/>
                </a:lnTo>
                <a:close/>
              </a:path>
              <a:path w="482600" h="2124075">
                <a:moveTo>
                  <a:pt x="398780" y="1984248"/>
                </a:moveTo>
                <a:lnTo>
                  <a:pt x="396470" y="1980922"/>
                </a:lnTo>
                <a:lnTo>
                  <a:pt x="393700" y="1978152"/>
                </a:lnTo>
                <a:lnTo>
                  <a:pt x="398780" y="1984248"/>
                </a:lnTo>
                <a:close/>
              </a:path>
              <a:path w="482600" h="2124075">
                <a:moveTo>
                  <a:pt x="398780" y="2093758"/>
                </a:moveTo>
                <a:lnTo>
                  <a:pt x="398780" y="1984248"/>
                </a:lnTo>
                <a:lnTo>
                  <a:pt x="393700" y="1978152"/>
                </a:lnTo>
                <a:lnTo>
                  <a:pt x="393700" y="2089404"/>
                </a:lnTo>
                <a:lnTo>
                  <a:pt x="398780" y="2093758"/>
                </a:lnTo>
                <a:close/>
              </a:path>
              <a:path w="482600" h="2124075">
                <a:moveTo>
                  <a:pt x="482600" y="2085022"/>
                </a:moveTo>
                <a:lnTo>
                  <a:pt x="463550" y="2049780"/>
                </a:lnTo>
                <a:lnTo>
                  <a:pt x="447040" y="2034540"/>
                </a:lnTo>
                <a:lnTo>
                  <a:pt x="424180" y="2010156"/>
                </a:lnTo>
                <a:lnTo>
                  <a:pt x="410210" y="1996440"/>
                </a:lnTo>
                <a:lnTo>
                  <a:pt x="401320" y="1985772"/>
                </a:lnTo>
                <a:lnTo>
                  <a:pt x="396470" y="1980922"/>
                </a:lnTo>
                <a:lnTo>
                  <a:pt x="398780" y="1984248"/>
                </a:lnTo>
                <a:lnTo>
                  <a:pt x="398780" y="2093758"/>
                </a:lnTo>
                <a:lnTo>
                  <a:pt x="402590" y="2097024"/>
                </a:lnTo>
                <a:lnTo>
                  <a:pt x="417830" y="2112264"/>
                </a:lnTo>
                <a:lnTo>
                  <a:pt x="431800" y="2120836"/>
                </a:lnTo>
                <a:lnTo>
                  <a:pt x="445770" y="2123694"/>
                </a:lnTo>
                <a:lnTo>
                  <a:pt x="459740" y="2120836"/>
                </a:lnTo>
                <a:lnTo>
                  <a:pt x="471170" y="2112264"/>
                </a:lnTo>
                <a:lnTo>
                  <a:pt x="480060" y="2099429"/>
                </a:lnTo>
                <a:lnTo>
                  <a:pt x="482600" y="2085022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33046FB-F5FB-CA88-E0F8-F53376C72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PROPRIEDADE</a:t>
            </a:r>
            <a:r>
              <a:rPr lang="pt-BR" b="1" spc="-100" dirty="0"/>
              <a:t> </a:t>
            </a:r>
            <a:r>
              <a:rPr lang="pt-BR" b="1" dirty="0"/>
              <a:t>DE</a:t>
            </a:r>
            <a:r>
              <a:rPr lang="pt-BR" b="1" spc="-90" dirty="0"/>
              <a:t> </a:t>
            </a:r>
            <a:r>
              <a:rPr lang="pt-BR" b="1" spc="-10" dirty="0"/>
              <a:t>SGBD: VALIDADE</a:t>
            </a:r>
            <a:endParaRPr lang="pt-BR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18FABA-7723-6AD8-66CF-6DC260811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</a:t>
            </a:r>
            <a:r>
              <a:rPr lang="pt-BR" spc="-100" dirty="0"/>
              <a:t> </a:t>
            </a:r>
            <a:r>
              <a:rPr lang="pt-BR" dirty="0"/>
              <a:t>DE</a:t>
            </a:r>
            <a:r>
              <a:rPr lang="pt-BR" spc="-90" dirty="0"/>
              <a:t> </a:t>
            </a:r>
            <a:r>
              <a:rPr lang="pt-BR" spc="-20" dirty="0"/>
              <a:t>SGBD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565400" y="1447800"/>
            <a:ext cx="8382000" cy="3533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spc="-10" dirty="0">
                <a:latin typeface="Tahoma"/>
                <a:cs typeface="Tahoma"/>
              </a:rPr>
              <a:t>Completeza:</a:t>
            </a:r>
            <a:endParaRPr sz="2800" dirty="0">
              <a:latin typeface="Tahoma"/>
              <a:cs typeface="Tahoma"/>
            </a:endParaRPr>
          </a:p>
          <a:p>
            <a:pPr marL="756285" marR="5080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Todos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precisam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ser</a:t>
            </a:r>
            <a:r>
              <a:rPr sz="2400" spc="-10" dirty="0">
                <a:latin typeface="Tahoma"/>
                <a:cs typeface="Tahoma"/>
              </a:rPr>
              <a:t> conhecidos </a:t>
            </a:r>
            <a:r>
              <a:rPr sz="2400" dirty="0">
                <a:latin typeface="Tahoma"/>
                <a:cs typeface="Tahoma"/>
              </a:rPr>
              <a:t>estão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disponíveis.</a:t>
            </a:r>
            <a:endParaRPr sz="2400" dirty="0">
              <a:latin typeface="Tahoma"/>
              <a:cs typeface="Tahoma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Segoe UI Symbol"/>
              <a:buChar char="■"/>
            </a:pPr>
            <a:endParaRPr sz="2400" dirty="0">
              <a:latin typeface="Tahoma"/>
              <a:cs typeface="Tahoma"/>
            </a:endParaRPr>
          </a:p>
          <a:p>
            <a:pPr marL="354965" indent="-342265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spc="-10" dirty="0">
                <a:latin typeface="Tahoma"/>
                <a:cs typeface="Tahoma"/>
              </a:rPr>
              <a:t>Consistência:</a:t>
            </a:r>
            <a:endParaRPr sz="2800" dirty="0">
              <a:latin typeface="Tahoma"/>
              <a:cs typeface="Tahoma"/>
            </a:endParaRPr>
          </a:p>
          <a:p>
            <a:pPr marL="756285" marR="34925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Sempre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mesma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informação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é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gravada, </a:t>
            </a:r>
            <a:r>
              <a:rPr sz="2400" dirty="0">
                <a:latin typeface="Tahoma"/>
                <a:cs typeface="Tahoma"/>
              </a:rPr>
              <a:t>mesmo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em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locais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diferentes,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ela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tem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o </a:t>
            </a:r>
            <a:r>
              <a:rPr sz="2400" dirty="0">
                <a:latin typeface="Tahoma"/>
                <a:cs typeface="Tahoma"/>
              </a:rPr>
              <a:t>mesmo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valor.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C894CFC-5AC5-45D4-BA0B-BA5A7AADC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  <a:r>
              <a:rPr lang="pt-BR" spc="-65" dirty="0"/>
              <a:t> </a:t>
            </a:r>
            <a:r>
              <a:rPr lang="pt-BR" dirty="0"/>
              <a:t>DE</a:t>
            </a:r>
            <a:r>
              <a:rPr lang="pt-BR" spc="-70" dirty="0"/>
              <a:t> </a:t>
            </a:r>
            <a:r>
              <a:rPr lang="pt-BR" spc="-10" dirty="0"/>
              <a:t>SGBDS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6146800" y="1713865"/>
            <a:ext cx="1786889" cy="4344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635" algn="ctr">
              <a:lnSpc>
                <a:spcPct val="144600"/>
              </a:lnSpc>
              <a:spcBef>
                <a:spcPts val="100"/>
              </a:spcBef>
            </a:pPr>
            <a:r>
              <a:rPr sz="2800" spc="-10" dirty="0">
                <a:latin typeface="Tahoma"/>
                <a:cs typeface="Tahoma"/>
              </a:rPr>
              <a:t>Gupta Postgress SQL-Server DBase Paradox Unify FoxPro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6400" y="1713865"/>
            <a:ext cx="2417445" cy="434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47370" marR="539115" indent="107950" algn="just">
              <a:lnSpc>
                <a:spcPct val="144500"/>
              </a:lnSpc>
              <a:spcBef>
                <a:spcPts val="105"/>
              </a:spcBef>
            </a:pPr>
            <a:r>
              <a:rPr sz="2800" spc="-10" dirty="0">
                <a:latin typeface="Tahoma"/>
                <a:cs typeface="Tahoma"/>
              </a:rPr>
              <a:t>Sybase Oracle Informix</a:t>
            </a:r>
            <a:endParaRPr sz="2800" dirty="0">
              <a:latin typeface="Tahoma"/>
              <a:cs typeface="Tahoma"/>
            </a:endParaRPr>
          </a:p>
          <a:p>
            <a:pPr marL="12700" marR="5080" algn="ctr">
              <a:lnSpc>
                <a:spcPct val="144600"/>
              </a:lnSpc>
              <a:spcBef>
                <a:spcPts val="15"/>
              </a:spcBef>
            </a:pPr>
            <a:r>
              <a:rPr sz="2800" spc="-10" dirty="0">
                <a:latin typeface="Tahoma"/>
                <a:cs typeface="Tahoma"/>
              </a:rPr>
              <a:t>CA-OpenIngres </a:t>
            </a:r>
            <a:r>
              <a:rPr sz="2800" spc="-25" dirty="0">
                <a:latin typeface="Tahoma"/>
                <a:cs typeface="Tahoma"/>
              </a:rPr>
              <a:t>DB2</a:t>
            </a:r>
            <a:endParaRPr sz="2800" dirty="0">
              <a:latin typeface="Tahoma"/>
              <a:cs typeface="Tahoma"/>
            </a:endParaRPr>
          </a:p>
          <a:p>
            <a:pPr marL="562610" marR="554990" algn="ctr">
              <a:lnSpc>
                <a:spcPct val="144300"/>
              </a:lnSpc>
              <a:spcBef>
                <a:spcPts val="10"/>
              </a:spcBef>
            </a:pPr>
            <a:r>
              <a:rPr sz="2800" spc="-10" dirty="0">
                <a:latin typeface="Tahoma"/>
                <a:cs typeface="Tahoma"/>
              </a:rPr>
              <a:t>Dataflex </a:t>
            </a:r>
            <a:r>
              <a:rPr sz="2800" spc="-25" dirty="0">
                <a:latin typeface="Tahoma"/>
                <a:cs typeface="Tahoma"/>
              </a:rPr>
              <a:t>ZIM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71000" y="1713865"/>
            <a:ext cx="1282700" cy="3111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9380" marR="110489" algn="ctr">
              <a:lnSpc>
                <a:spcPct val="144500"/>
              </a:lnSpc>
              <a:spcBef>
                <a:spcPts val="105"/>
              </a:spcBef>
            </a:pPr>
            <a:r>
              <a:rPr sz="2800" spc="-10" dirty="0">
                <a:latin typeface="Tahoma"/>
                <a:cs typeface="Tahoma"/>
              </a:rPr>
              <a:t>Access Orion </a:t>
            </a:r>
            <a:r>
              <a:rPr sz="2800" spc="-25" dirty="0">
                <a:latin typeface="Tahoma"/>
                <a:cs typeface="Tahoma"/>
              </a:rPr>
              <a:t>O2</a:t>
            </a:r>
            <a:endParaRPr sz="2800" dirty="0">
              <a:latin typeface="Tahoma"/>
              <a:cs typeface="Tahoma"/>
            </a:endParaRPr>
          </a:p>
          <a:p>
            <a:pPr marL="12700" marR="5080" algn="ctr">
              <a:lnSpc>
                <a:spcPct val="144600"/>
              </a:lnSpc>
              <a:spcBef>
                <a:spcPts val="15"/>
              </a:spcBef>
            </a:pPr>
            <a:r>
              <a:rPr sz="2800" spc="-10" dirty="0">
                <a:latin typeface="Tahoma"/>
                <a:cs typeface="Tahoma"/>
              </a:rPr>
              <a:t>Jasmine Firebird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36491" y="2754505"/>
            <a:ext cx="6554470" cy="7607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Modelagem</a:t>
            </a:r>
            <a:r>
              <a:rPr sz="5400" spc="-125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sz="5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de</a:t>
            </a:r>
            <a:r>
              <a:rPr sz="5400" spc="-125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sz="5400" spc="-1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Dados</a:t>
            </a:r>
            <a:endParaRPr sz="540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099D8E9-C511-04A0-1EBC-47A707E1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</a:t>
            </a:r>
            <a:r>
              <a:rPr lang="pt-BR" spc="-45" dirty="0"/>
              <a:t> </a:t>
            </a:r>
            <a:r>
              <a:rPr lang="pt-BR" dirty="0"/>
              <a:t>DE</a:t>
            </a:r>
            <a:r>
              <a:rPr lang="pt-BR" spc="-50" dirty="0"/>
              <a:t> </a:t>
            </a:r>
            <a:r>
              <a:rPr lang="pt-BR" spc="-10" dirty="0"/>
              <a:t>DADOS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260600" y="1447800"/>
            <a:ext cx="9067800" cy="3652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965" marR="50800" indent="-34290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Coleção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elementos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representação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com </a:t>
            </a:r>
            <a:r>
              <a:rPr sz="2800" dirty="0">
                <a:latin typeface="Tahoma"/>
                <a:cs typeface="Tahoma"/>
              </a:rPr>
              <a:t>propriedades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semânticas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sintáticas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pré-</a:t>
            </a:r>
            <a:r>
              <a:rPr sz="2800" spc="-10" dirty="0">
                <a:latin typeface="Tahoma"/>
                <a:cs typeface="Tahoma"/>
              </a:rPr>
              <a:t>definidas</a:t>
            </a:r>
            <a:endParaRPr sz="2800">
              <a:latin typeface="Tahoma"/>
              <a:cs typeface="Tahoma"/>
            </a:endParaRPr>
          </a:p>
          <a:p>
            <a:pPr marL="354965" marR="5080" indent="-34290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Um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elemento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ou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conjunto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elementos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representação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são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agrupados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e </a:t>
            </a:r>
            <a:r>
              <a:rPr sz="2800" dirty="0">
                <a:latin typeface="Tahoma"/>
                <a:cs typeface="Tahoma"/>
              </a:rPr>
              <a:t>organizados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para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representar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porção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do </a:t>
            </a:r>
            <a:r>
              <a:rPr sz="2800" dirty="0">
                <a:latin typeface="Tahoma"/>
                <a:cs typeface="Tahoma"/>
              </a:rPr>
              <a:t>“mundo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real”,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constituindo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“esquema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dirty="0">
                <a:latin typeface="Tahoma"/>
                <a:cs typeface="Tahoma"/>
              </a:rPr>
              <a:t>dados”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compreensível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pelo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gerenciador.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F5772-C66B-8700-8B9E-ED6C8E132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DE DADOS CONCEITUAL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AE8A67-CCC2-60F8-953C-6F7BBC2AA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pt-BR" dirty="0"/>
              <a:t>Retrata puramente uma transformação do mundo real para o mundo virtual. </a:t>
            </a:r>
          </a:p>
          <a:p>
            <a:pPr>
              <a:lnSpc>
                <a:spcPct val="150000"/>
              </a:lnSpc>
            </a:pPr>
            <a:r>
              <a:rPr lang="pt-BR" dirty="0"/>
              <a:t>Pode-se afirmar que estamos modelando o mundo daquela empresa, pessoa, organização, </a:t>
            </a:r>
          </a:p>
          <a:p>
            <a:r>
              <a:rPr lang="pt-BR" dirty="0"/>
              <a:t>O responsável por confeccionar esse desenho, chamado então de modelo conceitual, é o analista de sistemas, e o responsável por executá-lo e implementá-lo efetivamente em um banco de dados é o desenvolvedor </a:t>
            </a:r>
            <a:br>
              <a:rPr lang="pt-BR" dirty="0"/>
            </a:br>
            <a:endParaRPr lang="pt-BR" dirty="0"/>
          </a:p>
          <a:p>
            <a:pPr>
              <a:lnSpc>
                <a:spcPct val="150000"/>
              </a:lnSpc>
            </a:pPr>
            <a:endParaRPr lang="pt-BR" dirty="0"/>
          </a:p>
          <a:p>
            <a:pPr marL="0" indent="0">
              <a:lnSpc>
                <a:spcPct val="150000"/>
              </a:lnSpc>
              <a:buNone/>
            </a:pP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CC4E634-87E2-7E21-A845-4ED7A6089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4448174"/>
            <a:ext cx="10088233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746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D4880-0A35-74BD-A148-05ADE780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F2320-A8E8-303A-E817-C5FAFD642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DE DADOS CONCEITUAL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EA0E9A-132D-003A-8460-811A3E51F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Esse modelo não depende de nenhum tipo de tecnologia ou fabricante de </a:t>
            </a:r>
            <a:r>
              <a:rPr lang="pt-BR" dirty="0" err="1"/>
              <a:t>SGBDs</a:t>
            </a:r>
            <a:r>
              <a:rPr lang="pt-BR" dirty="0"/>
              <a:t>. </a:t>
            </a:r>
          </a:p>
          <a:p>
            <a:r>
              <a:rPr lang="pt-BR" dirty="0"/>
              <a:t>É um modelo de alto nível e, mesmo depois de pronto, </a:t>
            </a:r>
          </a:p>
          <a:p>
            <a:r>
              <a:rPr lang="pt-BR" dirty="0"/>
              <a:t>Somente deverá ser utilizado para o entendimento do negócio da respectiva organização </a:t>
            </a:r>
            <a:br>
              <a:rPr lang="pt-BR" dirty="0"/>
            </a:br>
            <a:br>
              <a:rPr lang="pt-BR" dirty="0"/>
            </a:br>
            <a:endParaRPr lang="pt-BR" dirty="0"/>
          </a:p>
          <a:p>
            <a:pPr marL="0" indent="0">
              <a:lnSpc>
                <a:spcPct val="150000"/>
              </a:lnSpc>
              <a:buNone/>
            </a:pP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3E887AA-9DFB-234A-FF6F-4BB7152A2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524" y="3657600"/>
            <a:ext cx="8210552" cy="205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265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2B5C28-734E-DE9B-DBAA-02755B87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LÓGICA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7B9544-9180-75A0-957E-43004E366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pt-BR" dirty="0"/>
              <a:t>A modelagem lógica tem seu início a partir da modelagem conceitual</a:t>
            </a:r>
          </a:p>
          <a:p>
            <a:pPr>
              <a:lnSpc>
                <a:spcPct val="150000"/>
              </a:lnSpc>
            </a:pPr>
            <a:r>
              <a:rPr lang="pt-BR" dirty="0"/>
              <a:t>Considera os diferentes tipos de abordagem de dados, por exemplo, as abordagens hierárquica, de rede, relacional e orientada a objetos, </a:t>
            </a:r>
          </a:p>
          <a:p>
            <a:pPr>
              <a:lnSpc>
                <a:spcPct val="150000"/>
              </a:lnSpc>
            </a:pPr>
            <a:r>
              <a:rPr lang="pt-BR" dirty="0"/>
              <a:t>Não é relevante considerar as características do SGBD onde será implementado, mas é necessário saber qual abordagem será utilizada, no nosso caso – RELACIONAL</a:t>
            </a:r>
          </a:p>
          <a:p>
            <a:pPr>
              <a:lnSpc>
                <a:spcPct val="150000"/>
              </a:lnSpc>
            </a:pPr>
            <a:r>
              <a:rPr lang="pt-BR" dirty="0"/>
              <a:t>Um </a:t>
            </a:r>
            <a:r>
              <a:rPr lang="pt-BR" b="1" dirty="0"/>
              <a:t>modelo lógico relacional </a:t>
            </a:r>
            <a:r>
              <a:rPr lang="pt-BR" dirty="0"/>
              <a:t>descreve as estruturas que estarão contidas no banco de dados as tabelas, os padrões de nomenclatura e são definidas as chaves primárias e estrangeiras 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37089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8468E-100E-6F73-2390-8463C8307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02BE3-72F1-A935-D412-001ABCF57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LÓGICA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F1BDF86-13E4-BB7B-3F5C-99C3C6C66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815" y="1676400"/>
            <a:ext cx="1034197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505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ítulo 36">
            <a:extLst>
              <a:ext uri="{FF2B5EF4-FFF2-40B4-BE49-F238E27FC236}">
                <a16:creationId xmlns:a16="http://schemas.microsoft.com/office/drawing/2014/main" id="{A2719F1E-3EB9-154D-D4CB-12E85813A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</a:t>
            </a:r>
            <a:r>
              <a:rPr lang="pt-BR" spc="-45" dirty="0"/>
              <a:t> </a:t>
            </a:r>
            <a:r>
              <a:rPr lang="pt-BR" dirty="0"/>
              <a:t>de</a:t>
            </a:r>
            <a:r>
              <a:rPr lang="pt-BR" spc="-50" dirty="0"/>
              <a:t> </a:t>
            </a:r>
            <a:r>
              <a:rPr lang="pt-BR" spc="-10" dirty="0"/>
              <a:t>Dados</a:t>
            </a:r>
            <a:endParaRPr lang="pt-BR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7058" y="2301750"/>
            <a:ext cx="973836" cy="79095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767584" y="5245864"/>
            <a:ext cx="468630" cy="558800"/>
            <a:chOff x="4259326" y="5679694"/>
            <a:chExt cx="468630" cy="558800"/>
          </a:xfrm>
        </p:grpSpPr>
        <p:sp>
          <p:nvSpPr>
            <p:cNvPr id="5" name="object 5"/>
            <p:cNvSpPr/>
            <p:nvPr/>
          </p:nvSpPr>
          <p:spPr>
            <a:xfrm>
              <a:off x="4265676" y="5686043"/>
              <a:ext cx="455930" cy="546100"/>
            </a:xfrm>
            <a:custGeom>
              <a:avLst/>
              <a:gdLst/>
              <a:ahLst/>
              <a:cxnLst/>
              <a:rect l="l" t="t" r="r" b="b"/>
              <a:pathLst>
                <a:path w="455929" h="546100">
                  <a:moveTo>
                    <a:pt x="455675" y="545591"/>
                  </a:moveTo>
                  <a:lnTo>
                    <a:pt x="455675" y="0"/>
                  </a:lnTo>
                  <a:lnTo>
                    <a:pt x="0" y="0"/>
                  </a:lnTo>
                  <a:lnTo>
                    <a:pt x="0" y="545591"/>
                  </a:lnTo>
                  <a:lnTo>
                    <a:pt x="455675" y="545591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65676" y="5686043"/>
              <a:ext cx="455930" cy="546100"/>
            </a:xfrm>
            <a:custGeom>
              <a:avLst/>
              <a:gdLst/>
              <a:ahLst/>
              <a:cxnLst/>
              <a:rect l="l" t="t" r="r" b="b"/>
              <a:pathLst>
                <a:path w="455929" h="546100">
                  <a:moveTo>
                    <a:pt x="0" y="0"/>
                  </a:moveTo>
                  <a:lnTo>
                    <a:pt x="0" y="545591"/>
                  </a:lnTo>
                  <a:lnTo>
                    <a:pt x="455675" y="545591"/>
                  </a:lnTo>
                  <a:lnTo>
                    <a:pt x="455675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5776981" y="5180585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228599" y="0"/>
                </a:moveTo>
                <a:lnTo>
                  <a:pt x="156252" y="2060"/>
                </a:lnTo>
                <a:lnTo>
                  <a:pt x="93488" y="7705"/>
                </a:lnTo>
                <a:lnTo>
                  <a:pt x="44037" y="16130"/>
                </a:lnTo>
                <a:lnTo>
                  <a:pt x="0" y="38099"/>
                </a:lnTo>
                <a:lnTo>
                  <a:pt x="11631" y="50255"/>
                </a:lnTo>
                <a:lnTo>
                  <a:pt x="44037" y="60728"/>
                </a:lnTo>
                <a:lnTo>
                  <a:pt x="93488" y="68933"/>
                </a:lnTo>
                <a:lnTo>
                  <a:pt x="156252" y="74285"/>
                </a:lnTo>
                <a:lnTo>
                  <a:pt x="228599" y="76199"/>
                </a:lnTo>
                <a:lnTo>
                  <a:pt x="300947" y="74285"/>
                </a:lnTo>
                <a:lnTo>
                  <a:pt x="363711" y="68933"/>
                </a:lnTo>
                <a:lnTo>
                  <a:pt x="413162" y="60728"/>
                </a:lnTo>
                <a:lnTo>
                  <a:pt x="445568" y="50255"/>
                </a:lnTo>
                <a:lnTo>
                  <a:pt x="457199" y="38099"/>
                </a:lnTo>
                <a:lnTo>
                  <a:pt x="445568" y="26529"/>
                </a:lnTo>
                <a:lnTo>
                  <a:pt x="413162" y="16130"/>
                </a:lnTo>
                <a:lnTo>
                  <a:pt x="363711" y="7705"/>
                </a:lnTo>
                <a:lnTo>
                  <a:pt x="300947" y="2060"/>
                </a:lnTo>
                <a:lnTo>
                  <a:pt x="228599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4051" y="2313943"/>
            <a:ext cx="964691" cy="77876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330705" y="3970529"/>
            <a:ext cx="3538854" cy="525780"/>
            <a:chOff x="2822447" y="4404359"/>
            <a:chExt cx="3538854" cy="525780"/>
          </a:xfrm>
        </p:grpSpPr>
        <p:sp>
          <p:nvSpPr>
            <p:cNvPr id="10" name="object 10"/>
            <p:cNvSpPr/>
            <p:nvPr/>
          </p:nvSpPr>
          <p:spPr>
            <a:xfrm>
              <a:off x="2860547" y="4442459"/>
              <a:ext cx="3462654" cy="449580"/>
            </a:xfrm>
            <a:custGeom>
              <a:avLst/>
              <a:gdLst/>
              <a:ahLst/>
              <a:cxnLst/>
              <a:rect l="l" t="t" r="r" b="b"/>
              <a:pathLst>
                <a:path w="3462654" h="449579">
                  <a:moveTo>
                    <a:pt x="3462527" y="445007"/>
                  </a:moveTo>
                  <a:lnTo>
                    <a:pt x="3459479" y="0"/>
                  </a:lnTo>
                  <a:lnTo>
                    <a:pt x="0" y="4571"/>
                  </a:lnTo>
                  <a:lnTo>
                    <a:pt x="3047" y="449579"/>
                  </a:lnTo>
                  <a:lnTo>
                    <a:pt x="3462527" y="445007"/>
                  </a:lnTo>
                  <a:close/>
                </a:path>
              </a:pathLst>
            </a:custGeom>
            <a:solidFill>
              <a:srgbClr val="9865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60547" y="4442459"/>
              <a:ext cx="3462654" cy="449580"/>
            </a:xfrm>
            <a:custGeom>
              <a:avLst/>
              <a:gdLst/>
              <a:ahLst/>
              <a:cxnLst/>
              <a:rect l="l" t="t" r="r" b="b"/>
              <a:pathLst>
                <a:path w="3462654" h="449579">
                  <a:moveTo>
                    <a:pt x="3459479" y="0"/>
                  </a:moveTo>
                  <a:lnTo>
                    <a:pt x="3462527" y="445007"/>
                  </a:lnTo>
                  <a:lnTo>
                    <a:pt x="3047" y="449579"/>
                  </a:lnTo>
                  <a:lnTo>
                    <a:pt x="0" y="4571"/>
                  </a:lnTo>
                  <a:lnTo>
                    <a:pt x="3459479" y="0"/>
                  </a:lnTo>
                </a:path>
              </a:pathLst>
            </a:custGeom>
            <a:ln w="76199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929384" y="5172712"/>
            <a:ext cx="469900" cy="640715"/>
            <a:chOff x="3421126" y="5606541"/>
            <a:chExt cx="469900" cy="640715"/>
          </a:xfrm>
        </p:grpSpPr>
        <p:sp>
          <p:nvSpPr>
            <p:cNvPr id="13" name="object 13"/>
            <p:cNvSpPr/>
            <p:nvPr/>
          </p:nvSpPr>
          <p:spPr>
            <a:xfrm>
              <a:off x="3427476" y="5686043"/>
              <a:ext cx="455930" cy="554990"/>
            </a:xfrm>
            <a:custGeom>
              <a:avLst/>
              <a:gdLst/>
              <a:ahLst/>
              <a:cxnLst/>
              <a:rect l="l" t="t" r="r" b="b"/>
              <a:pathLst>
                <a:path w="455929" h="554989">
                  <a:moveTo>
                    <a:pt x="455675" y="554735"/>
                  </a:moveTo>
                  <a:lnTo>
                    <a:pt x="455675" y="0"/>
                  </a:lnTo>
                  <a:lnTo>
                    <a:pt x="0" y="0"/>
                  </a:lnTo>
                  <a:lnTo>
                    <a:pt x="0" y="554735"/>
                  </a:lnTo>
                  <a:lnTo>
                    <a:pt x="455675" y="55473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27476" y="5686043"/>
              <a:ext cx="455930" cy="554990"/>
            </a:xfrm>
            <a:custGeom>
              <a:avLst/>
              <a:gdLst/>
              <a:ahLst/>
              <a:cxnLst/>
              <a:rect l="l" t="t" r="r" b="b"/>
              <a:pathLst>
                <a:path w="455929" h="554989">
                  <a:moveTo>
                    <a:pt x="0" y="0"/>
                  </a:moveTo>
                  <a:lnTo>
                    <a:pt x="0" y="554735"/>
                  </a:lnTo>
                  <a:lnTo>
                    <a:pt x="455675" y="554735"/>
                  </a:lnTo>
                  <a:lnTo>
                    <a:pt x="455675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30524" y="5612891"/>
              <a:ext cx="454659" cy="73660"/>
            </a:xfrm>
            <a:custGeom>
              <a:avLst/>
              <a:gdLst/>
              <a:ahLst/>
              <a:cxnLst/>
              <a:rect l="l" t="t" r="r" b="b"/>
              <a:pathLst>
                <a:path w="454660" h="73660">
                  <a:moveTo>
                    <a:pt x="227075" y="0"/>
                  </a:moveTo>
                  <a:lnTo>
                    <a:pt x="155472" y="1901"/>
                  </a:lnTo>
                  <a:lnTo>
                    <a:pt x="93159" y="7168"/>
                  </a:lnTo>
                  <a:lnTo>
                    <a:pt x="43939" y="15142"/>
                  </a:lnTo>
                  <a:lnTo>
                    <a:pt x="0" y="36575"/>
                  </a:lnTo>
                  <a:lnTo>
                    <a:pt x="11618" y="47987"/>
                  </a:lnTo>
                  <a:lnTo>
                    <a:pt x="43939" y="58009"/>
                  </a:lnTo>
                  <a:lnTo>
                    <a:pt x="93159" y="65983"/>
                  </a:lnTo>
                  <a:lnTo>
                    <a:pt x="155472" y="71250"/>
                  </a:lnTo>
                  <a:lnTo>
                    <a:pt x="227075" y="73151"/>
                  </a:lnTo>
                  <a:lnTo>
                    <a:pt x="298679" y="71250"/>
                  </a:lnTo>
                  <a:lnTo>
                    <a:pt x="360992" y="65983"/>
                  </a:lnTo>
                  <a:lnTo>
                    <a:pt x="410212" y="58009"/>
                  </a:lnTo>
                  <a:lnTo>
                    <a:pt x="442533" y="47987"/>
                  </a:lnTo>
                  <a:lnTo>
                    <a:pt x="454151" y="36575"/>
                  </a:lnTo>
                  <a:lnTo>
                    <a:pt x="442533" y="25164"/>
                  </a:lnTo>
                  <a:lnTo>
                    <a:pt x="410212" y="15142"/>
                  </a:lnTo>
                  <a:lnTo>
                    <a:pt x="360992" y="7168"/>
                  </a:lnTo>
                  <a:lnTo>
                    <a:pt x="298679" y="1901"/>
                  </a:lnTo>
                  <a:lnTo>
                    <a:pt x="227075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607308" y="5174235"/>
            <a:ext cx="468630" cy="645160"/>
            <a:chOff x="5099050" y="5608065"/>
            <a:chExt cx="468630" cy="645160"/>
          </a:xfrm>
        </p:grpSpPr>
        <p:sp>
          <p:nvSpPr>
            <p:cNvPr id="17" name="object 17"/>
            <p:cNvSpPr/>
            <p:nvPr/>
          </p:nvSpPr>
          <p:spPr>
            <a:xfrm>
              <a:off x="5105399" y="5686043"/>
              <a:ext cx="454659" cy="561340"/>
            </a:xfrm>
            <a:custGeom>
              <a:avLst/>
              <a:gdLst/>
              <a:ahLst/>
              <a:cxnLst/>
              <a:rect l="l" t="t" r="r" b="b"/>
              <a:pathLst>
                <a:path w="454660" h="561339">
                  <a:moveTo>
                    <a:pt x="454151" y="560831"/>
                  </a:moveTo>
                  <a:lnTo>
                    <a:pt x="454151" y="0"/>
                  </a:lnTo>
                  <a:lnTo>
                    <a:pt x="0" y="0"/>
                  </a:lnTo>
                  <a:lnTo>
                    <a:pt x="0" y="560831"/>
                  </a:lnTo>
                  <a:lnTo>
                    <a:pt x="454151" y="560831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05399" y="5686043"/>
              <a:ext cx="454659" cy="561340"/>
            </a:xfrm>
            <a:custGeom>
              <a:avLst/>
              <a:gdLst/>
              <a:ahLst/>
              <a:cxnLst/>
              <a:rect l="l" t="t" r="r" b="b"/>
              <a:pathLst>
                <a:path w="454660" h="561339">
                  <a:moveTo>
                    <a:pt x="0" y="0"/>
                  </a:moveTo>
                  <a:lnTo>
                    <a:pt x="0" y="560831"/>
                  </a:lnTo>
                  <a:lnTo>
                    <a:pt x="454151" y="560831"/>
                  </a:lnTo>
                  <a:lnTo>
                    <a:pt x="454151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06923" y="5614415"/>
              <a:ext cx="454659" cy="73660"/>
            </a:xfrm>
            <a:custGeom>
              <a:avLst/>
              <a:gdLst/>
              <a:ahLst/>
              <a:cxnLst/>
              <a:rect l="l" t="t" r="r" b="b"/>
              <a:pathLst>
                <a:path w="454660" h="73660">
                  <a:moveTo>
                    <a:pt x="227075" y="0"/>
                  </a:moveTo>
                  <a:lnTo>
                    <a:pt x="155472" y="1901"/>
                  </a:lnTo>
                  <a:lnTo>
                    <a:pt x="93159" y="7168"/>
                  </a:lnTo>
                  <a:lnTo>
                    <a:pt x="43939" y="15142"/>
                  </a:lnTo>
                  <a:lnTo>
                    <a:pt x="0" y="36575"/>
                  </a:lnTo>
                  <a:lnTo>
                    <a:pt x="11618" y="48572"/>
                  </a:lnTo>
                  <a:lnTo>
                    <a:pt x="43939" y="58667"/>
                  </a:lnTo>
                  <a:lnTo>
                    <a:pt x="93159" y="66422"/>
                  </a:lnTo>
                  <a:lnTo>
                    <a:pt x="155472" y="71396"/>
                  </a:lnTo>
                  <a:lnTo>
                    <a:pt x="227075" y="73151"/>
                  </a:lnTo>
                  <a:lnTo>
                    <a:pt x="298679" y="71396"/>
                  </a:lnTo>
                  <a:lnTo>
                    <a:pt x="360992" y="66422"/>
                  </a:lnTo>
                  <a:lnTo>
                    <a:pt x="410212" y="58667"/>
                  </a:lnTo>
                  <a:lnTo>
                    <a:pt x="442533" y="48572"/>
                  </a:lnTo>
                  <a:lnTo>
                    <a:pt x="454151" y="36575"/>
                  </a:lnTo>
                  <a:lnTo>
                    <a:pt x="442533" y="25164"/>
                  </a:lnTo>
                  <a:lnTo>
                    <a:pt x="410212" y="15142"/>
                  </a:lnTo>
                  <a:lnTo>
                    <a:pt x="360992" y="7168"/>
                  </a:lnTo>
                  <a:lnTo>
                    <a:pt x="298679" y="1901"/>
                  </a:lnTo>
                  <a:lnTo>
                    <a:pt x="227075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5168907" y="4602990"/>
            <a:ext cx="360045" cy="502920"/>
          </a:xfrm>
          <a:custGeom>
            <a:avLst/>
            <a:gdLst/>
            <a:ahLst/>
            <a:cxnLst/>
            <a:rect l="l" t="t" r="r" b="b"/>
            <a:pathLst>
              <a:path w="360045" h="502920">
                <a:moveTo>
                  <a:pt x="72446" y="337620"/>
                </a:moveTo>
                <a:lnTo>
                  <a:pt x="39624" y="251460"/>
                </a:lnTo>
                <a:lnTo>
                  <a:pt x="0" y="502920"/>
                </a:lnTo>
                <a:lnTo>
                  <a:pt x="51054" y="476013"/>
                </a:lnTo>
                <a:lnTo>
                  <a:pt x="51054" y="385762"/>
                </a:lnTo>
                <a:lnTo>
                  <a:pt x="51625" y="371594"/>
                </a:lnTo>
                <a:lnTo>
                  <a:pt x="57912" y="358140"/>
                </a:lnTo>
                <a:lnTo>
                  <a:pt x="72446" y="337620"/>
                </a:lnTo>
                <a:close/>
              </a:path>
              <a:path w="360045" h="502920">
                <a:moveTo>
                  <a:pt x="134112" y="381000"/>
                </a:moveTo>
                <a:lnTo>
                  <a:pt x="88392" y="379476"/>
                </a:lnTo>
                <a:lnTo>
                  <a:pt x="72446" y="337620"/>
                </a:lnTo>
                <a:lnTo>
                  <a:pt x="57912" y="358140"/>
                </a:lnTo>
                <a:lnTo>
                  <a:pt x="51625" y="371594"/>
                </a:lnTo>
                <a:lnTo>
                  <a:pt x="51054" y="385762"/>
                </a:lnTo>
                <a:lnTo>
                  <a:pt x="56197" y="399073"/>
                </a:lnTo>
                <a:lnTo>
                  <a:pt x="67056" y="409956"/>
                </a:lnTo>
                <a:lnTo>
                  <a:pt x="80510" y="416266"/>
                </a:lnTo>
                <a:lnTo>
                  <a:pt x="94678" y="417004"/>
                </a:lnTo>
                <a:lnTo>
                  <a:pt x="107989" y="412313"/>
                </a:lnTo>
                <a:lnTo>
                  <a:pt x="118872" y="402336"/>
                </a:lnTo>
                <a:lnTo>
                  <a:pt x="134112" y="381000"/>
                </a:lnTo>
                <a:close/>
              </a:path>
              <a:path w="360045" h="502920">
                <a:moveTo>
                  <a:pt x="225552" y="384048"/>
                </a:moveTo>
                <a:lnTo>
                  <a:pt x="134112" y="381000"/>
                </a:lnTo>
                <a:lnTo>
                  <a:pt x="118872" y="402336"/>
                </a:lnTo>
                <a:lnTo>
                  <a:pt x="107989" y="412313"/>
                </a:lnTo>
                <a:lnTo>
                  <a:pt x="94678" y="417004"/>
                </a:lnTo>
                <a:lnTo>
                  <a:pt x="80510" y="416266"/>
                </a:lnTo>
                <a:lnTo>
                  <a:pt x="67056" y="409956"/>
                </a:lnTo>
                <a:lnTo>
                  <a:pt x="56197" y="399073"/>
                </a:lnTo>
                <a:lnTo>
                  <a:pt x="51054" y="385762"/>
                </a:lnTo>
                <a:lnTo>
                  <a:pt x="51054" y="476013"/>
                </a:lnTo>
                <a:lnTo>
                  <a:pt x="225552" y="384048"/>
                </a:lnTo>
                <a:close/>
              </a:path>
              <a:path w="360045" h="502920">
                <a:moveTo>
                  <a:pt x="287174" y="166712"/>
                </a:moveTo>
                <a:lnTo>
                  <a:pt x="271272" y="124968"/>
                </a:lnTo>
                <a:lnTo>
                  <a:pt x="225552" y="123460"/>
                </a:lnTo>
                <a:lnTo>
                  <a:pt x="224175" y="123415"/>
                </a:lnTo>
                <a:lnTo>
                  <a:pt x="72446" y="337620"/>
                </a:lnTo>
                <a:lnTo>
                  <a:pt x="88392" y="379476"/>
                </a:lnTo>
                <a:lnTo>
                  <a:pt x="132588" y="380949"/>
                </a:lnTo>
                <a:lnTo>
                  <a:pt x="134112" y="381000"/>
                </a:lnTo>
                <a:lnTo>
                  <a:pt x="287174" y="166712"/>
                </a:lnTo>
                <a:close/>
              </a:path>
              <a:path w="360045" h="502920">
                <a:moveTo>
                  <a:pt x="359664" y="0"/>
                </a:moveTo>
                <a:lnTo>
                  <a:pt x="132588" y="120396"/>
                </a:lnTo>
                <a:lnTo>
                  <a:pt x="224175" y="123415"/>
                </a:lnTo>
                <a:lnTo>
                  <a:pt x="239268" y="102108"/>
                </a:lnTo>
                <a:lnTo>
                  <a:pt x="250388" y="91892"/>
                </a:lnTo>
                <a:lnTo>
                  <a:pt x="264223" y="86677"/>
                </a:lnTo>
                <a:lnTo>
                  <a:pt x="271272" y="86780"/>
                </a:lnTo>
                <a:lnTo>
                  <a:pt x="278915" y="86891"/>
                </a:lnTo>
                <a:lnTo>
                  <a:pt x="292608" y="92964"/>
                </a:lnTo>
                <a:lnTo>
                  <a:pt x="302823" y="104084"/>
                </a:lnTo>
                <a:lnTo>
                  <a:pt x="308038" y="117919"/>
                </a:lnTo>
                <a:lnTo>
                  <a:pt x="308038" y="221480"/>
                </a:lnTo>
                <a:lnTo>
                  <a:pt x="320040" y="252984"/>
                </a:lnTo>
                <a:lnTo>
                  <a:pt x="359664" y="0"/>
                </a:lnTo>
                <a:close/>
              </a:path>
              <a:path w="360045" h="502920">
                <a:moveTo>
                  <a:pt x="308038" y="117919"/>
                </a:moveTo>
                <a:lnTo>
                  <a:pt x="278915" y="86891"/>
                </a:lnTo>
                <a:lnTo>
                  <a:pt x="264223" y="86677"/>
                </a:lnTo>
                <a:lnTo>
                  <a:pt x="250388" y="91892"/>
                </a:lnTo>
                <a:lnTo>
                  <a:pt x="239268" y="102108"/>
                </a:lnTo>
                <a:lnTo>
                  <a:pt x="224175" y="123415"/>
                </a:lnTo>
                <a:lnTo>
                  <a:pt x="271272" y="124968"/>
                </a:lnTo>
                <a:lnTo>
                  <a:pt x="287174" y="166712"/>
                </a:lnTo>
                <a:lnTo>
                  <a:pt x="301752" y="146304"/>
                </a:lnTo>
                <a:lnTo>
                  <a:pt x="307824" y="132611"/>
                </a:lnTo>
                <a:lnTo>
                  <a:pt x="308038" y="117919"/>
                </a:lnTo>
                <a:close/>
              </a:path>
              <a:path w="360045" h="502920">
                <a:moveTo>
                  <a:pt x="308038" y="221480"/>
                </a:moveTo>
                <a:lnTo>
                  <a:pt x="308038" y="117919"/>
                </a:lnTo>
                <a:lnTo>
                  <a:pt x="307824" y="132611"/>
                </a:lnTo>
                <a:lnTo>
                  <a:pt x="301752" y="146304"/>
                </a:lnTo>
                <a:lnTo>
                  <a:pt x="287174" y="166712"/>
                </a:lnTo>
                <a:lnTo>
                  <a:pt x="308038" y="221480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918713" y="4543554"/>
            <a:ext cx="228600" cy="562610"/>
          </a:xfrm>
          <a:custGeom>
            <a:avLst/>
            <a:gdLst/>
            <a:ahLst/>
            <a:cxnLst/>
            <a:rect l="l" t="t" r="r" b="b"/>
            <a:pathLst>
              <a:path w="228600" h="562610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177800"/>
                </a:lnTo>
                <a:lnTo>
                  <a:pt x="76200" y="152400"/>
                </a:lnTo>
                <a:lnTo>
                  <a:pt x="79152" y="137445"/>
                </a:lnTo>
                <a:lnTo>
                  <a:pt x="87249" y="125349"/>
                </a:lnTo>
                <a:lnTo>
                  <a:pt x="99345" y="117252"/>
                </a:lnTo>
                <a:lnTo>
                  <a:pt x="114300" y="114300"/>
                </a:lnTo>
                <a:lnTo>
                  <a:pt x="129254" y="117252"/>
                </a:lnTo>
                <a:lnTo>
                  <a:pt x="141351" y="125349"/>
                </a:lnTo>
                <a:lnTo>
                  <a:pt x="149447" y="137445"/>
                </a:lnTo>
                <a:lnTo>
                  <a:pt x="152400" y="152400"/>
                </a:lnTo>
                <a:lnTo>
                  <a:pt x="152400" y="177800"/>
                </a:lnTo>
                <a:lnTo>
                  <a:pt x="228600" y="228600"/>
                </a:lnTo>
                <a:close/>
              </a:path>
              <a:path w="228600" h="562610">
                <a:moveTo>
                  <a:pt x="228600" y="333756"/>
                </a:moveTo>
                <a:lnTo>
                  <a:pt x="114300" y="409956"/>
                </a:lnTo>
                <a:lnTo>
                  <a:pt x="0" y="333756"/>
                </a:lnTo>
                <a:lnTo>
                  <a:pt x="76200" y="486156"/>
                </a:lnTo>
                <a:lnTo>
                  <a:pt x="76200" y="409956"/>
                </a:lnTo>
                <a:lnTo>
                  <a:pt x="79152" y="424910"/>
                </a:lnTo>
                <a:lnTo>
                  <a:pt x="87249" y="437007"/>
                </a:lnTo>
                <a:lnTo>
                  <a:pt x="99345" y="445103"/>
                </a:lnTo>
                <a:lnTo>
                  <a:pt x="114300" y="448056"/>
                </a:lnTo>
                <a:lnTo>
                  <a:pt x="129254" y="445103"/>
                </a:lnTo>
                <a:lnTo>
                  <a:pt x="141351" y="437007"/>
                </a:lnTo>
                <a:lnTo>
                  <a:pt x="149447" y="424910"/>
                </a:lnTo>
                <a:lnTo>
                  <a:pt x="152400" y="409956"/>
                </a:lnTo>
                <a:lnTo>
                  <a:pt x="152400" y="486156"/>
                </a:lnTo>
                <a:lnTo>
                  <a:pt x="228600" y="333756"/>
                </a:lnTo>
                <a:close/>
              </a:path>
              <a:path w="228600" h="562610">
                <a:moveTo>
                  <a:pt x="152400" y="177800"/>
                </a:moveTo>
                <a:lnTo>
                  <a:pt x="152400" y="152400"/>
                </a:lnTo>
                <a:lnTo>
                  <a:pt x="149447" y="137445"/>
                </a:lnTo>
                <a:lnTo>
                  <a:pt x="141351" y="125349"/>
                </a:lnTo>
                <a:lnTo>
                  <a:pt x="129254" y="117252"/>
                </a:lnTo>
                <a:lnTo>
                  <a:pt x="114300" y="114300"/>
                </a:lnTo>
                <a:lnTo>
                  <a:pt x="99345" y="117252"/>
                </a:lnTo>
                <a:lnTo>
                  <a:pt x="87249" y="125349"/>
                </a:lnTo>
                <a:lnTo>
                  <a:pt x="79152" y="137445"/>
                </a:lnTo>
                <a:lnTo>
                  <a:pt x="76200" y="152400"/>
                </a:lnTo>
                <a:lnTo>
                  <a:pt x="76200" y="177800"/>
                </a:lnTo>
                <a:lnTo>
                  <a:pt x="114300" y="152400"/>
                </a:lnTo>
                <a:lnTo>
                  <a:pt x="152400" y="177800"/>
                </a:lnTo>
                <a:close/>
              </a:path>
              <a:path w="228600" h="562610">
                <a:moveTo>
                  <a:pt x="152400" y="384556"/>
                </a:moveTo>
                <a:lnTo>
                  <a:pt x="152400" y="177800"/>
                </a:lnTo>
                <a:lnTo>
                  <a:pt x="114300" y="152400"/>
                </a:lnTo>
                <a:lnTo>
                  <a:pt x="76200" y="177800"/>
                </a:lnTo>
                <a:lnTo>
                  <a:pt x="76200" y="384556"/>
                </a:lnTo>
                <a:lnTo>
                  <a:pt x="114300" y="409956"/>
                </a:lnTo>
                <a:lnTo>
                  <a:pt x="152400" y="384556"/>
                </a:lnTo>
                <a:close/>
              </a:path>
              <a:path w="228600" h="562610">
                <a:moveTo>
                  <a:pt x="152400" y="486156"/>
                </a:moveTo>
                <a:lnTo>
                  <a:pt x="152400" y="409956"/>
                </a:lnTo>
                <a:lnTo>
                  <a:pt x="149447" y="424910"/>
                </a:lnTo>
                <a:lnTo>
                  <a:pt x="141351" y="437007"/>
                </a:lnTo>
                <a:lnTo>
                  <a:pt x="129254" y="445103"/>
                </a:lnTo>
                <a:lnTo>
                  <a:pt x="114300" y="448056"/>
                </a:lnTo>
                <a:lnTo>
                  <a:pt x="99345" y="445103"/>
                </a:lnTo>
                <a:lnTo>
                  <a:pt x="87249" y="437007"/>
                </a:lnTo>
                <a:lnTo>
                  <a:pt x="79152" y="424910"/>
                </a:lnTo>
                <a:lnTo>
                  <a:pt x="76200" y="409956"/>
                </a:lnTo>
                <a:lnTo>
                  <a:pt x="76200" y="486156"/>
                </a:lnTo>
                <a:lnTo>
                  <a:pt x="114300" y="562356"/>
                </a:lnTo>
                <a:lnTo>
                  <a:pt x="152400" y="486156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592323" y="4560318"/>
            <a:ext cx="262255" cy="546100"/>
          </a:xfrm>
          <a:custGeom>
            <a:avLst/>
            <a:gdLst/>
            <a:ahLst/>
            <a:cxnLst/>
            <a:rect l="l" t="t" r="r" b="b"/>
            <a:pathLst>
              <a:path w="262254" h="546100">
                <a:moveTo>
                  <a:pt x="210312" y="166116"/>
                </a:moveTo>
                <a:lnTo>
                  <a:pt x="16764" y="0"/>
                </a:lnTo>
                <a:lnTo>
                  <a:pt x="0" y="254508"/>
                </a:lnTo>
                <a:lnTo>
                  <a:pt x="36957" y="197941"/>
                </a:lnTo>
                <a:lnTo>
                  <a:pt x="36957" y="140517"/>
                </a:lnTo>
                <a:lnTo>
                  <a:pt x="40005" y="126301"/>
                </a:lnTo>
                <a:lnTo>
                  <a:pt x="48196" y="114085"/>
                </a:lnTo>
                <a:lnTo>
                  <a:pt x="60960" y="105156"/>
                </a:lnTo>
                <a:lnTo>
                  <a:pt x="75890" y="102489"/>
                </a:lnTo>
                <a:lnTo>
                  <a:pt x="90106" y="105537"/>
                </a:lnTo>
                <a:lnTo>
                  <a:pt x="102322" y="113728"/>
                </a:lnTo>
                <a:lnTo>
                  <a:pt x="111252" y="126492"/>
                </a:lnTo>
                <a:lnTo>
                  <a:pt x="120612" y="148982"/>
                </a:lnTo>
                <a:lnTo>
                  <a:pt x="210312" y="166116"/>
                </a:lnTo>
                <a:close/>
              </a:path>
              <a:path w="262254" h="546100">
                <a:moveTo>
                  <a:pt x="120612" y="148982"/>
                </a:moveTo>
                <a:lnTo>
                  <a:pt x="111252" y="126492"/>
                </a:lnTo>
                <a:lnTo>
                  <a:pt x="102322" y="113728"/>
                </a:lnTo>
                <a:lnTo>
                  <a:pt x="90106" y="105537"/>
                </a:lnTo>
                <a:lnTo>
                  <a:pt x="75890" y="102489"/>
                </a:lnTo>
                <a:lnTo>
                  <a:pt x="60960" y="105156"/>
                </a:lnTo>
                <a:lnTo>
                  <a:pt x="48196" y="114085"/>
                </a:lnTo>
                <a:lnTo>
                  <a:pt x="40005" y="126301"/>
                </a:lnTo>
                <a:lnTo>
                  <a:pt x="36957" y="140517"/>
                </a:lnTo>
                <a:lnTo>
                  <a:pt x="39624" y="155448"/>
                </a:lnTo>
                <a:lnTo>
                  <a:pt x="49437" y="178838"/>
                </a:lnTo>
                <a:lnTo>
                  <a:pt x="74676" y="140208"/>
                </a:lnTo>
                <a:lnTo>
                  <a:pt x="120612" y="148982"/>
                </a:lnTo>
                <a:close/>
              </a:path>
              <a:path w="262254" h="546100">
                <a:moveTo>
                  <a:pt x="49437" y="178838"/>
                </a:moveTo>
                <a:lnTo>
                  <a:pt x="39624" y="155448"/>
                </a:lnTo>
                <a:lnTo>
                  <a:pt x="36957" y="140517"/>
                </a:lnTo>
                <a:lnTo>
                  <a:pt x="36957" y="197941"/>
                </a:lnTo>
                <a:lnTo>
                  <a:pt x="49437" y="178838"/>
                </a:lnTo>
                <a:close/>
              </a:path>
              <a:path w="262254" h="546100">
                <a:moveTo>
                  <a:pt x="211412" y="367156"/>
                </a:moveTo>
                <a:lnTo>
                  <a:pt x="120612" y="148982"/>
                </a:lnTo>
                <a:lnTo>
                  <a:pt x="74676" y="140208"/>
                </a:lnTo>
                <a:lnTo>
                  <a:pt x="49437" y="178838"/>
                </a:lnTo>
                <a:lnTo>
                  <a:pt x="140826" y="396671"/>
                </a:lnTo>
                <a:lnTo>
                  <a:pt x="185928" y="405384"/>
                </a:lnTo>
                <a:lnTo>
                  <a:pt x="211412" y="367156"/>
                </a:lnTo>
                <a:close/>
              </a:path>
              <a:path w="262254" h="546100">
                <a:moveTo>
                  <a:pt x="224528" y="527709"/>
                </a:moveTo>
                <a:lnTo>
                  <a:pt x="224528" y="405288"/>
                </a:lnTo>
                <a:lnTo>
                  <a:pt x="221932" y="419862"/>
                </a:lnTo>
                <a:lnTo>
                  <a:pt x="213907" y="432149"/>
                </a:lnTo>
                <a:lnTo>
                  <a:pt x="201168" y="440436"/>
                </a:lnTo>
                <a:lnTo>
                  <a:pt x="186237" y="443984"/>
                </a:lnTo>
                <a:lnTo>
                  <a:pt x="172021" y="441388"/>
                </a:lnTo>
                <a:lnTo>
                  <a:pt x="159805" y="433363"/>
                </a:lnTo>
                <a:lnTo>
                  <a:pt x="150876" y="420624"/>
                </a:lnTo>
                <a:lnTo>
                  <a:pt x="140826" y="396671"/>
                </a:lnTo>
                <a:lnTo>
                  <a:pt x="51816" y="379476"/>
                </a:lnTo>
                <a:lnTo>
                  <a:pt x="224528" y="527709"/>
                </a:lnTo>
                <a:close/>
              </a:path>
              <a:path w="262254" h="546100">
                <a:moveTo>
                  <a:pt x="224528" y="405288"/>
                </a:moveTo>
                <a:lnTo>
                  <a:pt x="220980" y="390144"/>
                </a:lnTo>
                <a:lnTo>
                  <a:pt x="211412" y="367156"/>
                </a:lnTo>
                <a:lnTo>
                  <a:pt x="185928" y="405384"/>
                </a:lnTo>
                <a:lnTo>
                  <a:pt x="140826" y="396671"/>
                </a:lnTo>
                <a:lnTo>
                  <a:pt x="150876" y="420624"/>
                </a:lnTo>
                <a:lnTo>
                  <a:pt x="159805" y="433363"/>
                </a:lnTo>
                <a:lnTo>
                  <a:pt x="172021" y="441388"/>
                </a:lnTo>
                <a:lnTo>
                  <a:pt x="185928" y="443927"/>
                </a:lnTo>
                <a:lnTo>
                  <a:pt x="186237" y="443984"/>
                </a:lnTo>
                <a:lnTo>
                  <a:pt x="201168" y="440436"/>
                </a:lnTo>
                <a:lnTo>
                  <a:pt x="213907" y="432149"/>
                </a:lnTo>
                <a:lnTo>
                  <a:pt x="221932" y="419862"/>
                </a:lnTo>
                <a:lnTo>
                  <a:pt x="224528" y="405288"/>
                </a:lnTo>
                <a:close/>
              </a:path>
              <a:path w="262254" h="546100">
                <a:moveTo>
                  <a:pt x="262128" y="291084"/>
                </a:moveTo>
                <a:lnTo>
                  <a:pt x="211412" y="367156"/>
                </a:lnTo>
                <a:lnTo>
                  <a:pt x="220980" y="390144"/>
                </a:lnTo>
                <a:lnTo>
                  <a:pt x="224528" y="405288"/>
                </a:lnTo>
                <a:lnTo>
                  <a:pt x="224528" y="527709"/>
                </a:lnTo>
                <a:lnTo>
                  <a:pt x="245364" y="545592"/>
                </a:lnTo>
                <a:lnTo>
                  <a:pt x="262128" y="291084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73607" y="3258822"/>
            <a:ext cx="567055" cy="553720"/>
          </a:xfrm>
          <a:custGeom>
            <a:avLst/>
            <a:gdLst/>
            <a:ahLst/>
            <a:cxnLst/>
            <a:rect l="l" t="t" r="r" b="b"/>
            <a:pathLst>
              <a:path w="567054" h="553720">
                <a:moveTo>
                  <a:pt x="243840" y="77724"/>
                </a:moveTo>
                <a:lnTo>
                  <a:pt x="0" y="0"/>
                </a:lnTo>
                <a:lnTo>
                  <a:pt x="70866" y="203578"/>
                </a:lnTo>
                <a:lnTo>
                  <a:pt x="70866" y="106680"/>
                </a:lnTo>
                <a:lnTo>
                  <a:pt x="73723" y="92106"/>
                </a:lnTo>
                <a:lnTo>
                  <a:pt x="82296" y="79248"/>
                </a:lnTo>
                <a:lnTo>
                  <a:pt x="94273" y="70675"/>
                </a:lnTo>
                <a:lnTo>
                  <a:pt x="108394" y="67818"/>
                </a:lnTo>
                <a:lnTo>
                  <a:pt x="122801" y="70675"/>
                </a:lnTo>
                <a:lnTo>
                  <a:pt x="135636" y="79248"/>
                </a:lnTo>
                <a:lnTo>
                  <a:pt x="153991" y="97123"/>
                </a:lnTo>
                <a:lnTo>
                  <a:pt x="243840" y="77724"/>
                </a:lnTo>
                <a:close/>
              </a:path>
              <a:path w="567054" h="553720">
                <a:moveTo>
                  <a:pt x="153991" y="97123"/>
                </a:moveTo>
                <a:lnTo>
                  <a:pt x="135636" y="79248"/>
                </a:lnTo>
                <a:lnTo>
                  <a:pt x="122801" y="70675"/>
                </a:lnTo>
                <a:lnTo>
                  <a:pt x="108394" y="67818"/>
                </a:lnTo>
                <a:lnTo>
                  <a:pt x="94273" y="70675"/>
                </a:lnTo>
                <a:lnTo>
                  <a:pt x="82296" y="79248"/>
                </a:lnTo>
                <a:lnTo>
                  <a:pt x="73723" y="92106"/>
                </a:lnTo>
                <a:lnTo>
                  <a:pt x="70866" y="106680"/>
                </a:lnTo>
                <a:lnTo>
                  <a:pt x="73723" y="121253"/>
                </a:lnTo>
                <a:lnTo>
                  <a:pt x="82296" y="134112"/>
                </a:lnTo>
                <a:lnTo>
                  <a:pt x="100924" y="152252"/>
                </a:lnTo>
                <a:lnTo>
                  <a:pt x="109728" y="106680"/>
                </a:lnTo>
                <a:lnTo>
                  <a:pt x="153991" y="97123"/>
                </a:lnTo>
                <a:close/>
              </a:path>
              <a:path w="567054" h="553720">
                <a:moveTo>
                  <a:pt x="100924" y="152252"/>
                </a:moveTo>
                <a:lnTo>
                  <a:pt x="82296" y="134112"/>
                </a:lnTo>
                <a:lnTo>
                  <a:pt x="73723" y="121253"/>
                </a:lnTo>
                <a:lnTo>
                  <a:pt x="70866" y="106680"/>
                </a:lnTo>
                <a:lnTo>
                  <a:pt x="70866" y="203578"/>
                </a:lnTo>
                <a:lnTo>
                  <a:pt x="83820" y="240792"/>
                </a:lnTo>
                <a:lnTo>
                  <a:pt x="100924" y="152252"/>
                </a:lnTo>
                <a:close/>
              </a:path>
              <a:path w="567054" h="553720">
                <a:moveTo>
                  <a:pt x="465920" y="400878"/>
                </a:moveTo>
                <a:lnTo>
                  <a:pt x="153991" y="97123"/>
                </a:lnTo>
                <a:lnTo>
                  <a:pt x="109728" y="106680"/>
                </a:lnTo>
                <a:lnTo>
                  <a:pt x="100924" y="152252"/>
                </a:lnTo>
                <a:lnTo>
                  <a:pt x="412936" y="456089"/>
                </a:lnTo>
                <a:lnTo>
                  <a:pt x="457200" y="446532"/>
                </a:lnTo>
                <a:lnTo>
                  <a:pt x="465920" y="400878"/>
                </a:lnTo>
                <a:close/>
              </a:path>
              <a:path w="567054" h="553720">
                <a:moveTo>
                  <a:pt x="496062" y="530623"/>
                </a:moveTo>
                <a:lnTo>
                  <a:pt x="496062" y="445198"/>
                </a:lnTo>
                <a:lnTo>
                  <a:pt x="493204" y="459605"/>
                </a:lnTo>
                <a:lnTo>
                  <a:pt x="484632" y="472440"/>
                </a:lnTo>
                <a:lnTo>
                  <a:pt x="472654" y="481036"/>
                </a:lnTo>
                <a:lnTo>
                  <a:pt x="458533" y="484060"/>
                </a:lnTo>
                <a:lnTo>
                  <a:pt x="444126" y="481655"/>
                </a:lnTo>
                <a:lnTo>
                  <a:pt x="431292" y="473964"/>
                </a:lnTo>
                <a:lnTo>
                  <a:pt x="412936" y="456089"/>
                </a:lnTo>
                <a:lnTo>
                  <a:pt x="323088" y="475488"/>
                </a:lnTo>
                <a:lnTo>
                  <a:pt x="496062" y="530623"/>
                </a:lnTo>
                <a:close/>
              </a:path>
              <a:path w="567054" h="553720">
                <a:moveTo>
                  <a:pt x="496062" y="445198"/>
                </a:moveTo>
                <a:lnTo>
                  <a:pt x="493204" y="431077"/>
                </a:lnTo>
                <a:lnTo>
                  <a:pt x="484632" y="419100"/>
                </a:lnTo>
                <a:lnTo>
                  <a:pt x="465920" y="400878"/>
                </a:lnTo>
                <a:lnTo>
                  <a:pt x="457200" y="446532"/>
                </a:lnTo>
                <a:lnTo>
                  <a:pt x="412936" y="456089"/>
                </a:lnTo>
                <a:lnTo>
                  <a:pt x="431292" y="473964"/>
                </a:lnTo>
                <a:lnTo>
                  <a:pt x="444126" y="481655"/>
                </a:lnTo>
                <a:lnTo>
                  <a:pt x="458533" y="484060"/>
                </a:lnTo>
                <a:lnTo>
                  <a:pt x="472654" y="481036"/>
                </a:lnTo>
                <a:lnTo>
                  <a:pt x="484632" y="472440"/>
                </a:lnTo>
                <a:lnTo>
                  <a:pt x="493204" y="459605"/>
                </a:lnTo>
                <a:lnTo>
                  <a:pt x="496062" y="445198"/>
                </a:lnTo>
                <a:close/>
              </a:path>
              <a:path w="567054" h="553720">
                <a:moveTo>
                  <a:pt x="566928" y="553212"/>
                </a:moveTo>
                <a:lnTo>
                  <a:pt x="483108" y="310896"/>
                </a:lnTo>
                <a:lnTo>
                  <a:pt x="465920" y="400878"/>
                </a:lnTo>
                <a:lnTo>
                  <a:pt x="484632" y="419100"/>
                </a:lnTo>
                <a:lnTo>
                  <a:pt x="493204" y="431077"/>
                </a:lnTo>
                <a:lnTo>
                  <a:pt x="496062" y="445198"/>
                </a:lnTo>
                <a:lnTo>
                  <a:pt x="496062" y="530623"/>
                </a:lnTo>
                <a:lnTo>
                  <a:pt x="566928" y="553212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917190" y="3082037"/>
            <a:ext cx="228600" cy="655320"/>
          </a:xfrm>
          <a:custGeom>
            <a:avLst/>
            <a:gdLst/>
            <a:ahLst/>
            <a:cxnLst/>
            <a:rect l="l" t="t" r="r" b="b"/>
            <a:pathLst>
              <a:path w="228600" h="655320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177800"/>
                </a:lnTo>
                <a:lnTo>
                  <a:pt x="76200" y="152400"/>
                </a:lnTo>
                <a:lnTo>
                  <a:pt x="79152" y="137445"/>
                </a:lnTo>
                <a:lnTo>
                  <a:pt x="87249" y="125349"/>
                </a:lnTo>
                <a:lnTo>
                  <a:pt x="99345" y="117252"/>
                </a:lnTo>
                <a:lnTo>
                  <a:pt x="114300" y="114300"/>
                </a:lnTo>
                <a:lnTo>
                  <a:pt x="128611" y="117252"/>
                </a:lnTo>
                <a:lnTo>
                  <a:pt x="140779" y="125349"/>
                </a:lnTo>
                <a:lnTo>
                  <a:pt x="149232" y="137445"/>
                </a:lnTo>
                <a:lnTo>
                  <a:pt x="152400" y="152400"/>
                </a:lnTo>
                <a:lnTo>
                  <a:pt x="152400" y="177800"/>
                </a:lnTo>
                <a:lnTo>
                  <a:pt x="228600" y="228600"/>
                </a:lnTo>
                <a:close/>
              </a:path>
              <a:path w="228600" h="655320">
                <a:moveTo>
                  <a:pt x="228600" y="426720"/>
                </a:moveTo>
                <a:lnTo>
                  <a:pt x="114300" y="502920"/>
                </a:lnTo>
                <a:lnTo>
                  <a:pt x="0" y="426720"/>
                </a:lnTo>
                <a:lnTo>
                  <a:pt x="76200" y="579120"/>
                </a:lnTo>
                <a:lnTo>
                  <a:pt x="76200" y="502920"/>
                </a:lnTo>
                <a:lnTo>
                  <a:pt x="79152" y="517874"/>
                </a:lnTo>
                <a:lnTo>
                  <a:pt x="87249" y="529971"/>
                </a:lnTo>
                <a:lnTo>
                  <a:pt x="99345" y="538067"/>
                </a:lnTo>
                <a:lnTo>
                  <a:pt x="114300" y="541020"/>
                </a:lnTo>
                <a:lnTo>
                  <a:pt x="128611" y="538067"/>
                </a:lnTo>
                <a:lnTo>
                  <a:pt x="140779" y="529971"/>
                </a:lnTo>
                <a:lnTo>
                  <a:pt x="149232" y="517874"/>
                </a:lnTo>
                <a:lnTo>
                  <a:pt x="152400" y="502920"/>
                </a:lnTo>
                <a:lnTo>
                  <a:pt x="152400" y="579120"/>
                </a:lnTo>
                <a:lnTo>
                  <a:pt x="228600" y="426720"/>
                </a:lnTo>
                <a:close/>
              </a:path>
              <a:path w="228600" h="655320">
                <a:moveTo>
                  <a:pt x="152400" y="177800"/>
                </a:moveTo>
                <a:lnTo>
                  <a:pt x="152400" y="152400"/>
                </a:lnTo>
                <a:lnTo>
                  <a:pt x="149232" y="137445"/>
                </a:lnTo>
                <a:lnTo>
                  <a:pt x="140779" y="125349"/>
                </a:lnTo>
                <a:lnTo>
                  <a:pt x="128611" y="117252"/>
                </a:lnTo>
                <a:lnTo>
                  <a:pt x="114300" y="114300"/>
                </a:lnTo>
                <a:lnTo>
                  <a:pt x="99345" y="117252"/>
                </a:lnTo>
                <a:lnTo>
                  <a:pt x="87249" y="125349"/>
                </a:lnTo>
                <a:lnTo>
                  <a:pt x="79152" y="137445"/>
                </a:lnTo>
                <a:lnTo>
                  <a:pt x="76200" y="152400"/>
                </a:lnTo>
                <a:lnTo>
                  <a:pt x="76200" y="177800"/>
                </a:lnTo>
                <a:lnTo>
                  <a:pt x="114300" y="152400"/>
                </a:lnTo>
                <a:lnTo>
                  <a:pt x="152400" y="177800"/>
                </a:lnTo>
                <a:close/>
              </a:path>
              <a:path w="228600" h="655320">
                <a:moveTo>
                  <a:pt x="152400" y="477520"/>
                </a:moveTo>
                <a:lnTo>
                  <a:pt x="152400" y="177800"/>
                </a:lnTo>
                <a:lnTo>
                  <a:pt x="114300" y="152400"/>
                </a:lnTo>
                <a:lnTo>
                  <a:pt x="76200" y="177800"/>
                </a:lnTo>
                <a:lnTo>
                  <a:pt x="76200" y="477520"/>
                </a:lnTo>
                <a:lnTo>
                  <a:pt x="114300" y="502920"/>
                </a:lnTo>
                <a:lnTo>
                  <a:pt x="152400" y="477520"/>
                </a:lnTo>
                <a:close/>
              </a:path>
              <a:path w="228600" h="655320">
                <a:moveTo>
                  <a:pt x="152400" y="579120"/>
                </a:moveTo>
                <a:lnTo>
                  <a:pt x="152400" y="502920"/>
                </a:lnTo>
                <a:lnTo>
                  <a:pt x="149232" y="517874"/>
                </a:lnTo>
                <a:lnTo>
                  <a:pt x="140779" y="529971"/>
                </a:lnTo>
                <a:lnTo>
                  <a:pt x="128611" y="538067"/>
                </a:lnTo>
                <a:lnTo>
                  <a:pt x="114300" y="541020"/>
                </a:lnTo>
                <a:lnTo>
                  <a:pt x="99345" y="538067"/>
                </a:lnTo>
                <a:lnTo>
                  <a:pt x="87249" y="529971"/>
                </a:lnTo>
                <a:lnTo>
                  <a:pt x="79152" y="517874"/>
                </a:lnTo>
                <a:lnTo>
                  <a:pt x="76200" y="502920"/>
                </a:lnTo>
                <a:lnTo>
                  <a:pt x="76200" y="579120"/>
                </a:lnTo>
                <a:lnTo>
                  <a:pt x="114300" y="655320"/>
                </a:lnTo>
                <a:lnTo>
                  <a:pt x="152400" y="579120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825495" y="3269491"/>
            <a:ext cx="506095" cy="467995"/>
          </a:xfrm>
          <a:custGeom>
            <a:avLst/>
            <a:gdLst/>
            <a:ahLst/>
            <a:cxnLst/>
            <a:rect l="l" t="t" r="r" b="b"/>
            <a:pathLst>
              <a:path w="506095" h="467995">
                <a:moveTo>
                  <a:pt x="103986" y="319572"/>
                </a:moveTo>
                <a:lnTo>
                  <a:pt x="89916" y="230124"/>
                </a:lnTo>
                <a:lnTo>
                  <a:pt x="0" y="467868"/>
                </a:lnTo>
                <a:lnTo>
                  <a:pt x="73152" y="446967"/>
                </a:lnTo>
                <a:lnTo>
                  <a:pt x="73152" y="363664"/>
                </a:lnTo>
                <a:lnTo>
                  <a:pt x="76533" y="349448"/>
                </a:lnTo>
                <a:lnTo>
                  <a:pt x="85344" y="336804"/>
                </a:lnTo>
                <a:lnTo>
                  <a:pt x="103986" y="319572"/>
                </a:lnTo>
                <a:close/>
              </a:path>
              <a:path w="506095" h="467995">
                <a:moveTo>
                  <a:pt x="155347" y="376282"/>
                </a:moveTo>
                <a:lnTo>
                  <a:pt x="111252" y="365760"/>
                </a:lnTo>
                <a:lnTo>
                  <a:pt x="103986" y="319572"/>
                </a:lnTo>
                <a:lnTo>
                  <a:pt x="85344" y="336804"/>
                </a:lnTo>
                <a:lnTo>
                  <a:pt x="76533" y="349448"/>
                </a:lnTo>
                <a:lnTo>
                  <a:pt x="73152" y="363664"/>
                </a:lnTo>
                <a:lnTo>
                  <a:pt x="75485" y="378166"/>
                </a:lnTo>
                <a:lnTo>
                  <a:pt x="83820" y="391668"/>
                </a:lnTo>
                <a:lnTo>
                  <a:pt x="95797" y="400264"/>
                </a:lnTo>
                <a:lnTo>
                  <a:pt x="109918" y="403288"/>
                </a:lnTo>
                <a:lnTo>
                  <a:pt x="124325" y="400883"/>
                </a:lnTo>
                <a:lnTo>
                  <a:pt x="137160" y="393192"/>
                </a:lnTo>
                <a:lnTo>
                  <a:pt x="155347" y="376282"/>
                </a:lnTo>
                <a:close/>
              </a:path>
              <a:path w="506095" h="467995">
                <a:moveTo>
                  <a:pt x="245364" y="397764"/>
                </a:moveTo>
                <a:lnTo>
                  <a:pt x="155347" y="376282"/>
                </a:lnTo>
                <a:lnTo>
                  <a:pt x="137160" y="393192"/>
                </a:lnTo>
                <a:lnTo>
                  <a:pt x="124325" y="400883"/>
                </a:lnTo>
                <a:lnTo>
                  <a:pt x="83820" y="391668"/>
                </a:lnTo>
                <a:lnTo>
                  <a:pt x="73152" y="363664"/>
                </a:lnTo>
                <a:lnTo>
                  <a:pt x="73152" y="446967"/>
                </a:lnTo>
                <a:lnTo>
                  <a:pt x="245364" y="397764"/>
                </a:lnTo>
                <a:close/>
              </a:path>
              <a:path w="506095" h="467995">
                <a:moveTo>
                  <a:pt x="400698" y="148172"/>
                </a:moveTo>
                <a:lnTo>
                  <a:pt x="393192" y="103632"/>
                </a:lnTo>
                <a:lnTo>
                  <a:pt x="349116" y="92993"/>
                </a:lnTo>
                <a:lnTo>
                  <a:pt x="103986" y="319572"/>
                </a:lnTo>
                <a:lnTo>
                  <a:pt x="111252" y="365760"/>
                </a:lnTo>
                <a:lnTo>
                  <a:pt x="155347" y="376282"/>
                </a:lnTo>
                <a:lnTo>
                  <a:pt x="400698" y="148172"/>
                </a:lnTo>
                <a:close/>
              </a:path>
              <a:path w="506095" h="467995">
                <a:moveTo>
                  <a:pt x="505968" y="0"/>
                </a:moveTo>
                <a:lnTo>
                  <a:pt x="260604" y="71628"/>
                </a:lnTo>
                <a:lnTo>
                  <a:pt x="349116" y="92993"/>
                </a:lnTo>
                <a:lnTo>
                  <a:pt x="367284" y="76200"/>
                </a:lnTo>
                <a:lnTo>
                  <a:pt x="380785" y="67865"/>
                </a:lnTo>
                <a:lnTo>
                  <a:pt x="422148" y="77724"/>
                </a:lnTo>
                <a:lnTo>
                  <a:pt x="431482" y="104965"/>
                </a:lnTo>
                <a:lnTo>
                  <a:pt x="431482" y="198207"/>
                </a:lnTo>
                <a:lnTo>
                  <a:pt x="505968" y="0"/>
                </a:lnTo>
                <a:close/>
              </a:path>
              <a:path w="506095" h="467995">
                <a:moveTo>
                  <a:pt x="431482" y="104965"/>
                </a:moveTo>
                <a:lnTo>
                  <a:pt x="429601" y="90558"/>
                </a:lnTo>
                <a:lnTo>
                  <a:pt x="422148" y="77724"/>
                </a:lnTo>
                <a:lnTo>
                  <a:pt x="409503" y="68913"/>
                </a:lnTo>
                <a:lnTo>
                  <a:pt x="395287" y="65532"/>
                </a:lnTo>
                <a:lnTo>
                  <a:pt x="380785" y="67865"/>
                </a:lnTo>
                <a:lnTo>
                  <a:pt x="367284" y="76200"/>
                </a:lnTo>
                <a:lnTo>
                  <a:pt x="349116" y="92993"/>
                </a:lnTo>
                <a:lnTo>
                  <a:pt x="393192" y="103632"/>
                </a:lnTo>
                <a:lnTo>
                  <a:pt x="400698" y="148172"/>
                </a:lnTo>
                <a:lnTo>
                  <a:pt x="419100" y="131064"/>
                </a:lnTo>
                <a:lnTo>
                  <a:pt x="427934" y="119086"/>
                </a:lnTo>
                <a:lnTo>
                  <a:pt x="431482" y="104965"/>
                </a:lnTo>
                <a:close/>
              </a:path>
              <a:path w="506095" h="467995">
                <a:moveTo>
                  <a:pt x="431482" y="198207"/>
                </a:moveTo>
                <a:lnTo>
                  <a:pt x="431482" y="104965"/>
                </a:lnTo>
                <a:lnTo>
                  <a:pt x="427934" y="119086"/>
                </a:lnTo>
                <a:lnTo>
                  <a:pt x="419100" y="131064"/>
                </a:lnTo>
                <a:lnTo>
                  <a:pt x="400698" y="148172"/>
                </a:lnTo>
                <a:lnTo>
                  <a:pt x="416052" y="239268"/>
                </a:lnTo>
                <a:lnTo>
                  <a:pt x="431482" y="198207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565400" y="3921252"/>
            <a:ext cx="1392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 marR="5080" indent="-68580"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Esquema</a:t>
            </a:r>
            <a:r>
              <a:rPr b="1" spc="-45" dirty="0">
                <a:latin typeface="Courier New"/>
                <a:cs typeface="Courier New"/>
              </a:rPr>
              <a:t> </a:t>
            </a:r>
            <a:r>
              <a:rPr b="1" spc="-25" dirty="0">
                <a:latin typeface="Courier New"/>
                <a:cs typeface="Courier New"/>
              </a:rPr>
              <a:t>de </a:t>
            </a:r>
            <a:r>
              <a:rPr b="1" spc="-10" dirty="0">
                <a:latin typeface="Courier New"/>
                <a:cs typeface="Courier New"/>
              </a:rPr>
              <a:t>Conversão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28766" y="1828800"/>
            <a:ext cx="1663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 marR="5080" indent="-204470"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Programas</a:t>
            </a:r>
            <a:r>
              <a:rPr b="1" spc="-60" dirty="0">
                <a:latin typeface="Courier New"/>
                <a:cs typeface="Courier New"/>
              </a:rPr>
              <a:t> </a:t>
            </a:r>
            <a:r>
              <a:rPr b="1" spc="-35" dirty="0">
                <a:latin typeface="Courier New"/>
                <a:cs typeface="Courier New"/>
              </a:rPr>
              <a:t>de </a:t>
            </a:r>
            <a:r>
              <a:rPr b="1" spc="-10" dirty="0">
                <a:latin typeface="Courier New"/>
                <a:cs typeface="Courier New"/>
              </a:rPr>
              <a:t>Aplicação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75654" y="6039611"/>
            <a:ext cx="1120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 marR="5080" indent="-204470"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Banco</a:t>
            </a:r>
            <a:r>
              <a:rPr b="1" spc="-30" dirty="0">
                <a:latin typeface="Courier New"/>
                <a:cs typeface="Courier New"/>
              </a:rPr>
              <a:t> </a:t>
            </a:r>
            <a:r>
              <a:rPr b="1" spc="-25" dirty="0">
                <a:latin typeface="Courier New"/>
                <a:cs typeface="Courier New"/>
              </a:rPr>
              <a:t>de </a:t>
            </a:r>
            <a:r>
              <a:rPr b="1" spc="-20" dirty="0">
                <a:latin typeface="Courier New"/>
                <a:cs typeface="Courier New"/>
              </a:rPr>
              <a:t>Dados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070092" y="3715513"/>
            <a:ext cx="2667635" cy="107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 algn="ctr">
              <a:spcBef>
                <a:spcPts val="100"/>
              </a:spcBef>
            </a:pPr>
            <a:r>
              <a:rPr sz="2300" dirty="0">
                <a:solidFill>
                  <a:srgbClr val="007E00"/>
                </a:solidFill>
                <a:latin typeface="Arial MT"/>
                <a:cs typeface="Arial MT"/>
              </a:rPr>
              <a:t>Esquema</a:t>
            </a:r>
            <a:r>
              <a:rPr sz="2300" spc="-35" dirty="0">
                <a:solidFill>
                  <a:srgbClr val="007E00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07E00"/>
                </a:solidFill>
                <a:latin typeface="Arial MT"/>
                <a:cs typeface="Arial MT"/>
              </a:rPr>
              <a:t>de</a:t>
            </a:r>
            <a:r>
              <a:rPr sz="2300" spc="-35" dirty="0">
                <a:solidFill>
                  <a:srgbClr val="007E00"/>
                </a:solidFill>
                <a:latin typeface="Arial MT"/>
                <a:cs typeface="Arial MT"/>
              </a:rPr>
              <a:t> </a:t>
            </a:r>
            <a:r>
              <a:rPr sz="2300" spc="-20" dirty="0">
                <a:solidFill>
                  <a:srgbClr val="007E00"/>
                </a:solidFill>
                <a:latin typeface="Arial MT"/>
                <a:cs typeface="Arial MT"/>
              </a:rPr>
              <a:t>Dados </a:t>
            </a:r>
            <a:r>
              <a:rPr sz="2300" dirty="0">
                <a:solidFill>
                  <a:srgbClr val="007E00"/>
                </a:solidFill>
                <a:latin typeface="Arial MT"/>
                <a:cs typeface="Arial MT"/>
              </a:rPr>
              <a:t>segundo</a:t>
            </a:r>
            <a:r>
              <a:rPr sz="2300" spc="-30" dirty="0">
                <a:solidFill>
                  <a:srgbClr val="007E00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07E00"/>
                </a:solidFill>
                <a:latin typeface="Arial MT"/>
                <a:cs typeface="Arial MT"/>
              </a:rPr>
              <a:t>um</a:t>
            </a:r>
            <a:r>
              <a:rPr sz="2300" spc="-25" dirty="0">
                <a:solidFill>
                  <a:srgbClr val="007E00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07E00"/>
                </a:solidFill>
                <a:latin typeface="Arial MT"/>
                <a:cs typeface="Arial MT"/>
              </a:rPr>
              <a:t>Modelo </a:t>
            </a:r>
            <a:r>
              <a:rPr sz="2300" dirty="0">
                <a:solidFill>
                  <a:srgbClr val="007E00"/>
                </a:solidFill>
                <a:latin typeface="Arial MT"/>
                <a:cs typeface="Arial MT"/>
              </a:rPr>
              <a:t>de</a:t>
            </a:r>
            <a:r>
              <a:rPr sz="2300" spc="-10" dirty="0">
                <a:solidFill>
                  <a:srgbClr val="007E00"/>
                </a:solidFill>
                <a:latin typeface="Arial MT"/>
                <a:cs typeface="Arial MT"/>
              </a:rPr>
              <a:t> Dados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511038" y="2012190"/>
            <a:ext cx="228600" cy="1452880"/>
          </a:xfrm>
          <a:custGeom>
            <a:avLst/>
            <a:gdLst/>
            <a:ahLst/>
            <a:cxnLst/>
            <a:rect l="l" t="t" r="r" b="b"/>
            <a:pathLst>
              <a:path w="228600" h="1452879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177800"/>
                </a:lnTo>
                <a:lnTo>
                  <a:pt x="76200" y="152400"/>
                </a:lnTo>
                <a:lnTo>
                  <a:pt x="79152" y="137445"/>
                </a:lnTo>
                <a:lnTo>
                  <a:pt x="87249" y="125349"/>
                </a:lnTo>
                <a:lnTo>
                  <a:pt x="99345" y="117252"/>
                </a:lnTo>
                <a:lnTo>
                  <a:pt x="114300" y="114300"/>
                </a:lnTo>
                <a:lnTo>
                  <a:pt x="129254" y="117252"/>
                </a:lnTo>
                <a:lnTo>
                  <a:pt x="141351" y="125349"/>
                </a:lnTo>
                <a:lnTo>
                  <a:pt x="149447" y="137445"/>
                </a:lnTo>
                <a:lnTo>
                  <a:pt x="152400" y="152400"/>
                </a:lnTo>
                <a:lnTo>
                  <a:pt x="152400" y="177800"/>
                </a:lnTo>
                <a:lnTo>
                  <a:pt x="228600" y="228600"/>
                </a:lnTo>
                <a:close/>
              </a:path>
              <a:path w="228600" h="1452879">
                <a:moveTo>
                  <a:pt x="228600" y="1223772"/>
                </a:moveTo>
                <a:lnTo>
                  <a:pt x="114300" y="1299972"/>
                </a:lnTo>
                <a:lnTo>
                  <a:pt x="0" y="1223772"/>
                </a:lnTo>
                <a:lnTo>
                  <a:pt x="76200" y="1376172"/>
                </a:lnTo>
                <a:lnTo>
                  <a:pt x="76200" y="1299972"/>
                </a:lnTo>
                <a:lnTo>
                  <a:pt x="79152" y="1314926"/>
                </a:lnTo>
                <a:lnTo>
                  <a:pt x="87249" y="1327023"/>
                </a:lnTo>
                <a:lnTo>
                  <a:pt x="99345" y="1335119"/>
                </a:lnTo>
                <a:lnTo>
                  <a:pt x="114300" y="1338072"/>
                </a:lnTo>
                <a:lnTo>
                  <a:pt x="129254" y="1335119"/>
                </a:lnTo>
                <a:lnTo>
                  <a:pt x="141351" y="1327023"/>
                </a:lnTo>
                <a:lnTo>
                  <a:pt x="149447" y="1314926"/>
                </a:lnTo>
                <a:lnTo>
                  <a:pt x="152400" y="1299972"/>
                </a:lnTo>
                <a:lnTo>
                  <a:pt x="152400" y="1376172"/>
                </a:lnTo>
                <a:lnTo>
                  <a:pt x="228600" y="1223772"/>
                </a:lnTo>
                <a:close/>
              </a:path>
              <a:path w="228600" h="1452879">
                <a:moveTo>
                  <a:pt x="152400" y="177800"/>
                </a:moveTo>
                <a:lnTo>
                  <a:pt x="152400" y="152400"/>
                </a:lnTo>
                <a:lnTo>
                  <a:pt x="149447" y="137445"/>
                </a:lnTo>
                <a:lnTo>
                  <a:pt x="141351" y="125349"/>
                </a:lnTo>
                <a:lnTo>
                  <a:pt x="129254" y="117252"/>
                </a:lnTo>
                <a:lnTo>
                  <a:pt x="114300" y="114300"/>
                </a:lnTo>
                <a:lnTo>
                  <a:pt x="99345" y="117252"/>
                </a:lnTo>
                <a:lnTo>
                  <a:pt x="87249" y="125349"/>
                </a:lnTo>
                <a:lnTo>
                  <a:pt x="79152" y="137445"/>
                </a:lnTo>
                <a:lnTo>
                  <a:pt x="76200" y="152400"/>
                </a:lnTo>
                <a:lnTo>
                  <a:pt x="76200" y="177800"/>
                </a:lnTo>
                <a:lnTo>
                  <a:pt x="114300" y="152400"/>
                </a:lnTo>
                <a:lnTo>
                  <a:pt x="152400" y="177800"/>
                </a:lnTo>
                <a:close/>
              </a:path>
              <a:path w="228600" h="1452879">
                <a:moveTo>
                  <a:pt x="152400" y="1274572"/>
                </a:moveTo>
                <a:lnTo>
                  <a:pt x="152400" y="177800"/>
                </a:lnTo>
                <a:lnTo>
                  <a:pt x="114300" y="152400"/>
                </a:lnTo>
                <a:lnTo>
                  <a:pt x="76200" y="177800"/>
                </a:lnTo>
                <a:lnTo>
                  <a:pt x="76200" y="1274572"/>
                </a:lnTo>
                <a:lnTo>
                  <a:pt x="114300" y="1299972"/>
                </a:lnTo>
                <a:lnTo>
                  <a:pt x="152400" y="1274572"/>
                </a:lnTo>
                <a:close/>
              </a:path>
              <a:path w="228600" h="1452879">
                <a:moveTo>
                  <a:pt x="152400" y="1376172"/>
                </a:moveTo>
                <a:lnTo>
                  <a:pt x="152400" y="1299972"/>
                </a:lnTo>
                <a:lnTo>
                  <a:pt x="149447" y="1314926"/>
                </a:lnTo>
                <a:lnTo>
                  <a:pt x="141351" y="1327023"/>
                </a:lnTo>
                <a:lnTo>
                  <a:pt x="129254" y="1335119"/>
                </a:lnTo>
                <a:lnTo>
                  <a:pt x="114300" y="1338072"/>
                </a:lnTo>
                <a:lnTo>
                  <a:pt x="99345" y="1335119"/>
                </a:lnTo>
                <a:lnTo>
                  <a:pt x="87249" y="1327023"/>
                </a:lnTo>
                <a:lnTo>
                  <a:pt x="79152" y="1314926"/>
                </a:lnTo>
                <a:lnTo>
                  <a:pt x="76200" y="1299972"/>
                </a:lnTo>
                <a:lnTo>
                  <a:pt x="76200" y="1376172"/>
                </a:lnTo>
                <a:lnTo>
                  <a:pt x="114300" y="1452372"/>
                </a:lnTo>
                <a:lnTo>
                  <a:pt x="152400" y="1376172"/>
                </a:lnTo>
                <a:close/>
              </a:path>
            </a:pathLst>
          </a:custGeom>
          <a:solidFill>
            <a:srgbClr val="00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511038" y="5020566"/>
            <a:ext cx="228600" cy="1454150"/>
          </a:xfrm>
          <a:custGeom>
            <a:avLst/>
            <a:gdLst/>
            <a:ahLst/>
            <a:cxnLst/>
            <a:rect l="l" t="t" r="r" b="b"/>
            <a:pathLst>
              <a:path w="228600" h="1454150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177800"/>
                </a:lnTo>
                <a:lnTo>
                  <a:pt x="76200" y="152400"/>
                </a:lnTo>
                <a:lnTo>
                  <a:pt x="79152" y="137445"/>
                </a:lnTo>
                <a:lnTo>
                  <a:pt x="87249" y="125349"/>
                </a:lnTo>
                <a:lnTo>
                  <a:pt x="99345" y="117252"/>
                </a:lnTo>
                <a:lnTo>
                  <a:pt x="114300" y="114300"/>
                </a:lnTo>
                <a:lnTo>
                  <a:pt x="129254" y="117252"/>
                </a:lnTo>
                <a:lnTo>
                  <a:pt x="141351" y="125349"/>
                </a:lnTo>
                <a:lnTo>
                  <a:pt x="149447" y="137445"/>
                </a:lnTo>
                <a:lnTo>
                  <a:pt x="152400" y="152400"/>
                </a:lnTo>
                <a:lnTo>
                  <a:pt x="152400" y="177800"/>
                </a:lnTo>
                <a:lnTo>
                  <a:pt x="228600" y="228600"/>
                </a:lnTo>
                <a:close/>
              </a:path>
              <a:path w="228600" h="1454150">
                <a:moveTo>
                  <a:pt x="228600" y="1225296"/>
                </a:moveTo>
                <a:lnTo>
                  <a:pt x="114300" y="1301496"/>
                </a:lnTo>
                <a:lnTo>
                  <a:pt x="0" y="1225296"/>
                </a:lnTo>
                <a:lnTo>
                  <a:pt x="76200" y="1377696"/>
                </a:lnTo>
                <a:lnTo>
                  <a:pt x="76200" y="1301496"/>
                </a:lnTo>
                <a:lnTo>
                  <a:pt x="79152" y="1316450"/>
                </a:lnTo>
                <a:lnTo>
                  <a:pt x="87249" y="1328547"/>
                </a:lnTo>
                <a:lnTo>
                  <a:pt x="99345" y="1336643"/>
                </a:lnTo>
                <a:lnTo>
                  <a:pt x="114300" y="1339596"/>
                </a:lnTo>
                <a:lnTo>
                  <a:pt x="129254" y="1336643"/>
                </a:lnTo>
                <a:lnTo>
                  <a:pt x="141351" y="1328547"/>
                </a:lnTo>
                <a:lnTo>
                  <a:pt x="149447" y="1316450"/>
                </a:lnTo>
                <a:lnTo>
                  <a:pt x="152400" y="1301496"/>
                </a:lnTo>
                <a:lnTo>
                  <a:pt x="152400" y="1377696"/>
                </a:lnTo>
                <a:lnTo>
                  <a:pt x="228600" y="1225296"/>
                </a:lnTo>
                <a:close/>
              </a:path>
              <a:path w="228600" h="1454150">
                <a:moveTo>
                  <a:pt x="152400" y="177800"/>
                </a:moveTo>
                <a:lnTo>
                  <a:pt x="152400" y="152400"/>
                </a:lnTo>
                <a:lnTo>
                  <a:pt x="149447" y="137445"/>
                </a:lnTo>
                <a:lnTo>
                  <a:pt x="141351" y="125349"/>
                </a:lnTo>
                <a:lnTo>
                  <a:pt x="129254" y="117252"/>
                </a:lnTo>
                <a:lnTo>
                  <a:pt x="114300" y="114300"/>
                </a:lnTo>
                <a:lnTo>
                  <a:pt x="99345" y="117252"/>
                </a:lnTo>
                <a:lnTo>
                  <a:pt x="87249" y="125349"/>
                </a:lnTo>
                <a:lnTo>
                  <a:pt x="79152" y="137445"/>
                </a:lnTo>
                <a:lnTo>
                  <a:pt x="76200" y="152400"/>
                </a:lnTo>
                <a:lnTo>
                  <a:pt x="76200" y="177800"/>
                </a:lnTo>
                <a:lnTo>
                  <a:pt x="114300" y="152400"/>
                </a:lnTo>
                <a:lnTo>
                  <a:pt x="152400" y="177800"/>
                </a:lnTo>
                <a:close/>
              </a:path>
              <a:path w="228600" h="1454150">
                <a:moveTo>
                  <a:pt x="152400" y="1276096"/>
                </a:moveTo>
                <a:lnTo>
                  <a:pt x="152400" y="177800"/>
                </a:lnTo>
                <a:lnTo>
                  <a:pt x="114300" y="152400"/>
                </a:lnTo>
                <a:lnTo>
                  <a:pt x="76200" y="177800"/>
                </a:lnTo>
                <a:lnTo>
                  <a:pt x="76200" y="1276096"/>
                </a:lnTo>
                <a:lnTo>
                  <a:pt x="114300" y="1301496"/>
                </a:lnTo>
                <a:lnTo>
                  <a:pt x="152400" y="1276096"/>
                </a:lnTo>
                <a:close/>
              </a:path>
              <a:path w="228600" h="1454150">
                <a:moveTo>
                  <a:pt x="152400" y="1377696"/>
                </a:moveTo>
                <a:lnTo>
                  <a:pt x="152400" y="1301496"/>
                </a:lnTo>
                <a:lnTo>
                  <a:pt x="149447" y="1316450"/>
                </a:lnTo>
                <a:lnTo>
                  <a:pt x="141351" y="1328547"/>
                </a:lnTo>
                <a:lnTo>
                  <a:pt x="129254" y="1336643"/>
                </a:lnTo>
                <a:lnTo>
                  <a:pt x="114300" y="1339596"/>
                </a:lnTo>
                <a:lnTo>
                  <a:pt x="99345" y="1336643"/>
                </a:lnTo>
                <a:lnTo>
                  <a:pt x="87249" y="1328547"/>
                </a:lnTo>
                <a:lnTo>
                  <a:pt x="79152" y="1316450"/>
                </a:lnTo>
                <a:lnTo>
                  <a:pt x="76200" y="1301496"/>
                </a:lnTo>
                <a:lnTo>
                  <a:pt x="76200" y="1377696"/>
                </a:lnTo>
                <a:lnTo>
                  <a:pt x="114300" y="1453896"/>
                </a:lnTo>
                <a:lnTo>
                  <a:pt x="152400" y="1377696"/>
                </a:lnTo>
                <a:close/>
              </a:path>
            </a:pathLst>
          </a:custGeom>
          <a:solidFill>
            <a:srgbClr val="00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054596" y="2624328"/>
            <a:ext cx="14738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10" dirty="0">
                <a:solidFill>
                  <a:srgbClr val="FF0000"/>
                </a:solidFill>
                <a:latin typeface="Arial MT"/>
                <a:cs typeface="Arial MT"/>
              </a:rPr>
              <a:t>Tradução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989063" y="5605271"/>
            <a:ext cx="14738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10" dirty="0">
                <a:solidFill>
                  <a:srgbClr val="FF0000"/>
                </a:solidFill>
                <a:latin typeface="Arial MT"/>
                <a:cs typeface="Arial MT"/>
              </a:rPr>
              <a:t>Tradução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898903" y="2659889"/>
            <a:ext cx="17145" cy="0"/>
          </a:xfrm>
          <a:custGeom>
            <a:avLst/>
            <a:gdLst/>
            <a:ahLst/>
            <a:cxnLst/>
            <a:rect l="l" t="t" r="r" b="b"/>
            <a:pathLst>
              <a:path w="17145">
                <a:moveTo>
                  <a:pt x="7619" y="0"/>
                </a:moveTo>
                <a:lnTo>
                  <a:pt x="4571" y="0"/>
                </a:lnTo>
                <a:lnTo>
                  <a:pt x="0" y="0"/>
                </a:lnTo>
                <a:lnTo>
                  <a:pt x="0" y="0"/>
                </a:lnTo>
                <a:lnTo>
                  <a:pt x="4571" y="0"/>
                </a:lnTo>
                <a:lnTo>
                  <a:pt x="16763" y="0"/>
                </a:lnTo>
                <a:lnTo>
                  <a:pt x="12191" y="0"/>
                </a:lnTo>
                <a:lnTo>
                  <a:pt x="7619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530093" y="2652270"/>
            <a:ext cx="15240" cy="0"/>
          </a:xfrm>
          <a:custGeom>
            <a:avLst/>
            <a:gdLst/>
            <a:ahLst/>
            <a:cxnLst/>
            <a:rect l="l" t="t" r="r" b="b"/>
            <a:pathLst>
              <a:path w="15239">
                <a:moveTo>
                  <a:pt x="7619" y="0"/>
                </a:moveTo>
                <a:lnTo>
                  <a:pt x="3047" y="0"/>
                </a:lnTo>
                <a:lnTo>
                  <a:pt x="0" y="0"/>
                </a:lnTo>
                <a:lnTo>
                  <a:pt x="0" y="0"/>
                </a:lnTo>
                <a:lnTo>
                  <a:pt x="3047" y="0"/>
                </a:lnTo>
                <a:lnTo>
                  <a:pt x="15239" y="0"/>
                </a:lnTo>
                <a:lnTo>
                  <a:pt x="12191" y="0"/>
                </a:lnTo>
                <a:lnTo>
                  <a:pt x="7619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249422" y="2652270"/>
            <a:ext cx="17145" cy="0"/>
          </a:xfrm>
          <a:custGeom>
            <a:avLst/>
            <a:gdLst/>
            <a:ahLst/>
            <a:cxnLst/>
            <a:rect l="l" t="t" r="r" b="b"/>
            <a:pathLst>
              <a:path w="17145">
                <a:moveTo>
                  <a:pt x="9143" y="0"/>
                </a:moveTo>
                <a:lnTo>
                  <a:pt x="4571" y="0"/>
                </a:lnTo>
                <a:lnTo>
                  <a:pt x="0" y="0"/>
                </a:lnTo>
                <a:lnTo>
                  <a:pt x="0" y="0"/>
                </a:lnTo>
                <a:lnTo>
                  <a:pt x="4571" y="0"/>
                </a:lnTo>
                <a:lnTo>
                  <a:pt x="16763" y="0"/>
                </a:lnTo>
                <a:lnTo>
                  <a:pt x="13715" y="0"/>
                </a:lnTo>
                <a:lnTo>
                  <a:pt x="9143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63285" y="1066800"/>
            <a:ext cx="8853170" cy="2621280"/>
            <a:chOff x="583685" y="1447793"/>
            <a:chExt cx="8853170" cy="2621280"/>
          </a:xfrm>
        </p:grpSpPr>
        <p:sp>
          <p:nvSpPr>
            <p:cNvPr id="3" name="object 3"/>
            <p:cNvSpPr/>
            <p:nvPr/>
          </p:nvSpPr>
          <p:spPr>
            <a:xfrm>
              <a:off x="6829043" y="2231135"/>
              <a:ext cx="2569845" cy="1800225"/>
            </a:xfrm>
            <a:custGeom>
              <a:avLst/>
              <a:gdLst/>
              <a:ahLst/>
              <a:cxnLst/>
              <a:rect l="l" t="t" r="r" b="b"/>
              <a:pathLst>
                <a:path w="2569845" h="1800225">
                  <a:moveTo>
                    <a:pt x="2569463" y="899159"/>
                  </a:moveTo>
                  <a:lnTo>
                    <a:pt x="2568275" y="860138"/>
                  </a:lnTo>
                  <a:lnTo>
                    <a:pt x="2564741" y="821544"/>
                  </a:lnTo>
                  <a:lnTo>
                    <a:pt x="2558910" y="783409"/>
                  </a:lnTo>
                  <a:lnTo>
                    <a:pt x="2550831" y="745768"/>
                  </a:lnTo>
                  <a:lnTo>
                    <a:pt x="2540553" y="708654"/>
                  </a:lnTo>
                  <a:lnTo>
                    <a:pt x="2528123" y="672101"/>
                  </a:lnTo>
                  <a:lnTo>
                    <a:pt x="2513591" y="636142"/>
                  </a:lnTo>
                  <a:lnTo>
                    <a:pt x="2497005" y="600812"/>
                  </a:lnTo>
                  <a:lnTo>
                    <a:pt x="2478412" y="566144"/>
                  </a:lnTo>
                  <a:lnTo>
                    <a:pt x="2457863" y="532171"/>
                  </a:lnTo>
                  <a:lnTo>
                    <a:pt x="2435405" y="498927"/>
                  </a:lnTo>
                  <a:lnTo>
                    <a:pt x="2411087" y="466447"/>
                  </a:lnTo>
                  <a:lnTo>
                    <a:pt x="2384956" y="434762"/>
                  </a:lnTo>
                  <a:lnTo>
                    <a:pt x="2357063" y="403909"/>
                  </a:lnTo>
                  <a:lnTo>
                    <a:pt x="2327455" y="373919"/>
                  </a:lnTo>
                  <a:lnTo>
                    <a:pt x="2296181" y="344826"/>
                  </a:lnTo>
                  <a:lnTo>
                    <a:pt x="2263289" y="316665"/>
                  </a:lnTo>
                  <a:lnTo>
                    <a:pt x="2228827" y="289468"/>
                  </a:lnTo>
                  <a:lnTo>
                    <a:pt x="2192845" y="263270"/>
                  </a:lnTo>
                  <a:lnTo>
                    <a:pt x="2155390" y="238105"/>
                  </a:lnTo>
                  <a:lnTo>
                    <a:pt x="2116512" y="214005"/>
                  </a:lnTo>
                  <a:lnTo>
                    <a:pt x="2076259" y="191005"/>
                  </a:lnTo>
                  <a:lnTo>
                    <a:pt x="2034678" y="169137"/>
                  </a:lnTo>
                  <a:lnTo>
                    <a:pt x="1991820" y="148437"/>
                  </a:lnTo>
                  <a:lnTo>
                    <a:pt x="1947731" y="128937"/>
                  </a:lnTo>
                  <a:lnTo>
                    <a:pt x="1902461" y="110671"/>
                  </a:lnTo>
                  <a:lnTo>
                    <a:pt x="1856059" y="93673"/>
                  </a:lnTo>
                  <a:lnTo>
                    <a:pt x="1808572" y="77977"/>
                  </a:lnTo>
                  <a:lnTo>
                    <a:pt x="1760049" y="63616"/>
                  </a:lnTo>
                  <a:lnTo>
                    <a:pt x="1710539" y="50623"/>
                  </a:lnTo>
                  <a:lnTo>
                    <a:pt x="1660090" y="39033"/>
                  </a:lnTo>
                  <a:lnTo>
                    <a:pt x="1608750" y="28879"/>
                  </a:lnTo>
                  <a:lnTo>
                    <a:pt x="1556569" y="20195"/>
                  </a:lnTo>
                  <a:lnTo>
                    <a:pt x="1503594" y="13014"/>
                  </a:lnTo>
                  <a:lnTo>
                    <a:pt x="1449875" y="7371"/>
                  </a:lnTo>
                  <a:lnTo>
                    <a:pt x="1395459" y="3298"/>
                  </a:lnTo>
                  <a:lnTo>
                    <a:pt x="1340395" y="830"/>
                  </a:lnTo>
                  <a:lnTo>
                    <a:pt x="1284731" y="0"/>
                  </a:lnTo>
                  <a:lnTo>
                    <a:pt x="1228954" y="830"/>
                  </a:lnTo>
                  <a:lnTo>
                    <a:pt x="1173788" y="3298"/>
                  </a:lnTo>
                  <a:lnTo>
                    <a:pt x="1119282" y="7371"/>
                  </a:lnTo>
                  <a:lnTo>
                    <a:pt x="1065483" y="13014"/>
                  </a:lnTo>
                  <a:lnTo>
                    <a:pt x="1012440" y="20195"/>
                  </a:lnTo>
                  <a:lnTo>
                    <a:pt x="960201" y="28879"/>
                  </a:lnTo>
                  <a:lnTo>
                    <a:pt x="908813" y="39033"/>
                  </a:lnTo>
                  <a:lnTo>
                    <a:pt x="858324" y="50623"/>
                  </a:lnTo>
                  <a:lnTo>
                    <a:pt x="808783" y="63616"/>
                  </a:lnTo>
                  <a:lnTo>
                    <a:pt x="760238" y="77977"/>
                  </a:lnTo>
                  <a:lnTo>
                    <a:pt x="712736" y="93673"/>
                  </a:lnTo>
                  <a:lnTo>
                    <a:pt x="666326" y="110671"/>
                  </a:lnTo>
                  <a:lnTo>
                    <a:pt x="621055" y="128937"/>
                  </a:lnTo>
                  <a:lnTo>
                    <a:pt x="576971" y="148437"/>
                  </a:lnTo>
                  <a:lnTo>
                    <a:pt x="534123" y="169137"/>
                  </a:lnTo>
                  <a:lnTo>
                    <a:pt x="492559" y="191005"/>
                  </a:lnTo>
                  <a:lnTo>
                    <a:pt x="452326" y="214005"/>
                  </a:lnTo>
                  <a:lnTo>
                    <a:pt x="413473" y="238105"/>
                  </a:lnTo>
                  <a:lnTo>
                    <a:pt x="376046" y="263270"/>
                  </a:lnTo>
                  <a:lnTo>
                    <a:pt x="340096" y="289468"/>
                  </a:lnTo>
                  <a:lnTo>
                    <a:pt x="305669" y="316665"/>
                  </a:lnTo>
                  <a:lnTo>
                    <a:pt x="272813" y="344826"/>
                  </a:lnTo>
                  <a:lnTo>
                    <a:pt x="241577" y="373919"/>
                  </a:lnTo>
                  <a:lnTo>
                    <a:pt x="212008" y="403909"/>
                  </a:lnTo>
                  <a:lnTo>
                    <a:pt x="184154" y="434762"/>
                  </a:lnTo>
                  <a:lnTo>
                    <a:pt x="158064" y="466447"/>
                  </a:lnTo>
                  <a:lnTo>
                    <a:pt x="133786" y="498927"/>
                  </a:lnTo>
                  <a:lnTo>
                    <a:pt x="111367" y="532171"/>
                  </a:lnTo>
                  <a:lnTo>
                    <a:pt x="90855" y="566144"/>
                  </a:lnTo>
                  <a:lnTo>
                    <a:pt x="72298" y="600812"/>
                  </a:lnTo>
                  <a:lnTo>
                    <a:pt x="55745" y="636142"/>
                  </a:lnTo>
                  <a:lnTo>
                    <a:pt x="41243" y="672101"/>
                  </a:lnTo>
                  <a:lnTo>
                    <a:pt x="28841" y="708654"/>
                  </a:lnTo>
                  <a:lnTo>
                    <a:pt x="18586" y="745768"/>
                  </a:lnTo>
                  <a:lnTo>
                    <a:pt x="10526" y="783409"/>
                  </a:lnTo>
                  <a:lnTo>
                    <a:pt x="4710" y="821544"/>
                  </a:lnTo>
                  <a:lnTo>
                    <a:pt x="1185" y="860138"/>
                  </a:lnTo>
                  <a:lnTo>
                    <a:pt x="0" y="899159"/>
                  </a:lnTo>
                  <a:lnTo>
                    <a:pt x="1185" y="938184"/>
                  </a:lnTo>
                  <a:lnTo>
                    <a:pt x="4710" y="976787"/>
                  </a:lnTo>
                  <a:lnTo>
                    <a:pt x="10526" y="1014937"/>
                  </a:lnTo>
                  <a:lnTo>
                    <a:pt x="18586" y="1052598"/>
                  </a:lnTo>
                  <a:lnTo>
                    <a:pt x="28841" y="1089738"/>
                  </a:lnTo>
                  <a:lnTo>
                    <a:pt x="41243" y="1126320"/>
                  </a:lnTo>
                  <a:lnTo>
                    <a:pt x="55745" y="1162313"/>
                  </a:lnTo>
                  <a:lnTo>
                    <a:pt x="72298" y="1197681"/>
                  </a:lnTo>
                  <a:lnTo>
                    <a:pt x="90855" y="1232391"/>
                  </a:lnTo>
                  <a:lnTo>
                    <a:pt x="111367" y="1266409"/>
                  </a:lnTo>
                  <a:lnTo>
                    <a:pt x="133786" y="1299701"/>
                  </a:lnTo>
                  <a:lnTo>
                    <a:pt x="158064" y="1332232"/>
                  </a:lnTo>
                  <a:lnTo>
                    <a:pt x="184154" y="1363970"/>
                  </a:lnTo>
                  <a:lnTo>
                    <a:pt x="212008" y="1394879"/>
                  </a:lnTo>
                  <a:lnTo>
                    <a:pt x="241577" y="1424925"/>
                  </a:lnTo>
                  <a:lnTo>
                    <a:pt x="272813" y="1454076"/>
                  </a:lnTo>
                  <a:lnTo>
                    <a:pt x="305669" y="1482296"/>
                  </a:lnTo>
                  <a:lnTo>
                    <a:pt x="340096" y="1509552"/>
                  </a:lnTo>
                  <a:lnTo>
                    <a:pt x="376046" y="1535810"/>
                  </a:lnTo>
                  <a:lnTo>
                    <a:pt x="413473" y="1561036"/>
                  </a:lnTo>
                  <a:lnTo>
                    <a:pt x="452326" y="1585196"/>
                  </a:lnTo>
                  <a:lnTo>
                    <a:pt x="492559" y="1608255"/>
                  </a:lnTo>
                  <a:lnTo>
                    <a:pt x="534123" y="1630181"/>
                  </a:lnTo>
                  <a:lnTo>
                    <a:pt x="576971" y="1650938"/>
                  </a:lnTo>
                  <a:lnTo>
                    <a:pt x="621055" y="1670493"/>
                  </a:lnTo>
                  <a:lnTo>
                    <a:pt x="666326" y="1688812"/>
                  </a:lnTo>
                  <a:lnTo>
                    <a:pt x="712736" y="1705860"/>
                  </a:lnTo>
                  <a:lnTo>
                    <a:pt x="760238" y="1721605"/>
                  </a:lnTo>
                  <a:lnTo>
                    <a:pt x="808783" y="1736011"/>
                  </a:lnTo>
                  <a:lnTo>
                    <a:pt x="858324" y="1749046"/>
                  </a:lnTo>
                  <a:lnTo>
                    <a:pt x="908813" y="1760674"/>
                  </a:lnTo>
                  <a:lnTo>
                    <a:pt x="960201" y="1770862"/>
                  </a:lnTo>
                  <a:lnTo>
                    <a:pt x="1012440" y="1779576"/>
                  </a:lnTo>
                  <a:lnTo>
                    <a:pt x="1065483" y="1786781"/>
                  </a:lnTo>
                  <a:lnTo>
                    <a:pt x="1119282" y="1792445"/>
                  </a:lnTo>
                  <a:lnTo>
                    <a:pt x="1173788" y="1796533"/>
                  </a:lnTo>
                  <a:lnTo>
                    <a:pt x="1228954" y="1799010"/>
                  </a:lnTo>
                  <a:lnTo>
                    <a:pt x="1284731" y="1799843"/>
                  </a:lnTo>
                  <a:lnTo>
                    <a:pt x="1340395" y="1799010"/>
                  </a:lnTo>
                  <a:lnTo>
                    <a:pt x="1395459" y="1796533"/>
                  </a:lnTo>
                  <a:lnTo>
                    <a:pt x="1449875" y="1792445"/>
                  </a:lnTo>
                  <a:lnTo>
                    <a:pt x="1503594" y="1786781"/>
                  </a:lnTo>
                  <a:lnTo>
                    <a:pt x="1556569" y="1779576"/>
                  </a:lnTo>
                  <a:lnTo>
                    <a:pt x="1608750" y="1770862"/>
                  </a:lnTo>
                  <a:lnTo>
                    <a:pt x="1660090" y="1760674"/>
                  </a:lnTo>
                  <a:lnTo>
                    <a:pt x="1710539" y="1749046"/>
                  </a:lnTo>
                  <a:lnTo>
                    <a:pt x="1760049" y="1736011"/>
                  </a:lnTo>
                  <a:lnTo>
                    <a:pt x="1808572" y="1721605"/>
                  </a:lnTo>
                  <a:lnTo>
                    <a:pt x="1856059" y="1705860"/>
                  </a:lnTo>
                  <a:lnTo>
                    <a:pt x="1902461" y="1688812"/>
                  </a:lnTo>
                  <a:lnTo>
                    <a:pt x="1947731" y="1670493"/>
                  </a:lnTo>
                  <a:lnTo>
                    <a:pt x="1991820" y="1650938"/>
                  </a:lnTo>
                  <a:lnTo>
                    <a:pt x="2034678" y="1630181"/>
                  </a:lnTo>
                  <a:lnTo>
                    <a:pt x="2076259" y="1608255"/>
                  </a:lnTo>
                  <a:lnTo>
                    <a:pt x="2116512" y="1585196"/>
                  </a:lnTo>
                  <a:lnTo>
                    <a:pt x="2155390" y="1561036"/>
                  </a:lnTo>
                  <a:lnTo>
                    <a:pt x="2192845" y="1535810"/>
                  </a:lnTo>
                  <a:lnTo>
                    <a:pt x="2228827" y="1509552"/>
                  </a:lnTo>
                  <a:lnTo>
                    <a:pt x="2263289" y="1482296"/>
                  </a:lnTo>
                  <a:lnTo>
                    <a:pt x="2296181" y="1454076"/>
                  </a:lnTo>
                  <a:lnTo>
                    <a:pt x="2327455" y="1424925"/>
                  </a:lnTo>
                  <a:lnTo>
                    <a:pt x="2357063" y="1394879"/>
                  </a:lnTo>
                  <a:lnTo>
                    <a:pt x="2384956" y="1363970"/>
                  </a:lnTo>
                  <a:lnTo>
                    <a:pt x="2411087" y="1332232"/>
                  </a:lnTo>
                  <a:lnTo>
                    <a:pt x="2435405" y="1299701"/>
                  </a:lnTo>
                  <a:lnTo>
                    <a:pt x="2457863" y="1266409"/>
                  </a:lnTo>
                  <a:lnTo>
                    <a:pt x="2478412" y="1232391"/>
                  </a:lnTo>
                  <a:lnTo>
                    <a:pt x="2497005" y="1197681"/>
                  </a:lnTo>
                  <a:lnTo>
                    <a:pt x="2513591" y="1162313"/>
                  </a:lnTo>
                  <a:lnTo>
                    <a:pt x="2528123" y="1126320"/>
                  </a:lnTo>
                  <a:lnTo>
                    <a:pt x="2540553" y="1089738"/>
                  </a:lnTo>
                  <a:lnTo>
                    <a:pt x="2550831" y="1052598"/>
                  </a:lnTo>
                  <a:lnTo>
                    <a:pt x="2558910" y="1014937"/>
                  </a:lnTo>
                  <a:lnTo>
                    <a:pt x="2564741" y="976787"/>
                  </a:lnTo>
                  <a:lnTo>
                    <a:pt x="2568275" y="938184"/>
                  </a:lnTo>
                  <a:lnTo>
                    <a:pt x="2569463" y="8991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829043" y="2231135"/>
              <a:ext cx="2569845" cy="1800225"/>
            </a:xfrm>
            <a:custGeom>
              <a:avLst/>
              <a:gdLst/>
              <a:ahLst/>
              <a:cxnLst/>
              <a:rect l="l" t="t" r="r" b="b"/>
              <a:pathLst>
                <a:path w="2569845" h="1800225">
                  <a:moveTo>
                    <a:pt x="1284731" y="0"/>
                  </a:moveTo>
                  <a:lnTo>
                    <a:pt x="1228954" y="830"/>
                  </a:lnTo>
                  <a:lnTo>
                    <a:pt x="1173788" y="3298"/>
                  </a:lnTo>
                  <a:lnTo>
                    <a:pt x="1119282" y="7371"/>
                  </a:lnTo>
                  <a:lnTo>
                    <a:pt x="1065483" y="13014"/>
                  </a:lnTo>
                  <a:lnTo>
                    <a:pt x="1012440" y="20195"/>
                  </a:lnTo>
                  <a:lnTo>
                    <a:pt x="960201" y="28879"/>
                  </a:lnTo>
                  <a:lnTo>
                    <a:pt x="908813" y="39033"/>
                  </a:lnTo>
                  <a:lnTo>
                    <a:pt x="858324" y="50623"/>
                  </a:lnTo>
                  <a:lnTo>
                    <a:pt x="808783" y="63616"/>
                  </a:lnTo>
                  <a:lnTo>
                    <a:pt x="760238" y="77977"/>
                  </a:lnTo>
                  <a:lnTo>
                    <a:pt x="712736" y="93673"/>
                  </a:lnTo>
                  <a:lnTo>
                    <a:pt x="666326" y="110671"/>
                  </a:lnTo>
                  <a:lnTo>
                    <a:pt x="621055" y="128937"/>
                  </a:lnTo>
                  <a:lnTo>
                    <a:pt x="576971" y="148437"/>
                  </a:lnTo>
                  <a:lnTo>
                    <a:pt x="534123" y="169137"/>
                  </a:lnTo>
                  <a:lnTo>
                    <a:pt x="492559" y="191005"/>
                  </a:lnTo>
                  <a:lnTo>
                    <a:pt x="452326" y="214005"/>
                  </a:lnTo>
                  <a:lnTo>
                    <a:pt x="413473" y="238105"/>
                  </a:lnTo>
                  <a:lnTo>
                    <a:pt x="376046" y="263270"/>
                  </a:lnTo>
                  <a:lnTo>
                    <a:pt x="340096" y="289468"/>
                  </a:lnTo>
                  <a:lnTo>
                    <a:pt x="305669" y="316665"/>
                  </a:lnTo>
                  <a:lnTo>
                    <a:pt x="272813" y="344826"/>
                  </a:lnTo>
                  <a:lnTo>
                    <a:pt x="241577" y="373919"/>
                  </a:lnTo>
                  <a:lnTo>
                    <a:pt x="212008" y="403909"/>
                  </a:lnTo>
                  <a:lnTo>
                    <a:pt x="184154" y="434762"/>
                  </a:lnTo>
                  <a:lnTo>
                    <a:pt x="158064" y="466447"/>
                  </a:lnTo>
                  <a:lnTo>
                    <a:pt x="133786" y="498927"/>
                  </a:lnTo>
                  <a:lnTo>
                    <a:pt x="111367" y="532171"/>
                  </a:lnTo>
                  <a:lnTo>
                    <a:pt x="90855" y="566144"/>
                  </a:lnTo>
                  <a:lnTo>
                    <a:pt x="72298" y="600812"/>
                  </a:lnTo>
                  <a:lnTo>
                    <a:pt x="55745" y="636142"/>
                  </a:lnTo>
                  <a:lnTo>
                    <a:pt x="41243" y="672101"/>
                  </a:lnTo>
                  <a:lnTo>
                    <a:pt x="28841" y="708654"/>
                  </a:lnTo>
                  <a:lnTo>
                    <a:pt x="18586" y="745768"/>
                  </a:lnTo>
                  <a:lnTo>
                    <a:pt x="10526" y="783409"/>
                  </a:lnTo>
                  <a:lnTo>
                    <a:pt x="4710" y="821544"/>
                  </a:lnTo>
                  <a:lnTo>
                    <a:pt x="1185" y="860138"/>
                  </a:lnTo>
                  <a:lnTo>
                    <a:pt x="0" y="899159"/>
                  </a:lnTo>
                  <a:lnTo>
                    <a:pt x="1185" y="938184"/>
                  </a:lnTo>
                  <a:lnTo>
                    <a:pt x="4710" y="976787"/>
                  </a:lnTo>
                  <a:lnTo>
                    <a:pt x="10526" y="1014937"/>
                  </a:lnTo>
                  <a:lnTo>
                    <a:pt x="18586" y="1052598"/>
                  </a:lnTo>
                  <a:lnTo>
                    <a:pt x="28841" y="1089738"/>
                  </a:lnTo>
                  <a:lnTo>
                    <a:pt x="41243" y="1126320"/>
                  </a:lnTo>
                  <a:lnTo>
                    <a:pt x="55745" y="1162313"/>
                  </a:lnTo>
                  <a:lnTo>
                    <a:pt x="72298" y="1197681"/>
                  </a:lnTo>
                  <a:lnTo>
                    <a:pt x="90855" y="1232391"/>
                  </a:lnTo>
                  <a:lnTo>
                    <a:pt x="111367" y="1266409"/>
                  </a:lnTo>
                  <a:lnTo>
                    <a:pt x="133786" y="1299701"/>
                  </a:lnTo>
                  <a:lnTo>
                    <a:pt x="158064" y="1332232"/>
                  </a:lnTo>
                  <a:lnTo>
                    <a:pt x="184154" y="1363970"/>
                  </a:lnTo>
                  <a:lnTo>
                    <a:pt x="212008" y="1394879"/>
                  </a:lnTo>
                  <a:lnTo>
                    <a:pt x="241577" y="1424925"/>
                  </a:lnTo>
                  <a:lnTo>
                    <a:pt x="272813" y="1454076"/>
                  </a:lnTo>
                  <a:lnTo>
                    <a:pt x="305669" y="1482296"/>
                  </a:lnTo>
                  <a:lnTo>
                    <a:pt x="340096" y="1509552"/>
                  </a:lnTo>
                  <a:lnTo>
                    <a:pt x="376046" y="1535810"/>
                  </a:lnTo>
                  <a:lnTo>
                    <a:pt x="413473" y="1561036"/>
                  </a:lnTo>
                  <a:lnTo>
                    <a:pt x="452326" y="1585196"/>
                  </a:lnTo>
                  <a:lnTo>
                    <a:pt x="492559" y="1608255"/>
                  </a:lnTo>
                  <a:lnTo>
                    <a:pt x="534123" y="1630181"/>
                  </a:lnTo>
                  <a:lnTo>
                    <a:pt x="576971" y="1650938"/>
                  </a:lnTo>
                  <a:lnTo>
                    <a:pt x="621055" y="1670493"/>
                  </a:lnTo>
                  <a:lnTo>
                    <a:pt x="666326" y="1688812"/>
                  </a:lnTo>
                  <a:lnTo>
                    <a:pt x="712736" y="1705860"/>
                  </a:lnTo>
                  <a:lnTo>
                    <a:pt x="760238" y="1721605"/>
                  </a:lnTo>
                  <a:lnTo>
                    <a:pt x="808783" y="1736011"/>
                  </a:lnTo>
                  <a:lnTo>
                    <a:pt x="858324" y="1749046"/>
                  </a:lnTo>
                  <a:lnTo>
                    <a:pt x="908813" y="1760674"/>
                  </a:lnTo>
                  <a:lnTo>
                    <a:pt x="960201" y="1770862"/>
                  </a:lnTo>
                  <a:lnTo>
                    <a:pt x="1012440" y="1779576"/>
                  </a:lnTo>
                  <a:lnTo>
                    <a:pt x="1065483" y="1786781"/>
                  </a:lnTo>
                  <a:lnTo>
                    <a:pt x="1119282" y="1792445"/>
                  </a:lnTo>
                  <a:lnTo>
                    <a:pt x="1173788" y="1796533"/>
                  </a:lnTo>
                  <a:lnTo>
                    <a:pt x="1228954" y="1799010"/>
                  </a:lnTo>
                  <a:lnTo>
                    <a:pt x="1284731" y="1799843"/>
                  </a:lnTo>
                  <a:lnTo>
                    <a:pt x="1340395" y="1799010"/>
                  </a:lnTo>
                  <a:lnTo>
                    <a:pt x="1395459" y="1796533"/>
                  </a:lnTo>
                  <a:lnTo>
                    <a:pt x="1449875" y="1792445"/>
                  </a:lnTo>
                  <a:lnTo>
                    <a:pt x="1503594" y="1786781"/>
                  </a:lnTo>
                  <a:lnTo>
                    <a:pt x="1556569" y="1779576"/>
                  </a:lnTo>
                  <a:lnTo>
                    <a:pt x="1608750" y="1770862"/>
                  </a:lnTo>
                  <a:lnTo>
                    <a:pt x="1660090" y="1760674"/>
                  </a:lnTo>
                  <a:lnTo>
                    <a:pt x="1710539" y="1749046"/>
                  </a:lnTo>
                  <a:lnTo>
                    <a:pt x="1760049" y="1736011"/>
                  </a:lnTo>
                  <a:lnTo>
                    <a:pt x="1808572" y="1721605"/>
                  </a:lnTo>
                  <a:lnTo>
                    <a:pt x="1856059" y="1705860"/>
                  </a:lnTo>
                  <a:lnTo>
                    <a:pt x="1902461" y="1688812"/>
                  </a:lnTo>
                  <a:lnTo>
                    <a:pt x="1947731" y="1670493"/>
                  </a:lnTo>
                  <a:lnTo>
                    <a:pt x="1991820" y="1650938"/>
                  </a:lnTo>
                  <a:lnTo>
                    <a:pt x="2034678" y="1630181"/>
                  </a:lnTo>
                  <a:lnTo>
                    <a:pt x="2076259" y="1608255"/>
                  </a:lnTo>
                  <a:lnTo>
                    <a:pt x="2116512" y="1585196"/>
                  </a:lnTo>
                  <a:lnTo>
                    <a:pt x="2155390" y="1561036"/>
                  </a:lnTo>
                  <a:lnTo>
                    <a:pt x="2192845" y="1535810"/>
                  </a:lnTo>
                  <a:lnTo>
                    <a:pt x="2228827" y="1509552"/>
                  </a:lnTo>
                  <a:lnTo>
                    <a:pt x="2263289" y="1482296"/>
                  </a:lnTo>
                  <a:lnTo>
                    <a:pt x="2296181" y="1454076"/>
                  </a:lnTo>
                  <a:lnTo>
                    <a:pt x="2327455" y="1424925"/>
                  </a:lnTo>
                  <a:lnTo>
                    <a:pt x="2357063" y="1394879"/>
                  </a:lnTo>
                  <a:lnTo>
                    <a:pt x="2384956" y="1363970"/>
                  </a:lnTo>
                  <a:lnTo>
                    <a:pt x="2411087" y="1332232"/>
                  </a:lnTo>
                  <a:lnTo>
                    <a:pt x="2435405" y="1299701"/>
                  </a:lnTo>
                  <a:lnTo>
                    <a:pt x="2457863" y="1266409"/>
                  </a:lnTo>
                  <a:lnTo>
                    <a:pt x="2478412" y="1232391"/>
                  </a:lnTo>
                  <a:lnTo>
                    <a:pt x="2497005" y="1197681"/>
                  </a:lnTo>
                  <a:lnTo>
                    <a:pt x="2513591" y="1162313"/>
                  </a:lnTo>
                  <a:lnTo>
                    <a:pt x="2528123" y="1126320"/>
                  </a:lnTo>
                  <a:lnTo>
                    <a:pt x="2540553" y="1089738"/>
                  </a:lnTo>
                  <a:lnTo>
                    <a:pt x="2550831" y="1052598"/>
                  </a:lnTo>
                  <a:lnTo>
                    <a:pt x="2558910" y="1014937"/>
                  </a:lnTo>
                  <a:lnTo>
                    <a:pt x="2564741" y="976787"/>
                  </a:lnTo>
                  <a:lnTo>
                    <a:pt x="2568275" y="938184"/>
                  </a:lnTo>
                  <a:lnTo>
                    <a:pt x="2569463" y="899159"/>
                  </a:lnTo>
                  <a:lnTo>
                    <a:pt x="2568275" y="860138"/>
                  </a:lnTo>
                  <a:lnTo>
                    <a:pt x="2564741" y="821544"/>
                  </a:lnTo>
                  <a:lnTo>
                    <a:pt x="2558910" y="783409"/>
                  </a:lnTo>
                  <a:lnTo>
                    <a:pt x="2550831" y="745768"/>
                  </a:lnTo>
                  <a:lnTo>
                    <a:pt x="2540553" y="708654"/>
                  </a:lnTo>
                  <a:lnTo>
                    <a:pt x="2528123" y="672101"/>
                  </a:lnTo>
                  <a:lnTo>
                    <a:pt x="2513591" y="636142"/>
                  </a:lnTo>
                  <a:lnTo>
                    <a:pt x="2497005" y="600812"/>
                  </a:lnTo>
                  <a:lnTo>
                    <a:pt x="2478412" y="566144"/>
                  </a:lnTo>
                  <a:lnTo>
                    <a:pt x="2457863" y="532171"/>
                  </a:lnTo>
                  <a:lnTo>
                    <a:pt x="2435405" y="498927"/>
                  </a:lnTo>
                  <a:lnTo>
                    <a:pt x="2411087" y="466447"/>
                  </a:lnTo>
                  <a:lnTo>
                    <a:pt x="2384956" y="434762"/>
                  </a:lnTo>
                  <a:lnTo>
                    <a:pt x="2357063" y="403909"/>
                  </a:lnTo>
                  <a:lnTo>
                    <a:pt x="2327455" y="373919"/>
                  </a:lnTo>
                  <a:lnTo>
                    <a:pt x="2296181" y="344826"/>
                  </a:lnTo>
                  <a:lnTo>
                    <a:pt x="2263289" y="316665"/>
                  </a:lnTo>
                  <a:lnTo>
                    <a:pt x="2228827" y="289468"/>
                  </a:lnTo>
                  <a:lnTo>
                    <a:pt x="2192845" y="263270"/>
                  </a:lnTo>
                  <a:lnTo>
                    <a:pt x="2155390" y="238105"/>
                  </a:lnTo>
                  <a:lnTo>
                    <a:pt x="2116512" y="214005"/>
                  </a:lnTo>
                  <a:lnTo>
                    <a:pt x="2076259" y="191005"/>
                  </a:lnTo>
                  <a:lnTo>
                    <a:pt x="2034678" y="169137"/>
                  </a:lnTo>
                  <a:lnTo>
                    <a:pt x="1991820" y="148437"/>
                  </a:lnTo>
                  <a:lnTo>
                    <a:pt x="1947731" y="128937"/>
                  </a:lnTo>
                  <a:lnTo>
                    <a:pt x="1902461" y="110671"/>
                  </a:lnTo>
                  <a:lnTo>
                    <a:pt x="1856059" y="93673"/>
                  </a:lnTo>
                  <a:lnTo>
                    <a:pt x="1808572" y="77977"/>
                  </a:lnTo>
                  <a:lnTo>
                    <a:pt x="1760049" y="63616"/>
                  </a:lnTo>
                  <a:lnTo>
                    <a:pt x="1710539" y="50623"/>
                  </a:lnTo>
                  <a:lnTo>
                    <a:pt x="1660090" y="39033"/>
                  </a:lnTo>
                  <a:lnTo>
                    <a:pt x="1608750" y="28879"/>
                  </a:lnTo>
                  <a:lnTo>
                    <a:pt x="1556569" y="20195"/>
                  </a:lnTo>
                  <a:lnTo>
                    <a:pt x="1503594" y="13014"/>
                  </a:lnTo>
                  <a:lnTo>
                    <a:pt x="1449875" y="7371"/>
                  </a:lnTo>
                  <a:lnTo>
                    <a:pt x="1395459" y="3298"/>
                  </a:lnTo>
                  <a:lnTo>
                    <a:pt x="1340395" y="830"/>
                  </a:lnTo>
                  <a:lnTo>
                    <a:pt x="1284731" y="0"/>
                  </a:lnTo>
                  <a:close/>
                </a:path>
              </a:pathLst>
            </a:custGeom>
            <a:ln w="76199">
              <a:solidFill>
                <a:srgbClr val="00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2336794" y="4584198"/>
            <a:ext cx="3345179" cy="1286510"/>
          </a:xfrm>
          <a:custGeom>
            <a:avLst/>
            <a:gdLst/>
            <a:ahLst/>
            <a:cxnLst/>
            <a:rect l="l" t="t" r="r" b="b"/>
            <a:pathLst>
              <a:path w="3345179" h="1286510">
                <a:moveTo>
                  <a:pt x="1671834" y="0"/>
                </a:moveTo>
                <a:lnTo>
                  <a:pt x="1604578" y="510"/>
                </a:lnTo>
                <a:lnTo>
                  <a:pt x="1537998" y="2030"/>
                </a:lnTo>
                <a:lnTo>
                  <a:pt x="1472143" y="4539"/>
                </a:lnTo>
                <a:lnTo>
                  <a:pt x="1407063" y="8019"/>
                </a:lnTo>
                <a:lnTo>
                  <a:pt x="1342808" y="12450"/>
                </a:lnTo>
                <a:lnTo>
                  <a:pt x="1279429" y="17813"/>
                </a:lnTo>
                <a:lnTo>
                  <a:pt x="1216974" y="24088"/>
                </a:lnTo>
                <a:lnTo>
                  <a:pt x="1155494" y="31257"/>
                </a:lnTo>
                <a:lnTo>
                  <a:pt x="1095039" y="39300"/>
                </a:lnTo>
                <a:lnTo>
                  <a:pt x="1035658" y="48198"/>
                </a:lnTo>
                <a:lnTo>
                  <a:pt x="977402" y="57931"/>
                </a:lnTo>
                <a:lnTo>
                  <a:pt x="920320" y="68481"/>
                </a:lnTo>
                <a:lnTo>
                  <a:pt x="864462" y="79829"/>
                </a:lnTo>
                <a:lnTo>
                  <a:pt x="809878" y="91954"/>
                </a:lnTo>
                <a:lnTo>
                  <a:pt x="756619" y="104838"/>
                </a:lnTo>
                <a:lnTo>
                  <a:pt x="704733" y="118462"/>
                </a:lnTo>
                <a:lnTo>
                  <a:pt x="654271" y="132806"/>
                </a:lnTo>
                <a:lnTo>
                  <a:pt x="605282" y="147851"/>
                </a:lnTo>
                <a:lnTo>
                  <a:pt x="557817" y="163578"/>
                </a:lnTo>
                <a:lnTo>
                  <a:pt x="511925" y="179967"/>
                </a:lnTo>
                <a:lnTo>
                  <a:pt x="467657" y="197000"/>
                </a:lnTo>
                <a:lnTo>
                  <a:pt x="425062" y="214656"/>
                </a:lnTo>
                <a:lnTo>
                  <a:pt x="384190" y="232918"/>
                </a:lnTo>
                <a:lnTo>
                  <a:pt x="345090" y="251765"/>
                </a:lnTo>
                <a:lnTo>
                  <a:pt x="307814" y="271179"/>
                </a:lnTo>
                <a:lnTo>
                  <a:pt x="272410" y="291140"/>
                </a:lnTo>
                <a:lnTo>
                  <a:pt x="238929" y="311628"/>
                </a:lnTo>
                <a:lnTo>
                  <a:pt x="177934" y="354113"/>
                </a:lnTo>
                <a:lnTo>
                  <a:pt x="125228" y="398478"/>
                </a:lnTo>
                <a:lnTo>
                  <a:pt x="81210" y="444569"/>
                </a:lnTo>
                <a:lnTo>
                  <a:pt x="46279" y="492234"/>
                </a:lnTo>
                <a:lnTo>
                  <a:pt x="20834" y="541318"/>
                </a:lnTo>
                <a:lnTo>
                  <a:pt x="5275" y="591667"/>
                </a:lnTo>
                <a:lnTo>
                  <a:pt x="0" y="643127"/>
                </a:lnTo>
                <a:lnTo>
                  <a:pt x="1327" y="668987"/>
                </a:lnTo>
                <a:lnTo>
                  <a:pt x="11794" y="719911"/>
                </a:lnTo>
                <a:lnTo>
                  <a:pt x="32346" y="769647"/>
                </a:lnTo>
                <a:lnTo>
                  <a:pt x="62584" y="818040"/>
                </a:lnTo>
                <a:lnTo>
                  <a:pt x="102108" y="864938"/>
                </a:lnTo>
                <a:lnTo>
                  <a:pt x="150520" y="910185"/>
                </a:lnTo>
                <a:lnTo>
                  <a:pt x="207420" y="953629"/>
                </a:lnTo>
                <a:lnTo>
                  <a:pt x="272410" y="995115"/>
                </a:lnTo>
                <a:lnTo>
                  <a:pt x="307814" y="1015076"/>
                </a:lnTo>
                <a:lnTo>
                  <a:pt x="345090" y="1034490"/>
                </a:lnTo>
                <a:lnTo>
                  <a:pt x="384190" y="1053337"/>
                </a:lnTo>
                <a:lnTo>
                  <a:pt x="425062" y="1071599"/>
                </a:lnTo>
                <a:lnTo>
                  <a:pt x="467657" y="1089255"/>
                </a:lnTo>
                <a:lnTo>
                  <a:pt x="511925" y="1106288"/>
                </a:lnTo>
                <a:lnTo>
                  <a:pt x="557817" y="1122677"/>
                </a:lnTo>
                <a:lnTo>
                  <a:pt x="605282" y="1138404"/>
                </a:lnTo>
                <a:lnTo>
                  <a:pt x="654271" y="1153449"/>
                </a:lnTo>
                <a:lnTo>
                  <a:pt x="704733" y="1167793"/>
                </a:lnTo>
                <a:lnTo>
                  <a:pt x="756619" y="1181417"/>
                </a:lnTo>
                <a:lnTo>
                  <a:pt x="809878" y="1194301"/>
                </a:lnTo>
                <a:lnTo>
                  <a:pt x="864462" y="1206426"/>
                </a:lnTo>
                <a:lnTo>
                  <a:pt x="920320" y="1217774"/>
                </a:lnTo>
                <a:lnTo>
                  <a:pt x="977402" y="1228324"/>
                </a:lnTo>
                <a:lnTo>
                  <a:pt x="1035658" y="1238057"/>
                </a:lnTo>
                <a:lnTo>
                  <a:pt x="1095039" y="1246955"/>
                </a:lnTo>
                <a:lnTo>
                  <a:pt x="1155494" y="1254998"/>
                </a:lnTo>
                <a:lnTo>
                  <a:pt x="1216974" y="1262167"/>
                </a:lnTo>
                <a:lnTo>
                  <a:pt x="1279429" y="1268442"/>
                </a:lnTo>
                <a:lnTo>
                  <a:pt x="1342808" y="1273805"/>
                </a:lnTo>
                <a:lnTo>
                  <a:pt x="1407063" y="1278236"/>
                </a:lnTo>
                <a:lnTo>
                  <a:pt x="1472143" y="1281716"/>
                </a:lnTo>
                <a:lnTo>
                  <a:pt x="1537998" y="1284225"/>
                </a:lnTo>
                <a:lnTo>
                  <a:pt x="1604578" y="1285745"/>
                </a:lnTo>
                <a:lnTo>
                  <a:pt x="1671834" y="1286255"/>
                </a:lnTo>
                <a:lnTo>
                  <a:pt x="1739092" y="1285745"/>
                </a:lnTo>
                <a:lnTo>
                  <a:pt x="1805679" y="1284225"/>
                </a:lnTo>
                <a:lnTo>
                  <a:pt x="1871547" y="1281716"/>
                </a:lnTo>
                <a:lnTo>
                  <a:pt x="1936643" y="1278236"/>
                </a:lnTo>
                <a:lnTo>
                  <a:pt x="2000919" y="1273805"/>
                </a:lnTo>
                <a:lnTo>
                  <a:pt x="2064324" y="1268442"/>
                </a:lnTo>
                <a:lnTo>
                  <a:pt x="2126808" y="1262167"/>
                </a:lnTo>
                <a:lnTo>
                  <a:pt x="2188321" y="1254998"/>
                </a:lnTo>
                <a:lnTo>
                  <a:pt x="2248813" y="1246955"/>
                </a:lnTo>
                <a:lnTo>
                  <a:pt x="2308233" y="1238057"/>
                </a:lnTo>
                <a:lnTo>
                  <a:pt x="2366532" y="1228324"/>
                </a:lnTo>
                <a:lnTo>
                  <a:pt x="2423658" y="1217774"/>
                </a:lnTo>
                <a:lnTo>
                  <a:pt x="2479563" y="1206426"/>
                </a:lnTo>
                <a:lnTo>
                  <a:pt x="2534196" y="1194301"/>
                </a:lnTo>
                <a:lnTo>
                  <a:pt x="2587507" y="1181417"/>
                </a:lnTo>
                <a:lnTo>
                  <a:pt x="2639445" y="1167793"/>
                </a:lnTo>
                <a:lnTo>
                  <a:pt x="2689960" y="1153449"/>
                </a:lnTo>
                <a:lnTo>
                  <a:pt x="2739003" y="1138404"/>
                </a:lnTo>
                <a:lnTo>
                  <a:pt x="2786523" y="1122677"/>
                </a:lnTo>
                <a:lnTo>
                  <a:pt x="2832471" y="1106288"/>
                </a:lnTo>
                <a:lnTo>
                  <a:pt x="2876795" y="1089255"/>
                </a:lnTo>
                <a:lnTo>
                  <a:pt x="2919445" y="1071599"/>
                </a:lnTo>
                <a:lnTo>
                  <a:pt x="2960373" y="1053337"/>
                </a:lnTo>
                <a:lnTo>
                  <a:pt x="2999526" y="1034490"/>
                </a:lnTo>
                <a:lnTo>
                  <a:pt x="3036856" y="1015076"/>
                </a:lnTo>
                <a:lnTo>
                  <a:pt x="3072312" y="995115"/>
                </a:lnTo>
                <a:lnTo>
                  <a:pt x="3105844" y="974627"/>
                </a:lnTo>
                <a:lnTo>
                  <a:pt x="3166936" y="932142"/>
                </a:lnTo>
                <a:lnTo>
                  <a:pt x="3219729" y="887777"/>
                </a:lnTo>
                <a:lnTo>
                  <a:pt x="3263824" y="841686"/>
                </a:lnTo>
                <a:lnTo>
                  <a:pt x="3298818" y="794021"/>
                </a:lnTo>
                <a:lnTo>
                  <a:pt x="3324310" y="744937"/>
                </a:lnTo>
                <a:lnTo>
                  <a:pt x="3339900" y="694588"/>
                </a:lnTo>
                <a:lnTo>
                  <a:pt x="3345186" y="643127"/>
                </a:lnTo>
                <a:lnTo>
                  <a:pt x="3343856" y="617268"/>
                </a:lnTo>
                <a:lnTo>
                  <a:pt x="3333368" y="566344"/>
                </a:lnTo>
                <a:lnTo>
                  <a:pt x="3312777" y="516608"/>
                </a:lnTo>
                <a:lnTo>
                  <a:pt x="3282483" y="468215"/>
                </a:lnTo>
                <a:lnTo>
                  <a:pt x="3242889" y="421317"/>
                </a:lnTo>
                <a:lnTo>
                  <a:pt x="3194395" y="376070"/>
                </a:lnTo>
                <a:lnTo>
                  <a:pt x="3137402" y="332626"/>
                </a:lnTo>
                <a:lnTo>
                  <a:pt x="3072312" y="291140"/>
                </a:lnTo>
                <a:lnTo>
                  <a:pt x="3036856" y="271179"/>
                </a:lnTo>
                <a:lnTo>
                  <a:pt x="2999526" y="251765"/>
                </a:lnTo>
                <a:lnTo>
                  <a:pt x="2960373" y="232918"/>
                </a:lnTo>
                <a:lnTo>
                  <a:pt x="2919445" y="214656"/>
                </a:lnTo>
                <a:lnTo>
                  <a:pt x="2876795" y="197000"/>
                </a:lnTo>
                <a:lnTo>
                  <a:pt x="2832471" y="179967"/>
                </a:lnTo>
                <a:lnTo>
                  <a:pt x="2786523" y="163578"/>
                </a:lnTo>
                <a:lnTo>
                  <a:pt x="2739003" y="147851"/>
                </a:lnTo>
                <a:lnTo>
                  <a:pt x="2689960" y="132806"/>
                </a:lnTo>
                <a:lnTo>
                  <a:pt x="2639445" y="118462"/>
                </a:lnTo>
                <a:lnTo>
                  <a:pt x="2587507" y="104838"/>
                </a:lnTo>
                <a:lnTo>
                  <a:pt x="2534196" y="91954"/>
                </a:lnTo>
                <a:lnTo>
                  <a:pt x="2479563" y="79829"/>
                </a:lnTo>
                <a:lnTo>
                  <a:pt x="2423658" y="68481"/>
                </a:lnTo>
                <a:lnTo>
                  <a:pt x="2366532" y="57931"/>
                </a:lnTo>
                <a:lnTo>
                  <a:pt x="2308233" y="48198"/>
                </a:lnTo>
                <a:lnTo>
                  <a:pt x="2248813" y="39300"/>
                </a:lnTo>
                <a:lnTo>
                  <a:pt x="2188321" y="31257"/>
                </a:lnTo>
                <a:lnTo>
                  <a:pt x="2126808" y="24088"/>
                </a:lnTo>
                <a:lnTo>
                  <a:pt x="2064324" y="17813"/>
                </a:lnTo>
                <a:lnTo>
                  <a:pt x="2000919" y="12450"/>
                </a:lnTo>
                <a:lnTo>
                  <a:pt x="1936643" y="8019"/>
                </a:lnTo>
                <a:lnTo>
                  <a:pt x="1871547" y="4539"/>
                </a:lnTo>
                <a:lnTo>
                  <a:pt x="1805679" y="2030"/>
                </a:lnTo>
                <a:lnTo>
                  <a:pt x="1739092" y="510"/>
                </a:lnTo>
                <a:lnTo>
                  <a:pt x="1671834" y="0"/>
                </a:lnTo>
                <a:close/>
              </a:path>
            </a:pathLst>
          </a:custGeom>
          <a:ln w="76199">
            <a:solidFill>
              <a:srgbClr val="00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Título 68">
            <a:extLst>
              <a:ext uri="{FF2B5EF4-FFF2-40B4-BE49-F238E27FC236}">
                <a16:creationId xmlns:a16="http://schemas.microsoft.com/office/drawing/2014/main" id="{D7ADA192-46D5-AE28-3DD9-D53BA6A67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</a:t>
            </a:r>
            <a:r>
              <a:rPr lang="pt-BR" spc="-70" dirty="0"/>
              <a:t> </a:t>
            </a:r>
            <a:r>
              <a:rPr lang="pt-BR" dirty="0"/>
              <a:t>QUE</a:t>
            </a:r>
            <a:r>
              <a:rPr lang="pt-BR" spc="-70" dirty="0"/>
              <a:t> </a:t>
            </a:r>
            <a:r>
              <a:rPr lang="pt-BR" spc="-10" dirty="0"/>
              <a:t>PERMANECEM...</a:t>
            </a:r>
            <a:endParaRPr lang="pt-BR" dirty="0"/>
          </a:p>
        </p:txBody>
      </p:sp>
      <p:sp>
        <p:nvSpPr>
          <p:cNvPr id="7" name="object 7"/>
          <p:cNvSpPr/>
          <p:nvPr/>
        </p:nvSpPr>
        <p:spPr>
          <a:xfrm>
            <a:off x="9921748" y="4201675"/>
            <a:ext cx="1260475" cy="1259205"/>
          </a:xfrm>
          <a:custGeom>
            <a:avLst/>
            <a:gdLst/>
            <a:ahLst/>
            <a:cxnLst/>
            <a:rect l="l" t="t" r="r" b="b"/>
            <a:pathLst>
              <a:path w="1260475" h="1259204">
                <a:moveTo>
                  <a:pt x="630935" y="0"/>
                </a:moveTo>
                <a:lnTo>
                  <a:pt x="583781" y="1727"/>
                </a:lnTo>
                <a:lnTo>
                  <a:pt x="537579" y="6827"/>
                </a:lnTo>
                <a:lnTo>
                  <a:pt x="492450" y="15179"/>
                </a:lnTo>
                <a:lnTo>
                  <a:pt x="448516" y="26660"/>
                </a:lnTo>
                <a:lnTo>
                  <a:pt x="405897" y="41148"/>
                </a:lnTo>
                <a:lnTo>
                  <a:pt x="364715" y="58522"/>
                </a:lnTo>
                <a:lnTo>
                  <a:pt x="325091" y="78659"/>
                </a:lnTo>
                <a:lnTo>
                  <a:pt x="287146" y="101438"/>
                </a:lnTo>
                <a:lnTo>
                  <a:pt x="251000" y="126736"/>
                </a:lnTo>
                <a:lnTo>
                  <a:pt x="216776" y="154432"/>
                </a:lnTo>
                <a:lnTo>
                  <a:pt x="184594" y="184403"/>
                </a:lnTo>
                <a:lnTo>
                  <a:pt x="154575" y="216529"/>
                </a:lnTo>
                <a:lnTo>
                  <a:pt x="126840" y="250686"/>
                </a:lnTo>
                <a:lnTo>
                  <a:pt x="101511" y="286753"/>
                </a:lnTo>
                <a:lnTo>
                  <a:pt x="78708" y="324608"/>
                </a:lnTo>
                <a:lnTo>
                  <a:pt x="58553" y="364129"/>
                </a:lnTo>
                <a:lnTo>
                  <a:pt x="41166" y="405194"/>
                </a:lnTo>
                <a:lnTo>
                  <a:pt x="26669" y="447681"/>
                </a:lnTo>
                <a:lnTo>
                  <a:pt x="15183" y="491468"/>
                </a:lnTo>
                <a:lnTo>
                  <a:pt x="6828" y="536434"/>
                </a:lnTo>
                <a:lnTo>
                  <a:pt x="1727" y="582455"/>
                </a:lnTo>
                <a:lnTo>
                  <a:pt x="0" y="629411"/>
                </a:lnTo>
                <a:lnTo>
                  <a:pt x="1727" y="676368"/>
                </a:lnTo>
                <a:lnTo>
                  <a:pt x="6828" y="722389"/>
                </a:lnTo>
                <a:lnTo>
                  <a:pt x="15183" y="767355"/>
                </a:lnTo>
                <a:lnTo>
                  <a:pt x="26669" y="811142"/>
                </a:lnTo>
                <a:lnTo>
                  <a:pt x="41166" y="853629"/>
                </a:lnTo>
                <a:lnTo>
                  <a:pt x="58553" y="894694"/>
                </a:lnTo>
                <a:lnTo>
                  <a:pt x="78708" y="934215"/>
                </a:lnTo>
                <a:lnTo>
                  <a:pt x="101511" y="972070"/>
                </a:lnTo>
                <a:lnTo>
                  <a:pt x="126840" y="1008137"/>
                </a:lnTo>
                <a:lnTo>
                  <a:pt x="154575" y="1042294"/>
                </a:lnTo>
                <a:lnTo>
                  <a:pt x="184594" y="1074419"/>
                </a:lnTo>
                <a:lnTo>
                  <a:pt x="216776" y="1104391"/>
                </a:lnTo>
                <a:lnTo>
                  <a:pt x="251000" y="1132087"/>
                </a:lnTo>
                <a:lnTo>
                  <a:pt x="287146" y="1157385"/>
                </a:lnTo>
                <a:lnTo>
                  <a:pt x="325091" y="1180164"/>
                </a:lnTo>
                <a:lnTo>
                  <a:pt x="364715" y="1200301"/>
                </a:lnTo>
                <a:lnTo>
                  <a:pt x="405897" y="1217675"/>
                </a:lnTo>
                <a:lnTo>
                  <a:pt x="448516" y="1232163"/>
                </a:lnTo>
                <a:lnTo>
                  <a:pt x="492450" y="1243644"/>
                </a:lnTo>
                <a:lnTo>
                  <a:pt x="537579" y="1251996"/>
                </a:lnTo>
                <a:lnTo>
                  <a:pt x="583781" y="1257096"/>
                </a:lnTo>
                <a:lnTo>
                  <a:pt x="630935" y="1258823"/>
                </a:lnTo>
                <a:lnTo>
                  <a:pt x="677892" y="1257096"/>
                </a:lnTo>
                <a:lnTo>
                  <a:pt x="723913" y="1251996"/>
                </a:lnTo>
                <a:lnTo>
                  <a:pt x="768879" y="1243644"/>
                </a:lnTo>
                <a:lnTo>
                  <a:pt x="812666" y="1232163"/>
                </a:lnTo>
                <a:lnTo>
                  <a:pt x="855153" y="1217675"/>
                </a:lnTo>
                <a:lnTo>
                  <a:pt x="896218" y="1200301"/>
                </a:lnTo>
                <a:lnTo>
                  <a:pt x="935739" y="1180164"/>
                </a:lnTo>
                <a:lnTo>
                  <a:pt x="973594" y="1157385"/>
                </a:lnTo>
                <a:lnTo>
                  <a:pt x="1009661" y="1132087"/>
                </a:lnTo>
                <a:lnTo>
                  <a:pt x="1043818" y="1104391"/>
                </a:lnTo>
                <a:lnTo>
                  <a:pt x="1075943" y="1074419"/>
                </a:lnTo>
                <a:lnTo>
                  <a:pt x="1105915" y="1042294"/>
                </a:lnTo>
                <a:lnTo>
                  <a:pt x="1133611" y="1008137"/>
                </a:lnTo>
                <a:lnTo>
                  <a:pt x="1158909" y="972070"/>
                </a:lnTo>
                <a:lnTo>
                  <a:pt x="1181688" y="934215"/>
                </a:lnTo>
                <a:lnTo>
                  <a:pt x="1201825" y="894694"/>
                </a:lnTo>
                <a:lnTo>
                  <a:pt x="1219199" y="853629"/>
                </a:lnTo>
                <a:lnTo>
                  <a:pt x="1233687" y="811142"/>
                </a:lnTo>
                <a:lnTo>
                  <a:pt x="1245168" y="767355"/>
                </a:lnTo>
                <a:lnTo>
                  <a:pt x="1253520" y="722389"/>
                </a:lnTo>
                <a:lnTo>
                  <a:pt x="1258620" y="676368"/>
                </a:lnTo>
                <a:lnTo>
                  <a:pt x="1260347" y="629411"/>
                </a:lnTo>
                <a:lnTo>
                  <a:pt x="1258620" y="582455"/>
                </a:lnTo>
                <a:lnTo>
                  <a:pt x="1253520" y="536434"/>
                </a:lnTo>
                <a:lnTo>
                  <a:pt x="1245168" y="491468"/>
                </a:lnTo>
                <a:lnTo>
                  <a:pt x="1233687" y="447681"/>
                </a:lnTo>
                <a:lnTo>
                  <a:pt x="1219199" y="405194"/>
                </a:lnTo>
                <a:lnTo>
                  <a:pt x="1201825" y="364129"/>
                </a:lnTo>
                <a:lnTo>
                  <a:pt x="1181688" y="324608"/>
                </a:lnTo>
                <a:lnTo>
                  <a:pt x="1158909" y="286753"/>
                </a:lnTo>
                <a:lnTo>
                  <a:pt x="1133611" y="250686"/>
                </a:lnTo>
                <a:lnTo>
                  <a:pt x="1105915" y="216529"/>
                </a:lnTo>
                <a:lnTo>
                  <a:pt x="1075943" y="184403"/>
                </a:lnTo>
                <a:lnTo>
                  <a:pt x="1043818" y="154432"/>
                </a:lnTo>
                <a:lnTo>
                  <a:pt x="1009661" y="126736"/>
                </a:lnTo>
                <a:lnTo>
                  <a:pt x="973594" y="101438"/>
                </a:lnTo>
                <a:lnTo>
                  <a:pt x="935739" y="78659"/>
                </a:lnTo>
                <a:lnTo>
                  <a:pt x="896218" y="58522"/>
                </a:lnTo>
                <a:lnTo>
                  <a:pt x="855153" y="41148"/>
                </a:lnTo>
                <a:lnTo>
                  <a:pt x="812666" y="26660"/>
                </a:lnTo>
                <a:lnTo>
                  <a:pt x="768879" y="15179"/>
                </a:lnTo>
                <a:lnTo>
                  <a:pt x="723913" y="6827"/>
                </a:lnTo>
                <a:lnTo>
                  <a:pt x="677892" y="1727"/>
                </a:lnTo>
                <a:lnTo>
                  <a:pt x="630935" y="0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7167" y="1996446"/>
            <a:ext cx="1127760" cy="87782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960617" y="5803145"/>
            <a:ext cx="558800" cy="735330"/>
            <a:chOff x="4081017" y="6184138"/>
            <a:chExt cx="558800" cy="735330"/>
          </a:xfrm>
        </p:grpSpPr>
        <p:sp>
          <p:nvSpPr>
            <p:cNvPr id="10" name="object 10"/>
            <p:cNvSpPr/>
            <p:nvPr/>
          </p:nvSpPr>
          <p:spPr>
            <a:xfrm>
              <a:off x="4087367" y="6246876"/>
              <a:ext cx="546100" cy="632460"/>
            </a:xfrm>
            <a:custGeom>
              <a:avLst/>
              <a:gdLst/>
              <a:ahLst/>
              <a:cxnLst/>
              <a:rect l="l" t="t" r="r" b="b"/>
              <a:pathLst>
                <a:path w="546100" h="632459">
                  <a:moveTo>
                    <a:pt x="545591" y="632459"/>
                  </a:moveTo>
                  <a:lnTo>
                    <a:pt x="545591" y="0"/>
                  </a:lnTo>
                  <a:lnTo>
                    <a:pt x="0" y="0"/>
                  </a:lnTo>
                  <a:lnTo>
                    <a:pt x="0" y="632459"/>
                  </a:lnTo>
                  <a:lnTo>
                    <a:pt x="545591" y="632459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87367" y="6246876"/>
              <a:ext cx="546100" cy="632460"/>
            </a:xfrm>
            <a:custGeom>
              <a:avLst/>
              <a:gdLst/>
              <a:ahLst/>
              <a:cxnLst/>
              <a:rect l="l" t="t" r="r" b="b"/>
              <a:pathLst>
                <a:path w="546100" h="632459">
                  <a:moveTo>
                    <a:pt x="0" y="0"/>
                  </a:moveTo>
                  <a:lnTo>
                    <a:pt x="0" y="632459"/>
                  </a:lnTo>
                  <a:lnTo>
                    <a:pt x="545591" y="632459"/>
                  </a:lnTo>
                  <a:lnTo>
                    <a:pt x="545591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98035" y="6256020"/>
              <a:ext cx="528955" cy="102235"/>
            </a:xfrm>
            <a:custGeom>
              <a:avLst/>
              <a:gdLst/>
              <a:ahLst/>
              <a:cxnLst/>
              <a:rect l="l" t="t" r="r" b="b"/>
              <a:pathLst>
                <a:path w="528954" h="102235">
                  <a:moveTo>
                    <a:pt x="528827" y="51815"/>
                  </a:moveTo>
                  <a:lnTo>
                    <a:pt x="492929" y="25512"/>
                  </a:lnTo>
                  <a:lnTo>
                    <a:pt x="451675" y="15049"/>
                  </a:lnTo>
                  <a:lnTo>
                    <a:pt x="398102" y="6999"/>
                  </a:lnTo>
                  <a:lnTo>
                    <a:pt x="334623" y="1827"/>
                  </a:lnTo>
                  <a:lnTo>
                    <a:pt x="263651" y="0"/>
                  </a:lnTo>
                  <a:lnTo>
                    <a:pt x="193322" y="1827"/>
                  </a:lnTo>
                  <a:lnTo>
                    <a:pt x="130273" y="6999"/>
                  </a:lnTo>
                  <a:lnTo>
                    <a:pt x="76961" y="15049"/>
                  </a:lnTo>
                  <a:lnTo>
                    <a:pt x="35842" y="25512"/>
                  </a:lnTo>
                  <a:lnTo>
                    <a:pt x="0" y="51815"/>
                  </a:lnTo>
                  <a:lnTo>
                    <a:pt x="9369" y="65066"/>
                  </a:lnTo>
                  <a:lnTo>
                    <a:pt x="76961" y="87248"/>
                  </a:lnTo>
                  <a:lnTo>
                    <a:pt x="130273" y="95165"/>
                  </a:lnTo>
                  <a:lnTo>
                    <a:pt x="193322" y="100287"/>
                  </a:lnTo>
                  <a:lnTo>
                    <a:pt x="263651" y="102107"/>
                  </a:lnTo>
                  <a:lnTo>
                    <a:pt x="334623" y="100287"/>
                  </a:lnTo>
                  <a:lnTo>
                    <a:pt x="398102" y="95165"/>
                  </a:lnTo>
                  <a:lnTo>
                    <a:pt x="451675" y="87248"/>
                  </a:lnTo>
                  <a:lnTo>
                    <a:pt x="492929" y="77046"/>
                  </a:lnTo>
                  <a:lnTo>
                    <a:pt x="528827" y="5181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98035" y="6256020"/>
              <a:ext cx="528955" cy="102235"/>
            </a:xfrm>
            <a:custGeom>
              <a:avLst/>
              <a:gdLst/>
              <a:ahLst/>
              <a:cxnLst/>
              <a:rect l="l" t="t" r="r" b="b"/>
              <a:pathLst>
                <a:path w="528954" h="102235">
                  <a:moveTo>
                    <a:pt x="263651" y="0"/>
                  </a:moveTo>
                  <a:lnTo>
                    <a:pt x="193322" y="1827"/>
                  </a:lnTo>
                  <a:lnTo>
                    <a:pt x="130273" y="6999"/>
                  </a:lnTo>
                  <a:lnTo>
                    <a:pt x="76961" y="15049"/>
                  </a:lnTo>
                  <a:lnTo>
                    <a:pt x="35842" y="25512"/>
                  </a:lnTo>
                  <a:lnTo>
                    <a:pt x="0" y="51815"/>
                  </a:lnTo>
                  <a:lnTo>
                    <a:pt x="9369" y="65066"/>
                  </a:lnTo>
                  <a:lnTo>
                    <a:pt x="76961" y="87248"/>
                  </a:lnTo>
                  <a:lnTo>
                    <a:pt x="130273" y="95165"/>
                  </a:lnTo>
                  <a:lnTo>
                    <a:pt x="193322" y="100287"/>
                  </a:lnTo>
                  <a:lnTo>
                    <a:pt x="263651" y="102107"/>
                  </a:lnTo>
                  <a:lnTo>
                    <a:pt x="334623" y="100287"/>
                  </a:lnTo>
                  <a:lnTo>
                    <a:pt x="398102" y="95165"/>
                  </a:lnTo>
                  <a:lnTo>
                    <a:pt x="451675" y="87248"/>
                  </a:lnTo>
                  <a:lnTo>
                    <a:pt x="492929" y="77046"/>
                  </a:lnTo>
                  <a:lnTo>
                    <a:pt x="528827" y="51815"/>
                  </a:lnTo>
                  <a:lnTo>
                    <a:pt x="519451" y="37923"/>
                  </a:lnTo>
                  <a:lnTo>
                    <a:pt x="451675" y="15049"/>
                  </a:lnTo>
                  <a:lnTo>
                    <a:pt x="398102" y="6999"/>
                  </a:lnTo>
                  <a:lnTo>
                    <a:pt x="334623" y="1827"/>
                  </a:lnTo>
                  <a:lnTo>
                    <a:pt x="26365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98035" y="6812279"/>
              <a:ext cx="528955" cy="100965"/>
            </a:xfrm>
            <a:custGeom>
              <a:avLst/>
              <a:gdLst/>
              <a:ahLst/>
              <a:cxnLst/>
              <a:rect l="l" t="t" r="r" b="b"/>
              <a:pathLst>
                <a:path w="528954" h="100965">
                  <a:moveTo>
                    <a:pt x="528827" y="50291"/>
                  </a:moveTo>
                  <a:lnTo>
                    <a:pt x="492929" y="25061"/>
                  </a:lnTo>
                  <a:lnTo>
                    <a:pt x="451675" y="14858"/>
                  </a:lnTo>
                  <a:lnTo>
                    <a:pt x="398102" y="6942"/>
                  </a:lnTo>
                  <a:lnTo>
                    <a:pt x="334623" y="1820"/>
                  </a:lnTo>
                  <a:lnTo>
                    <a:pt x="263651" y="0"/>
                  </a:lnTo>
                  <a:lnTo>
                    <a:pt x="193322" y="1820"/>
                  </a:lnTo>
                  <a:lnTo>
                    <a:pt x="130273" y="6942"/>
                  </a:lnTo>
                  <a:lnTo>
                    <a:pt x="76961" y="14858"/>
                  </a:lnTo>
                  <a:lnTo>
                    <a:pt x="35842" y="25061"/>
                  </a:lnTo>
                  <a:lnTo>
                    <a:pt x="0" y="50291"/>
                  </a:lnTo>
                  <a:lnTo>
                    <a:pt x="9369" y="64071"/>
                  </a:lnTo>
                  <a:lnTo>
                    <a:pt x="76961" y="86296"/>
                  </a:lnTo>
                  <a:lnTo>
                    <a:pt x="130273" y="93979"/>
                  </a:lnTo>
                  <a:lnTo>
                    <a:pt x="193322" y="98869"/>
                  </a:lnTo>
                  <a:lnTo>
                    <a:pt x="263651" y="100583"/>
                  </a:lnTo>
                  <a:lnTo>
                    <a:pt x="334623" y="98869"/>
                  </a:lnTo>
                  <a:lnTo>
                    <a:pt x="398102" y="93979"/>
                  </a:lnTo>
                  <a:lnTo>
                    <a:pt x="451675" y="86296"/>
                  </a:lnTo>
                  <a:lnTo>
                    <a:pt x="492929" y="76199"/>
                  </a:lnTo>
                  <a:lnTo>
                    <a:pt x="528827" y="50291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98035" y="6812279"/>
              <a:ext cx="528955" cy="100965"/>
            </a:xfrm>
            <a:custGeom>
              <a:avLst/>
              <a:gdLst/>
              <a:ahLst/>
              <a:cxnLst/>
              <a:rect l="l" t="t" r="r" b="b"/>
              <a:pathLst>
                <a:path w="528954" h="100965">
                  <a:moveTo>
                    <a:pt x="263651" y="0"/>
                  </a:moveTo>
                  <a:lnTo>
                    <a:pt x="193322" y="1820"/>
                  </a:lnTo>
                  <a:lnTo>
                    <a:pt x="130273" y="6942"/>
                  </a:lnTo>
                  <a:lnTo>
                    <a:pt x="76961" y="14858"/>
                  </a:lnTo>
                  <a:lnTo>
                    <a:pt x="35842" y="25061"/>
                  </a:lnTo>
                  <a:lnTo>
                    <a:pt x="0" y="50291"/>
                  </a:lnTo>
                  <a:lnTo>
                    <a:pt x="9369" y="64071"/>
                  </a:lnTo>
                  <a:lnTo>
                    <a:pt x="76961" y="86296"/>
                  </a:lnTo>
                  <a:lnTo>
                    <a:pt x="130273" y="93979"/>
                  </a:lnTo>
                  <a:lnTo>
                    <a:pt x="193322" y="98869"/>
                  </a:lnTo>
                  <a:lnTo>
                    <a:pt x="263651" y="100583"/>
                  </a:lnTo>
                  <a:lnTo>
                    <a:pt x="334623" y="98869"/>
                  </a:lnTo>
                  <a:lnTo>
                    <a:pt x="398102" y="93979"/>
                  </a:lnTo>
                  <a:lnTo>
                    <a:pt x="451675" y="86296"/>
                  </a:lnTo>
                  <a:lnTo>
                    <a:pt x="492929" y="76199"/>
                  </a:lnTo>
                  <a:lnTo>
                    <a:pt x="528827" y="50291"/>
                  </a:lnTo>
                  <a:lnTo>
                    <a:pt x="519451" y="37041"/>
                  </a:lnTo>
                  <a:lnTo>
                    <a:pt x="451675" y="14858"/>
                  </a:lnTo>
                  <a:lnTo>
                    <a:pt x="398102" y="6942"/>
                  </a:lnTo>
                  <a:lnTo>
                    <a:pt x="334623" y="1820"/>
                  </a:lnTo>
                  <a:lnTo>
                    <a:pt x="26365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93463" y="6790944"/>
              <a:ext cx="528955" cy="76200"/>
            </a:xfrm>
            <a:custGeom>
              <a:avLst/>
              <a:gdLst/>
              <a:ahLst/>
              <a:cxnLst/>
              <a:rect l="l" t="t" r="r" b="b"/>
              <a:pathLst>
                <a:path w="528954" h="76200">
                  <a:moveTo>
                    <a:pt x="528827" y="76199"/>
                  </a:moveTo>
                  <a:lnTo>
                    <a:pt x="528827" y="0"/>
                  </a:lnTo>
                  <a:lnTo>
                    <a:pt x="0" y="0"/>
                  </a:lnTo>
                  <a:lnTo>
                    <a:pt x="0" y="76199"/>
                  </a:lnTo>
                  <a:lnTo>
                    <a:pt x="528827" y="76199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93463" y="6790944"/>
              <a:ext cx="528955" cy="76200"/>
            </a:xfrm>
            <a:custGeom>
              <a:avLst/>
              <a:gdLst/>
              <a:ahLst/>
              <a:cxnLst/>
              <a:rect l="l" t="t" r="r" b="b"/>
              <a:pathLst>
                <a:path w="528954" h="76200">
                  <a:moveTo>
                    <a:pt x="0" y="0"/>
                  </a:moveTo>
                  <a:lnTo>
                    <a:pt x="0" y="76199"/>
                  </a:lnTo>
                  <a:lnTo>
                    <a:pt x="528827" y="76199"/>
                  </a:lnTo>
                  <a:lnTo>
                    <a:pt x="528827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98035" y="6190488"/>
              <a:ext cx="528955" cy="102235"/>
            </a:xfrm>
            <a:custGeom>
              <a:avLst/>
              <a:gdLst/>
              <a:ahLst/>
              <a:cxnLst/>
              <a:rect l="l" t="t" r="r" b="b"/>
              <a:pathLst>
                <a:path w="528954" h="102235">
                  <a:moveTo>
                    <a:pt x="528827" y="51815"/>
                  </a:moveTo>
                  <a:lnTo>
                    <a:pt x="492929" y="25512"/>
                  </a:lnTo>
                  <a:lnTo>
                    <a:pt x="451675" y="15049"/>
                  </a:lnTo>
                  <a:lnTo>
                    <a:pt x="398102" y="6999"/>
                  </a:lnTo>
                  <a:lnTo>
                    <a:pt x="334623" y="1827"/>
                  </a:lnTo>
                  <a:lnTo>
                    <a:pt x="263651" y="0"/>
                  </a:lnTo>
                  <a:lnTo>
                    <a:pt x="193322" y="1827"/>
                  </a:lnTo>
                  <a:lnTo>
                    <a:pt x="130273" y="6999"/>
                  </a:lnTo>
                  <a:lnTo>
                    <a:pt x="76961" y="15049"/>
                  </a:lnTo>
                  <a:lnTo>
                    <a:pt x="35842" y="25512"/>
                  </a:lnTo>
                  <a:lnTo>
                    <a:pt x="0" y="51815"/>
                  </a:lnTo>
                  <a:lnTo>
                    <a:pt x="9369" y="65066"/>
                  </a:lnTo>
                  <a:lnTo>
                    <a:pt x="76961" y="87248"/>
                  </a:lnTo>
                  <a:lnTo>
                    <a:pt x="130273" y="95165"/>
                  </a:lnTo>
                  <a:lnTo>
                    <a:pt x="193322" y="100287"/>
                  </a:lnTo>
                  <a:lnTo>
                    <a:pt x="263651" y="102107"/>
                  </a:lnTo>
                  <a:lnTo>
                    <a:pt x="334623" y="100287"/>
                  </a:lnTo>
                  <a:lnTo>
                    <a:pt x="398102" y="95165"/>
                  </a:lnTo>
                  <a:lnTo>
                    <a:pt x="451675" y="87248"/>
                  </a:lnTo>
                  <a:lnTo>
                    <a:pt x="492929" y="77046"/>
                  </a:lnTo>
                  <a:lnTo>
                    <a:pt x="528827" y="518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98035" y="6190488"/>
              <a:ext cx="528955" cy="102235"/>
            </a:xfrm>
            <a:custGeom>
              <a:avLst/>
              <a:gdLst/>
              <a:ahLst/>
              <a:cxnLst/>
              <a:rect l="l" t="t" r="r" b="b"/>
              <a:pathLst>
                <a:path w="528954" h="102235">
                  <a:moveTo>
                    <a:pt x="263651" y="0"/>
                  </a:moveTo>
                  <a:lnTo>
                    <a:pt x="193322" y="1827"/>
                  </a:lnTo>
                  <a:lnTo>
                    <a:pt x="130273" y="6999"/>
                  </a:lnTo>
                  <a:lnTo>
                    <a:pt x="76961" y="15049"/>
                  </a:lnTo>
                  <a:lnTo>
                    <a:pt x="35842" y="25512"/>
                  </a:lnTo>
                  <a:lnTo>
                    <a:pt x="0" y="51815"/>
                  </a:lnTo>
                  <a:lnTo>
                    <a:pt x="9369" y="65066"/>
                  </a:lnTo>
                  <a:lnTo>
                    <a:pt x="76961" y="87248"/>
                  </a:lnTo>
                  <a:lnTo>
                    <a:pt x="130273" y="95165"/>
                  </a:lnTo>
                  <a:lnTo>
                    <a:pt x="193322" y="100287"/>
                  </a:lnTo>
                  <a:lnTo>
                    <a:pt x="263651" y="102107"/>
                  </a:lnTo>
                  <a:lnTo>
                    <a:pt x="334623" y="100287"/>
                  </a:lnTo>
                  <a:lnTo>
                    <a:pt x="398102" y="95165"/>
                  </a:lnTo>
                  <a:lnTo>
                    <a:pt x="451675" y="87248"/>
                  </a:lnTo>
                  <a:lnTo>
                    <a:pt x="492929" y="77046"/>
                  </a:lnTo>
                  <a:lnTo>
                    <a:pt x="528827" y="51815"/>
                  </a:lnTo>
                  <a:lnTo>
                    <a:pt x="519451" y="37923"/>
                  </a:lnTo>
                  <a:lnTo>
                    <a:pt x="451675" y="15049"/>
                  </a:lnTo>
                  <a:lnTo>
                    <a:pt x="398102" y="6999"/>
                  </a:lnTo>
                  <a:lnTo>
                    <a:pt x="334623" y="1827"/>
                  </a:lnTo>
                  <a:lnTo>
                    <a:pt x="26365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16375" y="1996446"/>
            <a:ext cx="1117092" cy="766572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2396230" y="3928878"/>
            <a:ext cx="5739765" cy="807720"/>
            <a:chOff x="516629" y="4309871"/>
            <a:chExt cx="5739765" cy="807720"/>
          </a:xfrm>
        </p:grpSpPr>
        <p:sp>
          <p:nvSpPr>
            <p:cNvPr id="22" name="object 22"/>
            <p:cNvSpPr/>
            <p:nvPr/>
          </p:nvSpPr>
          <p:spPr>
            <a:xfrm>
              <a:off x="2202179" y="4347971"/>
              <a:ext cx="4015740" cy="599440"/>
            </a:xfrm>
            <a:custGeom>
              <a:avLst/>
              <a:gdLst/>
              <a:ahLst/>
              <a:cxnLst/>
              <a:rect l="l" t="t" r="r" b="b"/>
              <a:pathLst>
                <a:path w="4015740" h="599439">
                  <a:moveTo>
                    <a:pt x="4015739" y="594359"/>
                  </a:moveTo>
                  <a:lnTo>
                    <a:pt x="4011167" y="0"/>
                  </a:lnTo>
                  <a:lnTo>
                    <a:pt x="0" y="4571"/>
                  </a:lnTo>
                  <a:lnTo>
                    <a:pt x="6095" y="598931"/>
                  </a:lnTo>
                  <a:lnTo>
                    <a:pt x="4015739" y="594359"/>
                  </a:lnTo>
                  <a:close/>
                </a:path>
              </a:pathLst>
            </a:custGeom>
            <a:solidFill>
              <a:srgbClr val="9865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02179" y="4347971"/>
              <a:ext cx="4015740" cy="599440"/>
            </a:xfrm>
            <a:custGeom>
              <a:avLst/>
              <a:gdLst/>
              <a:ahLst/>
              <a:cxnLst/>
              <a:rect l="l" t="t" r="r" b="b"/>
              <a:pathLst>
                <a:path w="4015740" h="599439">
                  <a:moveTo>
                    <a:pt x="4011167" y="0"/>
                  </a:moveTo>
                  <a:lnTo>
                    <a:pt x="4015739" y="594359"/>
                  </a:lnTo>
                  <a:lnTo>
                    <a:pt x="6095" y="598931"/>
                  </a:lnTo>
                  <a:lnTo>
                    <a:pt x="0" y="4571"/>
                  </a:lnTo>
                  <a:lnTo>
                    <a:pt x="4011167" y="0"/>
                  </a:lnTo>
                </a:path>
              </a:pathLst>
            </a:custGeom>
            <a:ln w="76199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6629" y="4328160"/>
              <a:ext cx="1722120" cy="789940"/>
            </a:xfrm>
            <a:custGeom>
              <a:avLst/>
              <a:gdLst/>
              <a:ahLst/>
              <a:cxnLst/>
              <a:rect l="l" t="t" r="r" b="b"/>
              <a:pathLst>
                <a:path w="1722120" h="789939">
                  <a:moveTo>
                    <a:pt x="155448" y="755689"/>
                  </a:moveTo>
                  <a:lnTo>
                    <a:pt x="155448" y="598932"/>
                  </a:lnTo>
                  <a:lnTo>
                    <a:pt x="85344" y="629412"/>
                  </a:lnTo>
                  <a:lnTo>
                    <a:pt x="70464" y="593700"/>
                  </a:lnTo>
                  <a:lnTo>
                    <a:pt x="0" y="623316"/>
                  </a:lnTo>
                  <a:lnTo>
                    <a:pt x="155448" y="755689"/>
                  </a:lnTo>
                  <a:close/>
                </a:path>
                <a:path w="1722120" h="789939">
                  <a:moveTo>
                    <a:pt x="1722126" y="65532"/>
                  </a:moveTo>
                  <a:lnTo>
                    <a:pt x="1603254" y="54864"/>
                  </a:lnTo>
                  <a:lnTo>
                    <a:pt x="1484382" y="45720"/>
                  </a:lnTo>
                  <a:lnTo>
                    <a:pt x="1367034" y="35052"/>
                  </a:lnTo>
                  <a:lnTo>
                    <a:pt x="1193298" y="21336"/>
                  </a:lnTo>
                  <a:lnTo>
                    <a:pt x="1136910" y="18288"/>
                  </a:lnTo>
                  <a:lnTo>
                    <a:pt x="1082046" y="13716"/>
                  </a:lnTo>
                  <a:lnTo>
                    <a:pt x="1025658" y="10668"/>
                  </a:lnTo>
                  <a:lnTo>
                    <a:pt x="972312" y="7620"/>
                  </a:lnTo>
                  <a:lnTo>
                    <a:pt x="918972" y="6096"/>
                  </a:lnTo>
                  <a:lnTo>
                    <a:pt x="865632" y="3048"/>
                  </a:lnTo>
                  <a:lnTo>
                    <a:pt x="813816" y="1524"/>
                  </a:lnTo>
                  <a:lnTo>
                    <a:pt x="763524" y="0"/>
                  </a:lnTo>
                  <a:lnTo>
                    <a:pt x="620268" y="0"/>
                  </a:lnTo>
                  <a:lnTo>
                    <a:pt x="577596" y="1422"/>
                  </a:lnTo>
                  <a:lnTo>
                    <a:pt x="574548" y="1524"/>
                  </a:lnTo>
                  <a:lnTo>
                    <a:pt x="530352" y="4572"/>
                  </a:lnTo>
                  <a:lnTo>
                    <a:pt x="487680" y="6096"/>
                  </a:lnTo>
                  <a:lnTo>
                    <a:pt x="446532" y="10668"/>
                  </a:lnTo>
                  <a:lnTo>
                    <a:pt x="406908" y="13716"/>
                  </a:lnTo>
                  <a:lnTo>
                    <a:pt x="368808" y="19812"/>
                  </a:lnTo>
                  <a:lnTo>
                    <a:pt x="265176" y="39624"/>
                  </a:lnTo>
                  <a:lnTo>
                    <a:pt x="205740" y="59436"/>
                  </a:lnTo>
                  <a:lnTo>
                    <a:pt x="152400" y="82296"/>
                  </a:lnTo>
                  <a:lnTo>
                    <a:pt x="108204" y="111252"/>
                  </a:lnTo>
                  <a:lnTo>
                    <a:pt x="71628" y="146304"/>
                  </a:lnTo>
                  <a:lnTo>
                    <a:pt x="44196" y="184404"/>
                  </a:lnTo>
                  <a:lnTo>
                    <a:pt x="25908" y="227076"/>
                  </a:lnTo>
                  <a:lnTo>
                    <a:pt x="13716" y="271272"/>
                  </a:lnTo>
                  <a:lnTo>
                    <a:pt x="10668" y="294132"/>
                  </a:lnTo>
                  <a:lnTo>
                    <a:pt x="10668" y="364236"/>
                  </a:lnTo>
                  <a:lnTo>
                    <a:pt x="22860" y="437388"/>
                  </a:lnTo>
                  <a:lnTo>
                    <a:pt x="35052" y="487680"/>
                  </a:lnTo>
                  <a:lnTo>
                    <a:pt x="51816" y="539496"/>
                  </a:lnTo>
                  <a:lnTo>
                    <a:pt x="59436" y="565404"/>
                  </a:lnTo>
                  <a:lnTo>
                    <a:pt x="70104" y="592836"/>
                  </a:lnTo>
                  <a:lnTo>
                    <a:pt x="70464" y="593700"/>
                  </a:lnTo>
                  <a:lnTo>
                    <a:pt x="85344" y="587446"/>
                  </a:lnTo>
                  <a:lnTo>
                    <a:pt x="85344" y="336804"/>
                  </a:lnTo>
                  <a:lnTo>
                    <a:pt x="86868" y="316992"/>
                  </a:lnTo>
                  <a:lnTo>
                    <a:pt x="86868" y="298704"/>
                  </a:lnTo>
                  <a:lnTo>
                    <a:pt x="89916" y="280416"/>
                  </a:lnTo>
                  <a:lnTo>
                    <a:pt x="105156" y="233172"/>
                  </a:lnTo>
                  <a:lnTo>
                    <a:pt x="131064" y="193548"/>
                  </a:lnTo>
                  <a:lnTo>
                    <a:pt x="173736" y="158496"/>
                  </a:lnTo>
                  <a:lnTo>
                    <a:pt x="211836" y="138684"/>
                  </a:lnTo>
                  <a:lnTo>
                    <a:pt x="259080" y="120396"/>
                  </a:lnTo>
                  <a:lnTo>
                    <a:pt x="315468" y="106680"/>
                  </a:lnTo>
                  <a:lnTo>
                    <a:pt x="347472" y="99060"/>
                  </a:lnTo>
                  <a:lnTo>
                    <a:pt x="454152" y="85344"/>
                  </a:lnTo>
                  <a:lnTo>
                    <a:pt x="493776" y="82296"/>
                  </a:lnTo>
                  <a:lnTo>
                    <a:pt x="534924" y="79248"/>
                  </a:lnTo>
                  <a:lnTo>
                    <a:pt x="574548" y="77832"/>
                  </a:lnTo>
                  <a:lnTo>
                    <a:pt x="620268" y="76252"/>
                  </a:lnTo>
                  <a:lnTo>
                    <a:pt x="763524" y="76200"/>
                  </a:lnTo>
                  <a:lnTo>
                    <a:pt x="812292" y="77724"/>
                  </a:lnTo>
                  <a:lnTo>
                    <a:pt x="864108" y="79248"/>
                  </a:lnTo>
                  <a:lnTo>
                    <a:pt x="915924" y="82296"/>
                  </a:lnTo>
                  <a:lnTo>
                    <a:pt x="967740" y="83820"/>
                  </a:lnTo>
                  <a:lnTo>
                    <a:pt x="1077474" y="89916"/>
                  </a:lnTo>
                  <a:lnTo>
                    <a:pt x="1132338" y="94488"/>
                  </a:lnTo>
                  <a:lnTo>
                    <a:pt x="1188726" y="97536"/>
                  </a:lnTo>
                  <a:lnTo>
                    <a:pt x="1245114" y="102108"/>
                  </a:lnTo>
                  <a:lnTo>
                    <a:pt x="1360938" y="111252"/>
                  </a:lnTo>
                  <a:lnTo>
                    <a:pt x="1478286" y="120396"/>
                  </a:lnTo>
                  <a:lnTo>
                    <a:pt x="1595634" y="131064"/>
                  </a:lnTo>
                  <a:lnTo>
                    <a:pt x="1714506" y="141732"/>
                  </a:lnTo>
                  <a:lnTo>
                    <a:pt x="1722126" y="65532"/>
                  </a:lnTo>
                  <a:close/>
                </a:path>
                <a:path w="1722120" h="789939">
                  <a:moveTo>
                    <a:pt x="155448" y="598932"/>
                  </a:moveTo>
                  <a:lnTo>
                    <a:pt x="140394" y="564309"/>
                  </a:lnTo>
                  <a:lnTo>
                    <a:pt x="70464" y="593700"/>
                  </a:lnTo>
                  <a:lnTo>
                    <a:pt x="85344" y="629412"/>
                  </a:lnTo>
                  <a:lnTo>
                    <a:pt x="155448" y="598932"/>
                  </a:lnTo>
                  <a:close/>
                </a:path>
                <a:path w="1722120" h="789939">
                  <a:moveTo>
                    <a:pt x="140394" y="564309"/>
                  </a:moveTo>
                  <a:lnTo>
                    <a:pt x="108204" y="466344"/>
                  </a:lnTo>
                  <a:lnTo>
                    <a:pt x="92964" y="397764"/>
                  </a:lnTo>
                  <a:lnTo>
                    <a:pt x="89916" y="376428"/>
                  </a:lnTo>
                  <a:lnTo>
                    <a:pt x="86868" y="356616"/>
                  </a:lnTo>
                  <a:lnTo>
                    <a:pt x="85344" y="336804"/>
                  </a:lnTo>
                  <a:lnTo>
                    <a:pt x="85344" y="587446"/>
                  </a:lnTo>
                  <a:lnTo>
                    <a:pt x="140208" y="564388"/>
                  </a:lnTo>
                  <a:lnTo>
                    <a:pt x="140394" y="564309"/>
                  </a:lnTo>
                  <a:close/>
                </a:path>
                <a:path w="1722120" h="789939">
                  <a:moveTo>
                    <a:pt x="210312" y="534924"/>
                  </a:moveTo>
                  <a:lnTo>
                    <a:pt x="140394" y="564309"/>
                  </a:lnTo>
                  <a:lnTo>
                    <a:pt x="155448" y="598932"/>
                  </a:lnTo>
                  <a:lnTo>
                    <a:pt x="155448" y="755689"/>
                  </a:lnTo>
                  <a:lnTo>
                    <a:pt x="195072" y="789432"/>
                  </a:lnTo>
                  <a:lnTo>
                    <a:pt x="210312" y="534924"/>
                  </a:lnTo>
                  <a:close/>
                </a:path>
              </a:pathLst>
            </a:custGeom>
            <a:solidFill>
              <a:srgbClr val="0098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4989830" y="5815336"/>
            <a:ext cx="556895" cy="734060"/>
            <a:chOff x="3110229" y="6196329"/>
            <a:chExt cx="556895" cy="734060"/>
          </a:xfrm>
        </p:grpSpPr>
        <p:sp>
          <p:nvSpPr>
            <p:cNvPr id="26" name="object 26"/>
            <p:cNvSpPr/>
            <p:nvPr/>
          </p:nvSpPr>
          <p:spPr>
            <a:xfrm>
              <a:off x="3116579" y="6257543"/>
              <a:ext cx="544195" cy="631190"/>
            </a:xfrm>
            <a:custGeom>
              <a:avLst/>
              <a:gdLst/>
              <a:ahLst/>
              <a:cxnLst/>
              <a:rect l="l" t="t" r="r" b="b"/>
              <a:pathLst>
                <a:path w="544195" h="631190">
                  <a:moveTo>
                    <a:pt x="544067" y="630935"/>
                  </a:moveTo>
                  <a:lnTo>
                    <a:pt x="544067" y="0"/>
                  </a:lnTo>
                  <a:lnTo>
                    <a:pt x="0" y="0"/>
                  </a:lnTo>
                  <a:lnTo>
                    <a:pt x="0" y="630935"/>
                  </a:lnTo>
                  <a:lnTo>
                    <a:pt x="544067" y="63093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16579" y="6257543"/>
              <a:ext cx="544195" cy="631190"/>
            </a:xfrm>
            <a:custGeom>
              <a:avLst/>
              <a:gdLst/>
              <a:ahLst/>
              <a:cxnLst/>
              <a:rect l="l" t="t" r="r" b="b"/>
              <a:pathLst>
                <a:path w="544195" h="631190">
                  <a:moveTo>
                    <a:pt x="0" y="0"/>
                  </a:moveTo>
                  <a:lnTo>
                    <a:pt x="0" y="630935"/>
                  </a:lnTo>
                  <a:lnTo>
                    <a:pt x="544067" y="630935"/>
                  </a:lnTo>
                  <a:lnTo>
                    <a:pt x="544067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24199" y="6265163"/>
              <a:ext cx="530860" cy="102235"/>
            </a:xfrm>
            <a:custGeom>
              <a:avLst/>
              <a:gdLst/>
              <a:ahLst/>
              <a:cxnLst/>
              <a:rect l="l" t="t" r="r" b="b"/>
              <a:pathLst>
                <a:path w="530860" h="102235">
                  <a:moveTo>
                    <a:pt x="530351" y="51815"/>
                  </a:moveTo>
                  <a:lnTo>
                    <a:pt x="494114" y="25512"/>
                  </a:lnTo>
                  <a:lnTo>
                    <a:pt x="452627" y="15049"/>
                  </a:lnTo>
                  <a:lnTo>
                    <a:pt x="398949" y="6999"/>
                  </a:lnTo>
                  <a:lnTo>
                    <a:pt x="335618" y="1827"/>
                  </a:lnTo>
                  <a:lnTo>
                    <a:pt x="265175" y="0"/>
                  </a:lnTo>
                  <a:lnTo>
                    <a:pt x="194733" y="1827"/>
                  </a:lnTo>
                  <a:lnTo>
                    <a:pt x="131402" y="6999"/>
                  </a:lnTo>
                  <a:lnTo>
                    <a:pt x="77723" y="15049"/>
                  </a:lnTo>
                  <a:lnTo>
                    <a:pt x="36237" y="25512"/>
                  </a:lnTo>
                  <a:lnTo>
                    <a:pt x="0" y="51815"/>
                  </a:lnTo>
                  <a:lnTo>
                    <a:pt x="9482" y="65066"/>
                  </a:lnTo>
                  <a:lnTo>
                    <a:pt x="77723" y="87248"/>
                  </a:lnTo>
                  <a:lnTo>
                    <a:pt x="131402" y="95165"/>
                  </a:lnTo>
                  <a:lnTo>
                    <a:pt x="194733" y="100287"/>
                  </a:lnTo>
                  <a:lnTo>
                    <a:pt x="265175" y="102107"/>
                  </a:lnTo>
                  <a:lnTo>
                    <a:pt x="335618" y="100287"/>
                  </a:lnTo>
                  <a:lnTo>
                    <a:pt x="398949" y="95165"/>
                  </a:lnTo>
                  <a:lnTo>
                    <a:pt x="452627" y="87248"/>
                  </a:lnTo>
                  <a:lnTo>
                    <a:pt x="494114" y="77046"/>
                  </a:lnTo>
                  <a:lnTo>
                    <a:pt x="530351" y="5181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24199" y="6265163"/>
              <a:ext cx="530860" cy="102235"/>
            </a:xfrm>
            <a:custGeom>
              <a:avLst/>
              <a:gdLst/>
              <a:ahLst/>
              <a:cxnLst/>
              <a:rect l="l" t="t" r="r" b="b"/>
              <a:pathLst>
                <a:path w="530860" h="102235">
                  <a:moveTo>
                    <a:pt x="265175" y="0"/>
                  </a:moveTo>
                  <a:lnTo>
                    <a:pt x="194733" y="1827"/>
                  </a:lnTo>
                  <a:lnTo>
                    <a:pt x="131402" y="6999"/>
                  </a:lnTo>
                  <a:lnTo>
                    <a:pt x="77723" y="15049"/>
                  </a:lnTo>
                  <a:lnTo>
                    <a:pt x="36237" y="25512"/>
                  </a:lnTo>
                  <a:lnTo>
                    <a:pt x="0" y="51815"/>
                  </a:lnTo>
                  <a:lnTo>
                    <a:pt x="9482" y="65066"/>
                  </a:lnTo>
                  <a:lnTo>
                    <a:pt x="77723" y="87248"/>
                  </a:lnTo>
                  <a:lnTo>
                    <a:pt x="131402" y="95165"/>
                  </a:lnTo>
                  <a:lnTo>
                    <a:pt x="194733" y="100287"/>
                  </a:lnTo>
                  <a:lnTo>
                    <a:pt x="265175" y="102107"/>
                  </a:lnTo>
                  <a:lnTo>
                    <a:pt x="335618" y="100287"/>
                  </a:lnTo>
                  <a:lnTo>
                    <a:pt x="398949" y="95165"/>
                  </a:lnTo>
                  <a:lnTo>
                    <a:pt x="452627" y="87248"/>
                  </a:lnTo>
                  <a:lnTo>
                    <a:pt x="494114" y="77046"/>
                  </a:lnTo>
                  <a:lnTo>
                    <a:pt x="530351" y="51815"/>
                  </a:lnTo>
                  <a:lnTo>
                    <a:pt x="520869" y="37923"/>
                  </a:lnTo>
                  <a:lnTo>
                    <a:pt x="452627" y="15049"/>
                  </a:lnTo>
                  <a:lnTo>
                    <a:pt x="398949" y="6999"/>
                  </a:lnTo>
                  <a:lnTo>
                    <a:pt x="335618" y="1827"/>
                  </a:lnTo>
                  <a:lnTo>
                    <a:pt x="265175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24199" y="6821423"/>
              <a:ext cx="530860" cy="102235"/>
            </a:xfrm>
            <a:custGeom>
              <a:avLst/>
              <a:gdLst/>
              <a:ahLst/>
              <a:cxnLst/>
              <a:rect l="l" t="t" r="r" b="b"/>
              <a:pathLst>
                <a:path w="530860" h="102234">
                  <a:moveTo>
                    <a:pt x="530351" y="50291"/>
                  </a:moveTo>
                  <a:lnTo>
                    <a:pt x="494114" y="25061"/>
                  </a:lnTo>
                  <a:lnTo>
                    <a:pt x="452627" y="14858"/>
                  </a:lnTo>
                  <a:lnTo>
                    <a:pt x="398949" y="6942"/>
                  </a:lnTo>
                  <a:lnTo>
                    <a:pt x="335618" y="1820"/>
                  </a:lnTo>
                  <a:lnTo>
                    <a:pt x="265175" y="0"/>
                  </a:lnTo>
                  <a:lnTo>
                    <a:pt x="194733" y="1820"/>
                  </a:lnTo>
                  <a:lnTo>
                    <a:pt x="131402" y="6942"/>
                  </a:lnTo>
                  <a:lnTo>
                    <a:pt x="77723" y="14858"/>
                  </a:lnTo>
                  <a:lnTo>
                    <a:pt x="36237" y="25061"/>
                  </a:lnTo>
                  <a:lnTo>
                    <a:pt x="0" y="50291"/>
                  </a:lnTo>
                  <a:lnTo>
                    <a:pt x="9482" y="64184"/>
                  </a:lnTo>
                  <a:lnTo>
                    <a:pt x="77723" y="87058"/>
                  </a:lnTo>
                  <a:lnTo>
                    <a:pt x="131402" y="95108"/>
                  </a:lnTo>
                  <a:lnTo>
                    <a:pt x="194733" y="100280"/>
                  </a:lnTo>
                  <a:lnTo>
                    <a:pt x="265175" y="102107"/>
                  </a:lnTo>
                  <a:lnTo>
                    <a:pt x="335618" y="100280"/>
                  </a:lnTo>
                  <a:lnTo>
                    <a:pt x="398949" y="95108"/>
                  </a:lnTo>
                  <a:lnTo>
                    <a:pt x="452627" y="87058"/>
                  </a:lnTo>
                  <a:lnTo>
                    <a:pt x="494114" y="76595"/>
                  </a:lnTo>
                  <a:lnTo>
                    <a:pt x="530351" y="50291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24199" y="6821423"/>
              <a:ext cx="530860" cy="102235"/>
            </a:xfrm>
            <a:custGeom>
              <a:avLst/>
              <a:gdLst/>
              <a:ahLst/>
              <a:cxnLst/>
              <a:rect l="l" t="t" r="r" b="b"/>
              <a:pathLst>
                <a:path w="530860" h="102234">
                  <a:moveTo>
                    <a:pt x="265175" y="0"/>
                  </a:moveTo>
                  <a:lnTo>
                    <a:pt x="194733" y="1820"/>
                  </a:lnTo>
                  <a:lnTo>
                    <a:pt x="131402" y="6942"/>
                  </a:lnTo>
                  <a:lnTo>
                    <a:pt x="77723" y="14858"/>
                  </a:lnTo>
                  <a:lnTo>
                    <a:pt x="36237" y="25061"/>
                  </a:lnTo>
                  <a:lnTo>
                    <a:pt x="0" y="50291"/>
                  </a:lnTo>
                  <a:lnTo>
                    <a:pt x="9482" y="64184"/>
                  </a:lnTo>
                  <a:lnTo>
                    <a:pt x="77723" y="87058"/>
                  </a:lnTo>
                  <a:lnTo>
                    <a:pt x="131402" y="95108"/>
                  </a:lnTo>
                  <a:lnTo>
                    <a:pt x="194733" y="100280"/>
                  </a:lnTo>
                  <a:lnTo>
                    <a:pt x="265175" y="102107"/>
                  </a:lnTo>
                  <a:lnTo>
                    <a:pt x="335618" y="100280"/>
                  </a:lnTo>
                  <a:lnTo>
                    <a:pt x="398949" y="95108"/>
                  </a:lnTo>
                  <a:lnTo>
                    <a:pt x="452627" y="87058"/>
                  </a:lnTo>
                  <a:lnTo>
                    <a:pt x="494114" y="76595"/>
                  </a:lnTo>
                  <a:lnTo>
                    <a:pt x="530351" y="50291"/>
                  </a:lnTo>
                  <a:lnTo>
                    <a:pt x="520869" y="37041"/>
                  </a:lnTo>
                  <a:lnTo>
                    <a:pt x="452627" y="14858"/>
                  </a:lnTo>
                  <a:lnTo>
                    <a:pt x="398949" y="6942"/>
                  </a:lnTo>
                  <a:lnTo>
                    <a:pt x="335618" y="1820"/>
                  </a:lnTo>
                  <a:lnTo>
                    <a:pt x="265175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21151" y="6803135"/>
              <a:ext cx="528955" cy="76200"/>
            </a:xfrm>
            <a:custGeom>
              <a:avLst/>
              <a:gdLst/>
              <a:ahLst/>
              <a:cxnLst/>
              <a:rect l="l" t="t" r="r" b="b"/>
              <a:pathLst>
                <a:path w="528954" h="76200">
                  <a:moveTo>
                    <a:pt x="528827" y="76199"/>
                  </a:moveTo>
                  <a:lnTo>
                    <a:pt x="528827" y="0"/>
                  </a:lnTo>
                  <a:lnTo>
                    <a:pt x="0" y="0"/>
                  </a:lnTo>
                  <a:lnTo>
                    <a:pt x="0" y="76199"/>
                  </a:lnTo>
                  <a:lnTo>
                    <a:pt x="528827" y="76199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121151" y="6803135"/>
              <a:ext cx="528955" cy="76200"/>
            </a:xfrm>
            <a:custGeom>
              <a:avLst/>
              <a:gdLst/>
              <a:ahLst/>
              <a:cxnLst/>
              <a:rect l="l" t="t" r="r" b="b"/>
              <a:pathLst>
                <a:path w="528954" h="76200">
                  <a:moveTo>
                    <a:pt x="0" y="0"/>
                  </a:moveTo>
                  <a:lnTo>
                    <a:pt x="0" y="76199"/>
                  </a:lnTo>
                  <a:lnTo>
                    <a:pt x="528827" y="76199"/>
                  </a:lnTo>
                  <a:lnTo>
                    <a:pt x="528827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124199" y="6202679"/>
              <a:ext cx="530860" cy="100965"/>
            </a:xfrm>
            <a:custGeom>
              <a:avLst/>
              <a:gdLst/>
              <a:ahLst/>
              <a:cxnLst/>
              <a:rect l="l" t="t" r="r" b="b"/>
              <a:pathLst>
                <a:path w="530860" h="100964">
                  <a:moveTo>
                    <a:pt x="530351" y="50291"/>
                  </a:moveTo>
                  <a:lnTo>
                    <a:pt x="494114" y="25061"/>
                  </a:lnTo>
                  <a:lnTo>
                    <a:pt x="452627" y="14858"/>
                  </a:lnTo>
                  <a:lnTo>
                    <a:pt x="398949" y="6942"/>
                  </a:lnTo>
                  <a:lnTo>
                    <a:pt x="335618" y="1820"/>
                  </a:lnTo>
                  <a:lnTo>
                    <a:pt x="265175" y="0"/>
                  </a:lnTo>
                  <a:lnTo>
                    <a:pt x="194733" y="1820"/>
                  </a:lnTo>
                  <a:lnTo>
                    <a:pt x="131402" y="6942"/>
                  </a:lnTo>
                  <a:lnTo>
                    <a:pt x="77723" y="14858"/>
                  </a:lnTo>
                  <a:lnTo>
                    <a:pt x="36237" y="25061"/>
                  </a:lnTo>
                  <a:lnTo>
                    <a:pt x="0" y="50291"/>
                  </a:lnTo>
                  <a:lnTo>
                    <a:pt x="9482" y="64071"/>
                  </a:lnTo>
                  <a:lnTo>
                    <a:pt x="77723" y="86296"/>
                  </a:lnTo>
                  <a:lnTo>
                    <a:pt x="131402" y="93979"/>
                  </a:lnTo>
                  <a:lnTo>
                    <a:pt x="194733" y="98869"/>
                  </a:lnTo>
                  <a:lnTo>
                    <a:pt x="265175" y="100583"/>
                  </a:lnTo>
                  <a:lnTo>
                    <a:pt x="335618" y="98869"/>
                  </a:lnTo>
                  <a:lnTo>
                    <a:pt x="398949" y="93979"/>
                  </a:lnTo>
                  <a:lnTo>
                    <a:pt x="452627" y="86296"/>
                  </a:lnTo>
                  <a:lnTo>
                    <a:pt x="494114" y="76199"/>
                  </a:lnTo>
                  <a:lnTo>
                    <a:pt x="530351" y="502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24199" y="6202679"/>
              <a:ext cx="530860" cy="100965"/>
            </a:xfrm>
            <a:custGeom>
              <a:avLst/>
              <a:gdLst/>
              <a:ahLst/>
              <a:cxnLst/>
              <a:rect l="l" t="t" r="r" b="b"/>
              <a:pathLst>
                <a:path w="530860" h="100964">
                  <a:moveTo>
                    <a:pt x="265175" y="0"/>
                  </a:moveTo>
                  <a:lnTo>
                    <a:pt x="194733" y="1820"/>
                  </a:lnTo>
                  <a:lnTo>
                    <a:pt x="131402" y="6942"/>
                  </a:lnTo>
                  <a:lnTo>
                    <a:pt x="77723" y="14858"/>
                  </a:lnTo>
                  <a:lnTo>
                    <a:pt x="36237" y="25061"/>
                  </a:lnTo>
                  <a:lnTo>
                    <a:pt x="0" y="50291"/>
                  </a:lnTo>
                  <a:lnTo>
                    <a:pt x="9482" y="64071"/>
                  </a:lnTo>
                  <a:lnTo>
                    <a:pt x="77723" y="86296"/>
                  </a:lnTo>
                  <a:lnTo>
                    <a:pt x="131402" y="93979"/>
                  </a:lnTo>
                  <a:lnTo>
                    <a:pt x="194733" y="98869"/>
                  </a:lnTo>
                  <a:lnTo>
                    <a:pt x="265175" y="100583"/>
                  </a:lnTo>
                  <a:lnTo>
                    <a:pt x="335618" y="98869"/>
                  </a:lnTo>
                  <a:lnTo>
                    <a:pt x="398949" y="93979"/>
                  </a:lnTo>
                  <a:lnTo>
                    <a:pt x="452627" y="86296"/>
                  </a:lnTo>
                  <a:lnTo>
                    <a:pt x="494114" y="76199"/>
                  </a:lnTo>
                  <a:lnTo>
                    <a:pt x="530351" y="50291"/>
                  </a:lnTo>
                  <a:lnTo>
                    <a:pt x="520869" y="37041"/>
                  </a:lnTo>
                  <a:lnTo>
                    <a:pt x="452627" y="14858"/>
                  </a:lnTo>
                  <a:lnTo>
                    <a:pt x="398949" y="6942"/>
                  </a:lnTo>
                  <a:lnTo>
                    <a:pt x="335618" y="1820"/>
                  </a:lnTo>
                  <a:lnTo>
                    <a:pt x="265175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6934454" y="5822957"/>
            <a:ext cx="556895" cy="736600"/>
            <a:chOff x="5054853" y="6203950"/>
            <a:chExt cx="556895" cy="736600"/>
          </a:xfrm>
        </p:grpSpPr>
        <p:sp>
          <p:nvSpPr>
            <p:cNvPr id="37" name="object 37"/>
            <p:cNvSpPr/>
            <p:nvPr/>
          </p:nvSpPr>
          <p:spPr>
            <a:xfrm>
              <a:off x="5061203" y="6268211"/>
              <a:ext cx="544195" cy="629920"/>
            </a:xfrm>
            <a:custGeom>
              <a:avLst/>
              <a:gdLst/>
              <a:ahLst/>
              <a:cxnLst/>
              <a:rect l="l" t="t" r="r" b="b"/>
              <a:pathLst>
                <a:path w="544195" h="629920">
                  <a:moveTo>
                    <a:pt x="544067" y="629411"/>
                  </a:moveTo>
                  <a:lnTo>
                    <a:pt x="544067" y="0"/>
                  </a:lnTo>
                  <a:lnTo>
                    <a:pt x="0" y="0"/>
                  </a:lnTo>
                  <a:lnTo>
                    <a:pt x="0" y="629411"/>
                  </a:lnTo>
                  <a:lnTo>
                    <a:pt x="544067" y="629411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203" y="6266687"/>
              <a:ext cx="544195" cy="631190"/>
            </a:xfrm>
            <a:custGeom>
              <a:avLst/>
              <a:gdLst/>
              <a:ahLst/>
              <a:cxnLst/>
              <a:rect l="l" t="t" r="r" b="b"/>
              <a:pathLst>
                <a:path w="544195" h="631190">
                  <a:moveTo>
                    <a:pt x="0" y="0"/>
                  </a:moveTo>
                  <a:lnTo>
                    <a:pt x="0" y="630935"/>
                  </a:lnTo>
                  <a:lnTo>
                    <a:pt x="544067" y="630935"/>
                  </a:lnTo>
                  <a:lnTo>
                    <a:pt x="544067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067299" y="6275831"/>
              <a:ext cx="528955" cy="100965"/>
            </a:xfrm>
            <a:custGeom>
              <a:avLst/>
              <a:gdLst/>
              <a:ahLst/>
              <a:cxnLst/>
              <a:rect l="l" t="t" r="r" b="b"/>
              <a:pathLst>
                <a:path w="528954" h="100964">
                  <a:moveTo>
                    <a:pt x="528827" y="50291"/>
                  </a:moveTo>
                  <a:lnTo>
                    <a:pt x="492590" y="25061"/>
                  </a:lnTo>
                  <a:lnTo>
                    <a:pt x="451103" y="14858"/>
                  </a:lnTo>
                  <a:lnTo>
                    <a:pt x="397425" y="6942"/>
                  </a:lnTo>
                  <a:lnTo>
                    <a:pt x="334094" y="1820"/>
                  </a:lnTo>
                  <a:lnTo>
                    <a:pt x="263651" y="0"/>
                  </a:lnTo>
                  <a:lnTo>
                    <a:pt x="193851" y="1820"/>
                  </a:lnTo>
                  <a:lnTo>
                    <a:pt x="130951" y="6942"/>
                  </a:lnTo>
                  <a:lnTo>
                    <a:pt x="77533" y="14858"/>
                  </a:lnTo>
                  <a:lnTo>
                    <a:pt x="36180" y="25061"/>
                  </a:lnTo>
                  <a:lnTo>
                    <a:pt x="0" y="50291"/>
                  </a:lnTo>
                  <a:lnTo>
                    <a:pt x="9475" y="63542"/>
                  </a:lnTo>
                  <a:lnTo>
                    <a:pt x="77533" y="85724"/>
                  </a:lnTo>
                  <a:lnTo>
                    <a:pt x="130951" y="93641"/>
                  </a:lnTo>
                  <a:lnTo>
                    <a:pt x="193851" y="98763"/>
                  </a:lnTo>
                  <a:lnTo>
                    <a:pt x="263651" y="100583"/>
                  </a:lnTo>
                  <a:lnTo>
                    <a:pt x="334094" y="98763"/>
                  </a:lnTo>
                  <a:lnTo>
                    <a:pt x="397425" y="93641"/>
                  </a:lnTo>
                  <a:lnTo>
                    <a:pt x="451103" y="85724"/>
                  </a:lnTo>
                  <a:lnTo>
                    <a:pt x="492590" y="75522"/>
                  </a:lnTo>
                  <a:lnTo>
                    <a:pt x="528827" y="50291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67299" y="6275831"/>
              <a:ext cx="528955" cy="100965"/>
            </a:xfrm>
            <a:custGeom>
              <a:avLst/>
              <a:gdLst/>
              <a:ahLst/>
              <a:cxnLst/>
              <a:rect l="l" t="t" r="r" b="b"/>
              <a:pathLst>
                <a:path w="528954" h="100964">
                  <a:moveTo>
                    <a:pt x="263651" y="0"/>
                  </a:moveTo>
                  <a:lnTo>
                    <a:pt x="193851" y="1820"/>
                  </a:lnTo>
                  <a:lnTo>
                    <a:pt x="130951" y="6942"/>
                  </a:lnTo>
                  <a:lnTo>
                    <a:pt x="77533" y="14858"/>
                  </a:lnTo>
                  <a:lnTo>
                    <a:pt x="36180" y="25061"/>
                  </a:lnTo>
                  <a:lnTo>
                    <a:pt x="0" y="50291"/>
                  </a:lnTo>
                  <a:lnTo>
                    <a:pt x="9475" y="63542"/>
                  </a:lnTo>
                  <a:lnTo>
                    <a:pt x="77533" y="85724"/>
                  </a:lnTo>
                  <a:lnTo>
                    <a:pt x="130951" y="93641"/>
                  </a:lnTo>
                  <a:lnTo>
                    <a:pt x="193851" y="98763"/>
                  </a:lnTo>
                  <a:lnTo>
                    <a:pt x="263651" y="100583"/>
                  </a:lnTo>
                  <a:lnTo>
                    <a:pt x="334094" y="98763"/>
                  </a:lnTo>
                  <a:lnTo>
                    <a:pt x="397425" y="93641"/>
                  </a:lnTo>
                  <a:lnTo>
                    <a:pt x="451103" y="85724"/>
                  </a:lnTo>
                  <a:lnTo>
                    <a:pt x="492590" y="75522"/>
                  </a:lnTo>
                  <a:lnTo>
                    <a:pt x="528827" y="50291"/>
                  </a:lnTo>
                  <a:lnTo>
                    <a:pt x="519345" y="37041"/>
                  </a:lnTo>
                  <a:lnTo>
                    <a:pt x="451103" y="14858"/>
                  </a:lnTo>
                  <a:lnTo>
                    <a:pt x="397425" y="6942"/>
                  </a:lnTo>
                  <a:lnTo>
                    <a:pt x="334094" y="1820"/>
                  </a:lnTo>
                  <a:lnTo>
                    <a:pt x="26365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67299" y="6832091"/>
              <a:ext cx="528955" cy="102235"/>
            </a:xfrm>
            <a:custGeom>
              <a:avLst/>
              <a:gdLst/>
              <a:ahLst/>
              <a:cxnLst/>
              <a:rect l="l" t="t" r="r" b="b"/>
              <a:pathLst>
                <a:path w="528954" h="102234">
                  <a:moveTo>
                    <a:pt x="528827" y="51815"/>
                  </a:moveTo>
                  <a:lnTo>
                    <a:pt x="492590" y="25512"/>
                  </a:lnTo>
                  <a:lnTo>
                    <a:pt x="451103" y="15049"/>
                  </a:lnTo>
                  <a:lnTo>
                    <a:pt x="397425" y="6999"/>
                  </a:lnTo>
                  <a:lnTo>
                    <a:pt x="334094" y="1827"/>
                  </a:lnTo>
                  <a:lnTo>
                    <a:pt x="263651" y="0"/>
                  </a:lnTo>
                  <a:lnTo>
                    <a:pt x="193851" y="1827"/>
                  </a:lnTo>
                  <a:lnTo>
                    <a:pt x="130951" y="6999"/>
                  </a:lnTo>
                  <a:lnTo>
                    <a:pt x="77533" y="15049"/>
                  </a:lnTo>
                  <a:lnTo>
                    <a:pt x="36180" y="25512"/>
                  </a:lnTo>
                  <a:lnTo>
                    <a:pt x="0" y="51815"/>
                  </a:lnTo>
                  <a:lnTo>
                    <a:pt x="9475" y="65066"/>
                  </a:lnTo>
                  <a:lnTo>
                    <a:pt x="77533" y="87248"/>
                  </a:lnTo>
                  <a:lnTo>
                    <a:pt x="130951" y="95165"/>
                  </a:lnTo>
                  <a:lnTo>
                    <a:pt x="193851" y="100287"/>
                  </a:lnTo>
                  <a:lnTo>
                    <a:pt x="263651" y="102107"/>
                  </a:lnTo>
                  <a:lnTo>
                    <a:pt x="334094" y="100287"/>
                  </a:lnTo>
                  <a:lnTo>
                    <a:pt x="397425" y="95165"/>
                  </a:lnTo>
                  <a:lnTo>
                    <a:pt x="451103" y="87248"/>
                  </a:lnTo>
                  <a:lnTo>
                    <a:pt x="492590" y="77046"/>
                  </a:lnTo>
                  <a:lnTo>
                    <a:pt x="528827" y="5181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7299" y="6832091"/>
              <a:ext cx="528955" cy="102235"/>
            </a:xfrm>
            <a:custGeom>
              <a:avLst/>
              <a:gdLst/>
              <a:ahLst/>
              <a:cxnLst/>
              <a:rect l="l" t="t" r="r" b="b"/>
              <a:pathLst>
                <a:path w="528954" h="102234">
                  <a:moveTo>
                    <a:pt x="263651" y="0"/>
                  </a:moveTo>
                  <a:lnTo>
                    <a:pt x="193851" y="1827"/>
                  </a:lnTo>
                  <a:lnTo>
                    <a:pt x="130951" y="6999"/>
                  </a:lnTo>
                  <a:lnTo>
                    <a:pt x="77533" y="15049"/>
                  </a:lnTo>
                  <a:lnTo>
                    <a:pt x="36180" y="25512"/>
                  </a:lnTo>
                  <a:lnTo>
                    <a:pt x="0" y="51815"/>
                  </a:lnTo>
                  <a:lnTo>
                    <a:pt x="9475" y="65066"/>
                  </a:lnTo>
                  <a:lnTo>
                    <a:pt x="77533" y="87248"/>
                  </a:lnTo>
                  <a:lnTo>
                    <a:pt x="130951" y="95165"/>
                  </a:lnTo>
                  <a:lnTo>
                    <a:pt x="193851" y="100287"/>
                  </a:lnTo>
                  <a:lnTo>
                    <a:pt x="263651" y="102107"/>
                  </a:lnTo>
                  <a:lnTo>
                    <a:pt x="334094" y="100287"/>
                  </a:lnTo>
                  <a:lnTo>
                    <a:pt x="397425" y="95165"/>
                  </a:lnTo>
                  <a:lnTo>
                    <a:pt x="451103" y="87248"/>
                  </a:lnTo>
                  <a:lnTo>
                    <a:pt x="492590" y="77046"/>
                  </a:lnTo>
                  <a:lnTo>
                    <a:pt x="528827" y="51815"/>
                  </a:lnTo>
                  <a:lnTo>
                    <a:pt x="519345" y="37923"/>
                  </a:lnTo>
                  <a:lnTo>
                    <a:pt x="451103" y="15049"/>
                  </a:lnTo>
                  <a:lnTo>
                    <a:pt x="397425" y="6999"/>
                  </a:lnTo>
                  <a:lnTo>
                    <a:pt x="334094" y="1827"/>
                  </a:lnTo>
                  <a:lnTo>
                    <a:pt x="26365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065775" y="6812279"/>
              <a:ext cx="528955" cy="76200"/>
            </a:xfrm>
            <a:custGeom>
              <a:avLst/>
              <a:gdLst/>
              <a:ahLst/>
              <a:cxnLst/>
              <a:rect l="l" t="t" r="r" b="b"/>
              <a:pathLst>
                <a:path w="528954" h="76200">
                  <a:moveTo>
                    <a:pt x="528827" y="76199"/>
                  </a:moveTo>
                  <a:lnTo>
                    <a:pt x="528827" y="0"/>
                  </a:lnTo>
                  <a:lnTo>
                    <a:pt x="0" y="0"/>
                  </a:lnTo>
                  <a:lnTo>
                    <a:pt x="0" y="76199"/>
                  </a:lnTo>
                  <a:lnTo>
                    <a:pt x="528827" y="76199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065775" y="6812279"/>
              <a:ext cx="528955" cy="76200"/>
            </a:xfrm>
            <a:custGeom>
              <a:avLst/>
              <a:gdLst/>
              <a:ahLst/>
              <a:cxnLst/>
              <a:rect l="l" t="t" r="r" b="b"/>
              <a:pathLst>
                <a:path w="528954" h="76200">
                  <a:moveTo>
                    <a:pt x="0" y="0"/>
                  </a:moveTo>
                  <a:lnTo>
                    <a:pt x="0" y="76199"/>
                  </a:lnTo>
                  <a:lnTo>
                    <a:pt x="528827" y="76199"/>
                  </a:lnTo>
                  <a:lnTo>
                    <a:pt x="528827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067299" y="6210299"/>
              <a:ext cx="528955" cy="105410"/>
            </a:xfrm>
            <a:custGeom>
              <a:avLst/>
              <a:gdLst/>
              <a:ahLst/>
              <a:cxnLst/>
              <a:rect l="l" t="t" r="r" b="b"/>
              <a:pathLst>
                <a:path w="528954" h="105410">
                  <a:moveTo>
                    <a:pt x="528827" y="51815"/>
                  </a:moveTo>
                  <a:lnTo>
                    <a:pt x="492590" y="25512"/>
                  </a:lnTo>
                  <a:lnTo>
                    <a:pt x="451103" y="15049"/>
                  </a:lnTo>
                  <a:lnTo>
                    <a:pt x="397425" y="6999"/>
                  </a:lnTo>
                  <a:lnTo>
                    <a:pt x="334094" y="1827"/>
                  </a:lnTo>
                  <a:lnTo>
                    <a:pt x="263651" y="0"/>
                  </a:lnTo>
                  <a:lnTo>
                    <a:pt x="193851" y="1827"/>
                  </a:lnTo>
                  <a:lnTo>
                    <a:pt x="130951" y="6999"/>
                  </a:lnTo>
                  <a:lnTo>
                    <a:pt x="77533" y="15049"/>
                  </a:lnTo>
                  <a:lnTo>
                    <a:pt x="36180" y="25512"/>
                  </a:lnTo>
                  <a:lnTo>
                    <a:pt x="0" y="51815"/>
                  </a:lnTo>
                  <a:lnTo>
                    <a:pt x="9475" y="65821"/>
                  </a:lnTo>
                  <a:lnTo>
                    <a:pt x="77533" y="89344"/>
                  </a:lnTo>
                  <a:lnTo>
                    <a:pt x="130951" y="97761"/>
                  </a:lnTo>
                  <a:lnTo>
                    <a:pt x="193851" y="103215"/>
                  </a:lnTo>
                  <a:lnTo>
                    <a:pt x="263651" y="105155"/>
                  </a:lnTo>
                  <a:lnTo>
                    <a:pt x="334094" y="103215"/>
                  </a:lnTo>
                  <a:lnTo>
                    <a:pt x="397425" y="97761"/>
                  </a:lnTo>
                  <a:lnTo>
                    <a:pt x="451103" y="89344"/>
                  </a:lnTo>
                  <a:lnTo>
                    <a:pt x="492590" y="78514"/>
                  </a:lnTo>
                  <a:lnTo>
                    <a:pt x="528827" y="518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067299" y="6210299"/>
              <a:ext cx="528955" cy="105410"/>
            </a:xfrm>
            <a:custGeom>
              <a:avLst/>
              <a:gdLst/>
              <a:ahLst/>
              <a:cxnLst/>
              <a:rect l="l" t="t" r="r" b="b"/>
              <a:pathLst>
                <a:path w="528954" h="105410">
                  <a:moveTo>
                    <a:pt x="263651" y="0"/>
                  </a:moveTo>
                  <a:lnTo>
                    <a:pt x="193851" y="1827"/>
                  </a:lnTo>
                  <a:lnTo>
                    <a:pt x="130951" y="6999"/>
                  </a:lnTo>
                  <a:lnTo>
                    <a:pt x="77533" y="15049"/>
                  </a:lnTo>
                  <a:lnTo>
                    <a:pt x="36180" y="25512"/>
                  </a:lnTo>
                  <a:lnTo>
                    <a:pt x="0" y="51815"/>
                  </a:lnTo>
                  <a:lnTo>
                    <a:pt x="9475" y="65821"/>
                  </a:lnTo>
                  <a:lnTo>
                    <a:pt x="77533" y="89344"/>
                  </a:lnTo>
                  <a:lnTo>
                    <a:pt x="130951" y="97761"/>
                  </a:lnTo>
                  <a:lnTo>
                    <a:pt x="193851" y="103215"/>
                  </a:lnTo>
                  <a:lnTo>
                    <a:pt x="263651" y="105155"/>
                  </a:lnTo>
                  <a:lnTo>
                    <a:pt x="334094" y="103215"/>
                  </a:lnTo>
                  <a:lnTo>
                    <a:pt x="397425" y="97761"/>
                  </a:lnTo>
                  <a:lnTo>
                    <a:pt x="451103" y="89344"/>
                  </a:lnTo>
                  <a:lnTo>
                    <a:pt x="492590" y="78514"/>
                  </a:lnTo>
                  <a:lnTo>
                    <a:pt x="528827" y="51815"/>
                  </a:lnTo>
                  <a:lnTo>
                    <a:pt x="519345" y="37923"/>
                  </a:lnTo>
                  <a:lnTo>
                    <a:pt x="451103" y="15049"/>
                  </a:lnTo>
                  <a:lnTo>
                    <a:pt x="397425" y="6999"/>
                  </a:lnTo>
                  <a:lnTo>
                    <a:pt x="334094" y="1827"/>
                  </a:lnTo>
                  <a:lnTo>
                    <a:pt x="26365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/>
          <p:nvPr/>
        </p:nvSpPr>
        <p:spPr>
          <a:xfrm>
            <a:off x="5390896" y="4823467"/>
            <a:ext cx="483234" cy="737870"/>
          </a:xfrm>
          <a:custGeom>
            <a:avLst/>
            <a:gdLst/>
            <a:ahLst/>
            <a:cxnLst/>
            <a:rect l="l" t="t" r="r" b="b"/>
            <a:pathLst>
              <a:path w="483235" h="737870">
                <a:moveTo>
                  <a:pt x="65883" y="568245"/>
                </a:moveTo>
                <a:lnTo>
                  <a:pt x="28956" y="483108"/>
                </a:lnTo>
                <a:lnTo>
                  <a:pt x="0" y="737616"/>
                </a:lnTo>
                <a:lnTo>
                  <a:pt x="45981" y="710661"/>
                </a:lnTo>
                <a:lnTo>
                  <a:pt x="45981" y="603456"/>
                </a:lnTo>
                <a:lnTo>
                  <a:pt x="51816" y="589788"/>
                </a:lnTo>
                <a:lnTo>
                  <a:pt x="65883" y="568245"/>
                </a:lnTo>
                <a:close/>
              </a:path>
              <a:path w="483235" h="737870">
                <a:moveTo>
                  <a:pt x="130092" y="609085"/>
                </a:moveTo>
                <a:lnTo>
                  <a:pt x="91440" y="609515"/>
                </a:lnTo>
                <a:lnTo>
                  <a:pt x="83820" y="609600"/>
                </a:lnTo>
                <a:lnTo>
                  <a:pt x="65883" y="568245"/>
                </a:lnTo>
                <a:lnTo>
                  <a:pt x="51816" y="589788"/>
                </a:lnTo>
                <a:lnTo>
                  <a:pt x="45981" y="603456"/>
                </a:lnTo>
                <a:lnTo>
                  <a:pt x="46291" y="617982"/>
                </a:lnTo>
                <a:lnTo>
                  <a:pt x="52030" y="631364"/>
                </a:lnTo>
                <a:lnTo>
                  <a:pt x="62484" y="641604"/>
                </a:lnTo>
                <a:lnTo>
                  <a:pt x="76819" y="647438"/>
                </a:lnTo>
                <a:lnTo>
                  <a:pt x="91440" y="647128"/>
                </a:lnTo>
                <a:lnTo>
                  <a:pt x="104917" y="641389"/>
                </a:lnTo>
                <a:lnTo>
                  <a:pt x="115824" y="630936"/>
                </a:lnTo>
                <a:lnTo>
                  <a:pt x="130092" y="609085"/>
                </a:lnTo>
                <a:close/>
              </a:path>
              <a:path w="483235" h="737870">
                <a:moveTo>
                  <a:pt x="220980" y="608076"/>
                </a:moveTo>
                <a:lnTo>
                  <a:pt x="130092" y="609085"/>
                </a:lnTo>
                <a:lnTo>
                  <a:pt x="115824" y="630936"/>
                </a:lnTo>
                <a:lnTo>
                  <a:pt x="104917" y="641389"/>
                </a:lnTo>
                <a:lnTo>
                  <a:pt x="91440" y="647128"/>
                </a:lnTo>
                <a:lnTo>
                  <a:pt x="76819" y="647438"/>
                </a:lnTo>
                <a:lnTo>
                  <a:pt x="62484" y="641604"/>
                </a:lnTo>
                <a:lnTo>
                  <a:pt x="52030" y="631364"/>
                </a:lnTo>
                <a:lnTo>
                  <a:pt x="46291" y="617982"/>
                </a:lnTo>
                <a:lnTo>
                  <a:pt x="45981" y="603456"/>
                </a:lnTo>
                <a:lnTo>
                  <a:pt x="45981" y="710661"/>
                </a:lnTo>
                <a:lnTo>
                  <a:pt x="220980" y="608076"/>
                </a:lnTo>
                <a:close/>
              </a:path>
              <a:path w="483235" h="737870">
                <a:moveTo>
                  <a:pt x="417312" y="169236"/>
                </a:moveTo>
                <a:lnTo>
                  <a:pt x="399288" y="126492"/>
                </a:lnTo>
                <a:lnTo>
                  <a:pt x="354018" y="126994"/>
                </a:lnTo>
                <a:lnTo>
                  <a:pt x="65883" y="568245"/>
                </a:lnTo>
                <a:lnTo>
                  <a:pt x="83820" y="609600"/>
                </a:lnTo>
                <a:lnTo>
                  <a:pt x="130092" y="609085"/>
                </a:lnTo>
                <a:lnTo>
                  <a:pt x="417312" y="169236"/>
                </a:lnTo>
                <a:close/>
              </a:path>
              <a:path w="483235" h="737870">
                <a:moveTo>
                  <a:pt x="483108" y="0"/>
                </a:moveTo>
                <a:lnTo>
                  <a:pt x="262128" y="128016"/>
                </a:lnTo>
                <a:lnTo>
                  <a:pt x="354018" y="126994"/>
                </a:lnTo>
                <a:lnTo>
                  <a:pt x="367284" y="106680"/>
                </a:lnTo>
                <a:lnTo>
                  <a:pt x="378190" y="95559"/>
                </a:lnTo>
                <a:lnTo>
                  <a:pt x="391668" y="89725"/>
                </a:lnTo>
                <a:lnTo>
                  <a:pt x="406288" y="89320"/>
                </a:lnTo>
                <a:lnTo>
                  <a:pt x="420624" y="94488"/>
                </a:lnTo>
                <a:lnTo>
                  <a:pt x="431077" y="105394"/>
                </a:lnTo>
                <a:lnTo>
                  <a:pt x="436816" y="118872"/>
                </a:lnTo>
                <a:lnTo>
                  <a:pt x="437126" y="133492"/>
                </a:lnTo>
                <a:lnTo>
                  <a:pt x="437126" y="216222"/>
                </a:lnTo>
                <a:lnTo>
                  <a:pt x="452628" y="252984"/>
                </a:lnTo>
                <a:lnTo>
                  <a:pt x="483108" y="0"/>
                </a:lnTo>
                <a:close/>
              </a:path>
              <a:path w="483235" h="737870">
                <a:moveTo>
                  <a:pt x="437126" y="133492"/>
                </a:moveTo>
                <a:lnTo>
                  <a:pt x="436816" y="118872"/>
                </a:lnTo>
                <a:lnTo>
                  <a:pt x="431077" y="105394"/>
                </a:lnTo>
                <a:lnTo>
                  <a:pt x="420624" y="94488"/>
                </a:lnTo>
                <a:lnTo>
                  <a:pt x="406288" y="89320"/>
                </a:lnTo>
                <a:lnTo>
                  <a:pt x="391668" y="89725"/>
                </a:lnTo>
                <a:lnTo>
                  <a:pt x="378190" y="95559"/>
                </a:lnTo>
                <a:lnTo>
                  <a:pt x="367284" y="106680"/>
                </a:lnTo>
                <a:lnTo>
                  <a:pt x="354018" y="126994"/>
                </a:lnTo>
                <a:lnTo>
                  <a:pt x="391668" y="126576"/>
                </a:lnTo>
                <a:lnTo>
                  <a:pt x="399288" y="126492"/>
                </a:lnTo>
                <a:lnTo>
                  <a:pt x="417312" y="169236"/>
                </a:lnTo>
                <a:lnTo>
                  <a:pt x="431292" y="147828"/>
                </a:lnTo>
                <a:lnTo>
                  <a:pt x="437126" y="133492"/>
                </a:lnTo>
                <a:close/>
              </a:path>
              <a:path w="483235" h="737870">
                <a:moveTo>
                  <a:pt x="437126" y="216222"/>
                </a:moveTo>
                <a:lnTo>
                  <a:pt x="437126" y="133492"/>
                </a:lnTo>
                <a:lnTo>
                  <a:pt x="431292" y="147828"/>
                </a:lnTo>
                <a:lnTo>
                  <a:pt x="417312" y="169236"/>
                </a:lnTo>
                <a:lnTo>
                  <a:pt x="437126" y="216222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184900" y="4864616"/>
            <a:ext cx="228600" cy="748665"/>
          </a:xfrm>
          <a:custGeom>
            <a:avLst/>
            <a:gdLst/>
            <a:ahLst/>
            <a:cxnLst/>
            <a:rect l="l" t="t" r="r" b="b"/>
            <a:pathLst>
              <a:path w="228600" h="748664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177800"/>
                </a:lnTo>
                <a:lnTo>
                  <a:pt x="76200" y="152400"/>
                </a:lnTo>
                <a:lnTo>
                  <a:pt x="79152" y="137445"/>
                </a:lnTo>
                <a:lnTo>
                  <a:pt x="87249" y="125349"/>
                </a:lnTo>
                <a:lnTo>
                  <a:pt x="99345" y="117252"/>
                </a:lnTo>
                <a:lnTo>
                  <a:pt x="114300" y="114300"/>
                </a:lnTo>
                <a:lnTo>
                  <a:pt x="129254" y="117252"/>
                </a:lnTo>
                <a:lnTo>
                  <a:pt x="141351" y="125349"/>
                </a:lnTo>
                <a:lnTo>
                  <a:pt x="149447" y="137445"/>
                </a:lnTo>
                <a:lnTo>
                  <a:pt x="152400" y="152400"/>
                </a:lnTo>
                <a:lnTo>
                  <a:pt x="152400" y="177800"/>
                </a:lnTo>
                <a:lnTo>
                  <a:pt x="228600" y="228600"/>
                </a:lnTo>
                <a:close/>
              </a:path>
              <a:path w="228600" h="748664">
                <a:moveTo>
                  <a:pt x="228600" y="519684"/>
                </a:moveTo>
                <a:lnTo>
                  <a:pt x="114300" y="595884"/>
                </a:lnTo>
                <a:lnTo>
                  <a:pt x="0" y="519684"/>
                </a:lnTo>
                <a:lnTo>
                  <a:pt x="76200" y="672084"/>
                </a:lnTo>
                <a:lnTo>
                  <a:pt x="76200" y="595884"/>
                </a:lnTo>
                <a:lnTo>
                  <a:pt x="79152" y="610838"/>
                </a:lnTo>
                <a:lnTo>
                  <a:pt x="87249" y="622935"/>
                </a:lnTo>
                <a:lnTo>
                  <a:pt x="99345" y="631031"/>
                </a:lnTo>
                <a:lnTo>
                  <a:pt x="114300" y="633984"/>
                </a:lnTo>
                <a:lnTo>
                  <a:pt x="129254" y="631031"/>
                </a:lnTo>
                <a:lnTo>
                  <a:pt x="141351" y="622935"/>
                </a:lnTo>
                <a:lnTo>
                  <a:pt x="149447" y="610838"/>
                </a:lnTo>
                <a:lnTo>
                  <a:pt x="152400" y="595884"/>
                </a:lnTo>
                <a:lnTo>
                  <a:pt x="152400" y="672084"/>
                </a:lnTo>
                <a:lnTo>
                  <a:pt x="228600" y="519684"/>
                </a:lnTo>
                <a:close/>
              </a:path>
              <a:path w="228600" h="748664">
                <a:moveTo>
                  <a:pt x="152400" y="177800"/>
                </a:moveTo>
                <a:lnTo>
                  <a:pt x="152400" y="152400"/>
                </a:lnTo>
                <a:lnTo>
                  <a:pt x="149447" y="137445"/>
                </a:lnTo>
                <a:lnTo>
                  <a:pt x="141351" y="125349"/>
                </a:lnTo>
                <a:lnTo>
                  <a:pt x="129254" y="117252"/>
                </a:lnTo>
                <a:lnTo>
                  <a:pt x="114300" y="114300"/>
                </a:lnTo>
                <a:lnTo>
                  <a:pt x="99345" y="117252"/>
                </a:lnTo>
                <a:lnTo>
                  <a:pt x="87249" y="125349"/>
                </a:lnTo>
                <a:lnTo>
                  <a:pt x="79152" y="137445"/>
                </a:lnTo>
                <a:lnTo>
                  <a:pt x="76200" y="152400"/>
                </a:lnTo>
                <a:lnTo>
                  <a:pt x="76200" y="177800"/>
                </a:lnTo>
                <a:lnTo>
                  <a:pt x="114300" y="152400"/>
                </a:lnTo>
                <a:lnTo>
                  <a:pt x="152400" y="177800"/>
                </a:lnTo>
                <a:close/>
              </a:path>
              <a:path w="228600" h="748664">
                <a:moveTo>
                  <a:pt x="152400" y="570484"/>
                </a:moveTo>
                <a:lnTo>
                  <a:pt x="152400" y="177800"/>
                </a:lnTo>
                <a:lnTo>
                  <a:pt x="114300" y="152400"/>
                </a:lnTo>
                <a:lnTo>
                  <a:pt x="76200" y="177800"/>
                </a:lnTo>
                <a:lnTo>
                  <a:pt x="76200" y="570484"/>
                </a:lnTo>
                <a:lnTo>
                  <a:pt x="114300" y="595884"/>
                </a:lnTo>
                <a:lnTo>
                  <a:pt x="152400" y="570484"/>
                </a:lnTo>
                <a:close/>
              </a:path>
              <a:path w="228600" h="748664">
                <a:moveTo>
                  <a:pt x="152400" y="672084"/>
                </a:moveTo>
                <a:lnTo>
                  <a:pt x="152400" y="595884"/>
                </a:lnTo>
                <a:lnTo>
                  <a:pt x="149447" y="610838"/>
                </a:lnTo>
                <a:lnTo>
                  <a:pt x="141351" y="622935"/>
                </a:lnTo>
                <a:lnTo>
                  <a:pt x="129254" y="631031"/>
                </a:lnTo>
                <a:lnTo>
                  <a:pt x="114300" y="633984"/>
                </a:lnTo>
                <a:lnTo>
                  <a:pt x="99345" y="631031"/>
                </a:lnTo>
                <a:lnTo>
                  <a:pt x="87249" y="622935"/>
                </a:lnTo>
                <a:lnTo>
                  <a:pt x="79152" y="610838"/>
                </a:lnTo>
                <a:lnTo>
                  <a:pt x="76200" y="595884"/>
                </a:lnTo>
                <a:lnTo>
                  <a:pt x="76200" y="672084"/>
                </a:lnTo>
                <a:lnTo>
                  <a:pt x="114300" y="748284"/>
                </a:lnTo>
                <a:lnTo>
                  <a:pt x="152400" y="672084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933184" y="4925575"/>
            <a:ext cx="325120" cy="728980"/>
          </a:xfrm>
          <a:custGeom>
            <a:avLst/>
            <a:gdLst/>
            <a:ahLst/>
            <a:cxnLst/>
            <a:rect l="l" t="t" r="r" b="b"/>
            <a:pathLst>
              <a:path w="325120" h="728979">
                <a:moveTo>
                  <a:pt x="214884" y="176784"/>
                </a:moveTo>
                <a:lnTo>
                  <a:pt x="28956" y="0"/>
                </a:lnTo>
                <a:lnTo>
                  <a:pt x="0" y="254508"/>
                </a:lnTo>
                <a:lnTo>
                  <a:pt x="43291" y="195984"/>
                </a:lnTo>
                <a:lnTo>
                  <a:pt x="43291" y="141851"/>
                </a:lnTo>
                <a:lnTo>
                  <a:pt x="46863" y="127444"/>
                </a:lnTo>
                <a:lnTo>
                  <a:pt x="55578" y="115609"/>
                </a:lnTo>
                <a:lnTo>
                  <a:pt x="68580" y="108204"/>
                </a:lnTo>
                <a:lnTo>
                  <a:pt x="83486" y="105775"/>
                </a:lnTo>
                <a:lnTo>
                  <a:pt x="97536" y="109347"/>
                </a:lnTo>
                <a:lnTo>
                  <a:pt x="109299" y="118062"/>
                </a:lnTo>
                <a:lnTo>
                  <a:pt x="117348" y="131064"/>
                </a:lnTo>
                <a:lnTo>
                  <a:pt x="125828" y="154264"/>
                </a:lnTo>
                <a:lnTo>
                  <a:pt x="214669" y="176729"/>
                </a:lnTo>
                <a:lnTo>
                  <a:pt x="214884" y="176784"/>
                </a:lnTo>
                <a:close/>
              </a:path>
              <a:path w="325120" h="728979">
                <a:moveTo>
                  <a:pt x="125828" y="154264"/>
                </a:moveTo>
                <a:lnTo>
                  <a:pt x="117348" y="131064"/>
                </a:lnTo>
                <a:lnTo>
                  <a:pt x="109299" y="118062"/>
                </a:lnTo>
                <a:lnTo>
                  <a:pt x="97536" y="109347"/>
                </a:lnTo>
                <a:lnTo>
                  <a:pt x="83486" y="105775"/>
                </a:lnTo>
                <a:lnTo>
                  <a:pt x="68580" y="108204"/>
                </a:lnTo>
                <a:lnTo>
                  <a:pt x="55578" y="115609"/>
                </a:lnTo>
                <a:lnTo>
                  <a:pt x="46863" y="127444"/>
                </a:lnTo>
                <a:lnTo>
                  <a:pt x="43291" y="141851"/>
                </a:lnTo>
                <a:lnTo>
                  <a:pt x="45720" y="156972"/>
                </a:lnTo>
                <a:lnTo>
                  <a:pt x="54460" y="180885"/>
                </a:lnTo>
                <a:lnTo>
                  <a:pt x="82296" y="143256"/>
                </a:lnTo>
                <a:lnTo>
                  <a:pt x="125828" y="154264"/>
                </a:lnTo>
                <a:close/>
              </a:path>
              <a:path w="325120" h="728979">
                <a:moveTo>
                  <a:pt x="54460" y="180885"/>
                </a:moveTo>
                <a:lnTo>
                  <a:pt x="45720" y="156972"/>
                </a:lnTo>
                <a:lnTo>
                  <a:pt x="43291" y="141851"/>
                </a:lnTo>
                <a:lnTo>
                  <a:pt x="43291" y="195984"/>
                </a:lnTo>
                <a:lnTo>
                  <a:pt x="54460" y="180885"/>
                </a:lnTo>
                <a:close/>
              </a:path>
              <a:path w="325120" h="728979">
                <a:moveTo>
                  <a:pt x="269903" y="548432"/>
                </a:moveTo>
                <a:lnTo>
                  <a:pt x="125828" y="154264"/>
                </a:lnTo>
                <a:lnTo>
                  <a:pt x="82296" y="143256"/>
                </a:lnTo>
                <a:lnTo>
                  <a:pt x="54460" y="180885"/>
                </a:lnTo>
                <a:lnTo>
                  <a:pt x="198373" y="574609"/>
                </a:lnTo>
                <a:lnTo>
                  <a:pt x="242316" y="585216"/>
                </a:lnTo>
                <a:lnTo>
                  <a:pt x="269903" y="548432"/>
                </a:lnTo>
                <a:close/>
              </a:path>
              <a:path w="325120" h="728979">
                <a:moveTo>
                  <a:pt x="280677" y="715685"/>
                </a:moveTo>
                <a:lnTo>
                  <a:pt x="280677" y="587930"/>
                </a:lnTo>
                <a:lnTo>
                  <a:pt x="277177" y="601980"/>
                </a:lnTo>
                <a:lnTo>
                  <a:pt x="268819" y="613743"/>
                </a:lnTo>
                <a:lnTo>
                  <a:pt x="256032" y="621792"/>
                </a:lnTo>
                <a:lnTo>
                  <a:pt x="240911" y="624220"/>
                </a:lnTo>
                <a:lnTo>
                  <a:pt x="226504" y="620649"/>
                </a:lnTo>
                <a:lnTo>
                  <a:pt x="214669" y="611933"/>
                </a:lnTo>
                <a:lnTo>
                  <a:pt x="207264" y="598932"/>
                </a:lnTo>
                <a:lnTo>
                  <a:pt x="198373" y="574609"/>
                </a:lnTo>
                <a:lnTo>
                  <a:pt x="109728" y="553212"/>
                </a:lnTo>
                <a:lnTo>
                  <a:pt x="280677" y="715685"/>
                </a:lnTo>
                <a:close/>
              </a:path>
              <a:path w="325120" h="728979">
                <a:moveTo>
                  <a:pt x="280677" y="587930"/>
                </a:moveTo>
                <a:lnTo>
                  <a:pt x="278892" y="573024"/>
                </a:lnTo>
                <a:lnTo>
                  <a:pt x="269903" y="548432"/>
                </a:lnTo>
                <a:lnTo>
                  <a:pt x="242316" y="585216"/>
                </a:lnTo>
                <a:lnTo>
                  <a:pt x="198373" y="574609"/>
                </a:lnTo>
                <a:lnTo>
                  <a:pt x="207264" y="598932"/>
                </a:lnTo>
                <a:lnTo>
                  <a:pt x="214669" y="611933"/>
                </a:lnTo>
                <a:lnTo>
                  <a:pt x="226504" y="620649"/>
                </a:lnTo>
                <a:lnTo>
                  <a:pt x="240911" y="624220"/>
                </a:lnTo>
                <a:lnTo>
                  <a:pt x="256032" y="621792"/>
                </a:lnTo>
                <a:lnTo>
                  <a:pt x="268819" y="613743"/>
                </a:lnTo>
                <a:lnTo>
                  <a:pt x="277177" y="601980"/>
                </a:lnTo>
                <a:lnTo>
                  <a:pt x="280677" y="587930"/>
                </a:lnTo>
                <a:close/>
              </a:path>
              <a:path w="325120" h="728979">
                <a:moveTo>
                  <a:pt x="324612" y="475488"/>
                </a:moveTo>
                <a:lnTo>
                  <a:pt x="269903" y="548432"/>
                </a:lnTo>
                <a:lnTo>
                  <a:pt x="278892" y="573024"/>
                </a:lnTo>
                <a:lnTo>
                  <a:pt x="280677" y="587930"/>
                </a:lnTo>
                <a:lnTo>
                  <a:pt x="280677" y="715685"/>
                </a:lnTo>
                <a:lnTo>
                  <a:pt x="294132" y="728472"/>
                </a:lnTo>
                <a:lnTo>
                  <a:pt x="324612" y="475488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439920" y="2961139"/>
            <a:ext cx="739140" cy="844550"/>
          </a:xfrm>
          <a:custGeom>
            <a:avLst/>
            <a:gdLst/>
            <a:ahLst/>
            <a:cxnLst/>
            <a:rect l="l" t="t" r="r" b="b"/>
            <a:pathLst>
              <a:path w="739139" h="844550">
                <a:moveTo>
                  <a:pt x="236220" y="96012"/>
                </a:moveTo>
                <a:lnTo>
                  <a:pt x="0" y="0"/>
                </a:lnTo>
                <a:lnTo>
                  <a:pt x="62484" y="241009"/>
                </a:lnTo>
                <a:lnTo>
                  <a:pt x="62484" y="111442"/>
                </a:lnTo>
                <a:lnTo>
                  <a:pt x="66484" y="97321"/>
                </a:lnTo>
                <a:lnTo>
                  <a:pt x="76200" y="85344"/>
                </a:lnTo>
                <a:lnTo>
                  <a:pt x="89034" y="77914"/>
                </a:lnTo>
                <a:lnTo>
                  <a:pt x="103441" y="76200"/>
                </a:lnTo>
                <a:lnTo>
                  <a:pt x="117562" y="80200"/>
                </a:lnTo>
                <a:lnTo>
                  <a:pt x="129540" y="89916"/>
                </a:lnTo>
                <a:lnTo>
                  <a:pt x="145584" y="108232"/>
                </a:lnTo>
                <a:lnTo>
                  <a:pt x="236220" y="96012"/>
                </a:lnTo>
                <a:close/>
              </a:path>
              <a:path w="739139" h="844550">
                <a:moveTo>
                  <a:pt x="145584" y="108232"/>
                </a:moveTo>
                <a:lnTo>
                  <a:pt x="129540" y="89916"/>
                </a:lnTo>
                <a:lnTo>
                  <a:pt x="117562" y="80200"/>
                </a:lnTo>
                <a:lnTo>
                  <a:pt x="103441" y="76200"/>
                </a:lnTo>
                <a:lnTo>
                  <a:pt x="89034" y="77914"/>
                </a:lnTo>
                <a:lnTo>
                  <a:pt x="76200" y="85344"/>
                </a:lnTo>
                <a:lnTo>
                  <a:pt x="66484" y="97321"/>
                </a:lnTo>
                <a:lnTo>
                  <a:pt x="62484" y="111442"/>
                </a:lnTo>
                <a:lnTo>
                  <a:pt x="64198" y="125849"/>
                </a:lnTo>
                <a:lnTo>
                  <a:pt x="71628" y="138684"/>
                </a:lnTo>
                <a:lnTo>
                  <a:pt x="88523" y="158020"/>
                </a:lnTo>
                <a:lnTo>
                  <a:pt x="100584" y="114300"/>
                </a:lnTo>
                <a:lnTo>
                  <a:pt x="145584" y="108232"/>
                </a:lnTo>
                <a:close/>
              </a:path>
              <a:path w="739139" h="844550">
                <a:moveTo>
                  <a:pt x="88523" y="158020"/>
                </a:moveTo>
                <a:lnTo>
                  <a:pt x="71628" y="138684"/>
                </a:lnTo>
                <a:lnTo>
                  <a:pt x="64198" y="125849"/>
                </a:lnTo>
                <a:lnTo>
                  <a:pt x="62484" y="111442"/>
                </a:lnTo>
                <a:lnTo>
                  <a:pt x="62484" y="241009"/>
                </a:lnTo>
                <a:lnTo>
                  <a:pt x="64008" y="246888"/>
                </a:lnTo>
                <a:lnTo>
                  <a:pt x="88523" y="158020"/>
                </a:lnTo>
                <a:close/>
              </a:path>
              <a:path w="739139" h="844550">
                <a:moveTo>
                  <a:pt x="650530" y="684701"/>
                </a:moveTo>
                <a:lnTo>
                  <a:pt x="145584" y="108232"/>
                </a:lnTo>
                <a:lnTo>
                  <a:pt x="100584" y="114300"/>
                </a:lnTo>
                <a:lnTo>
                  <a:pt x="88523" y="158020"/>
                </a:lnTo>
                <a:lnTo>
                  <a:pt x="593143" y="735546"/>
                </a:lnTo>
                <a:lnTo>
                  <a:pt x="638556" y="729996"/>
                </a:lnTo>
                <a:lnTo>
                  <a:pt x="650530" y="684701"/>
                </a:lnTo>
                <a:close/>
              </a:path>
              <a:path w="739139" h="844550">
                <a:moveTo>
                  <a:pt x="676656" y="818661"/>
                </a:moveTo>
                <a:lnTo>
                  <a:pt x="676656" y="731329"/>
                </a:lnTo>
                <a:lnTo>
                  <a:pt x="672655" y="745450"/>
                </a:lnTo>
                <a:lnTo>
                  <a:pt x="662940" y="757428"/>
                </a:lnTo>
                <a:lnTo>
                  <a:pt x="650105" y="764881"/>
                </a:lnTo>
                <a:lnTo>
                  <a:pt x="635698" y="766762"/>
                </a:lnTo>
                <a:lnTo>
                  <a:pt x="621577" y="763214"/>
                </a:lnTo>
                <a:lnTo>
                  <a:pt x="609600" y="754380"/>
                </a:lnTo>
                <a:lnTo>
                  <a:pt x="593143" y="735546"/>
                </a:lnTo>
                <a:lnTo>
                  <a:pt x="501396" y="746760"/>
                </a:lnTo>
                <a:lnTo>
                  <a:pt x="676656" y="818661"/>
                </a:lnTo>
                <a:close/>
              </a:path>
              <a:path w="739139" h="844550">
                <a:moveTo>
                  <a:pt x="676656" y="731329"/>
                </a:moveTo>
                <a:lnTo>
                  <a:pt x="674941" y="716922"/>
                </a:lnTo>
                <a:lnTo>
                  <a:pt x="667512" y="704088"/>
                </a:lnTo>
                <a:lnTo>
                  <a:pt x="650530" y="684701"/>
                </a:lnTo>
                <a:lnTo>
                  <a:pt x="638556" y="729996"/>
                </a:lnTo>
                <a:lnTo>
                  <a:pt x="593143" y="735546"/>
                </a:lnTo>
                <a:lnTo>
                  <a:pt x="609600" y="754380"/>
                </a:lnTo>
                <a:lnTo>
                  <a:pt x="621577" y="763214"/>
                </a:lnTo>
                <a:lnTo>
                  <a:pt x="635698" y="766762"/>
                </a:lnTo>
                <a:lnTo>
                  <a:pt x="650105" y="764881"/>
                </a:lnTo>
                <a:lnTo>
                  <a:pt x="662940" y="757428"/>
                </a:lnTo>
                <a:lnTo>
                  <a:pt x="672655" y="745450"/>
                </a:lnTo>
                <a:lnTo>
                  <a:pt x="676656" y="731329"/>
                </a:lnTo>
                <a:close/>
              </a:path>
              <a:path w="739139" h="844550">
                <a:moveTo>
                  <a:pt x="739140" y="844296"/>
                </a:moveTo>
                <a:lnTo>
                  <a:pt x="673608" y="597408"/>
                </a:lnTo>
                <a:lnTo>
                  <a:pt x="650530" y="684701"/>
                </a:lnTo>
                <a:lnTo>
                  <a:pt x="667512" y="704088"/>
                </a:lnTo>
                <a:lnTo>
                  <a:pt x="674941" y="716922"/>
                </a:lnTo>
                <a:lnTo>
                  <a:pt x="676656" y="731329"/>
                </a:lnTo>
                <a:lnTo>
                  <a:pt x="676656" y="818661"/>
                </a:lnTo>
                <a:lnTo>
                  <a:pt x="739140" y="844296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163564" y="2898655"/>
            <a:ext cx="228600" cy="875030"/>
          </a:xfrm>
          <a:custGeom>
            <a:avLst/>
            <a:gdLst/>
            <a:ahLst/>
            <a:cxnLst/>
            <a:rect l="l" t="t" r="r" b="b"/>
            <a:pathLst>
              <a:path w="228600" h="875029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177800"/>
                </a:lnTo>
                <a:lnTo>
                  <a:pt x="76200" y="152400"/>
                </a:lnTo>
                <a:lnTo>
                  <a:pt x="79367" y="137445"/>
                </a:lnTo>
                <a:lnTo>
                  <a:pt x="87820" y="125349"/>
                </a:lnTo>
                <a:lnTo>
                  <a:pt x="99988" y="117252"/>
                </a:lnTo>
                <a:lnTo>
                  <a:pt x="114300" y="114300"/>
                </a:lnTo>
                <a:lnTo>
                  <a:pt x="129254" y="117252"/>
                </a:lnTo>
                <a:lnTo>
                  <a:pt x="141351" y="125349"/>
                </a:lnTo>
                <a:lnTo>
                  <a:pt x="149447" y="137445"/>
                </a:lnTo>
                <a:lnTo>
                  <a:pt x="152400" y="152400"/>
                </a:lnTo>
                <a:lnTo>
                  <a:pt x="152400" y="177800"/>
                </a:lnTo>
                <a:lnTo>
                  <a:pt x="228600" y="228600"/>
                </a:lnTo>
                <a:close/>
              </a:path>
              <a:path w="228600" h="875029">
                <a:moveTo>
                  <a:pt x="228600" y="646176"/>
                </a:moveTo>
                <a:lnTo>
                  <a:pt x="114300" y="722376"/>
                </a:lnTo>
                <a:lnTo>
                  <a:pt x="0" y="646176"/>
                </a:lnTo>
                <a:lnTo>
                  <a:pt x="76200" y="798576"/>
                </a:lnTo>
                <a:lnTo>
                  <a:pt x="76200" y="722376"/>
                </a:lnTo>
                <a:lnTo>
                  <a:pt x="79367" y="737330"/>
                </a:lnTo>
                <a:lnTo>
                  <a:pt x="87820" y="749427"/>
                </a:lnTo>
                <a:lnTo>
                  <a:pt x="99988" y="757523"/>
                </a:lnTo>
                <a:lnTo>
                  <a:pt x="114300" y="760476"/>
                </a:lnTo>
                <a:lnTo>
                  <a:pt x="129254" y="757523"/>
                </a:lnTo>
                <a:lnTo>
                  <a:pt x="141351" y="749427"/>
                </a:lnTo>
                <a:lnTo>
                  <a:pt x="149447" y="737330"/>
                </a:lnTo>
                <a:lnTo>
                  <a:pt x="152400" y="722376"/>
                </a:lnTo>
                <a:lnTo>
                  <a:pt x="152400" y="798576"/>
                </a:lnTo>
                <a:lnTo>
                  <a:pt x="228600" y="646176"/>
                </a:lnTo>
                <a:close/>
              </a:path>
              <a:path w="228600" h="875029">
                <a:moveTo>
                  <a:pt x="152400" y="177800"/>
                </a:moveTo>
                <a:lnTo>
                  <a:pt x="152400" y="152400"/>
                </a:lnTo>
                <a:lnTo>
                  <a:pt x="149447" y="137445"/>
                </a:lnTo>
                <a:lnTo>
                  <a:pt x="141351" y="125349"/>
                </a:lnTo>
                <a:lnTo>
                  <a:pt x="129254" y="117252"/>
                </a:lnTo>
                <a:lnTo>
                  <a:pt x="114300" y="114300"/>
                </a:lnTo>
                <a:lnTo>
                  <a:pt x="99988" y="117252"/>
                </a:lnTo>
                <a:lnTo>
                  <a:pt x="87820" y="125349"/>
                </a:lnTo>
                <a:lnTo>
                  <a:pt x="79367" y="137445"/>
                </a:lnTo>
                <a:lnTo>
                  <a:pt x="76200" y="152400"/>
                </a:lnTo>
                <a:lnTo>
                  <a:pt x="76200" y="177800"/>
                </a:lnTo>
                <a:lnTo>
                  <a:pt x="114300" y="152400"/>
                </a:lnTo>
                <a:lnTo>
                  <a:pt x="152400" y="177800"/>
                </a:lnTo>
                <a:close/>
              </a:path>
              <a:path w="228600" h="875029">
                <a:moveTo>
                  <a:pt x="152400" y="696976"/>
                </a:moveTo>
                <a:lnTo>
                  <a:pt x="152400" y="177800"/>
                </a:lnTo>
                <a:lnTo>
                  <a:pt x="114300" y="152400"/>
                </a:lnTo>
                <a:lnTo>
                  <a:pt x="76200" y="177800"/>
                </a:lnTo>
                <a:lnTo>
                  <a:pt x="76200" y="696976"/>
                </a:lnTo>
                <a:lnTo>
                  <a:pt x="114300" y="722376"/>
                </a:lnTo>
                <a:lnTo>
                  <a:pt x="152400" y="696976"/>
                </a:lnTo>
                <a:close/>
              </a:path>
              <a:path w="228600" h="875029">
                <a:moveTo>
                  <a:pt x="152400" y="798576"/>
                </a:moveTo>
                <a:lnTo>
                  <a:pt x="152400" y="722376"/>
                </a:lnTo>
                <a:lnTo>
                  <a:pt x="149447" y="737330"/>
                </a:lnTo>
                <a:lnTo>
                  <a:pt x="141351" y="749427"/>
                </a:lnTo>
                <a:lnTo>
                  <a:pt x="129254" y="757523"/>
                </a:lnTo>
                <a:lnTo>
                  <a:pt x="114300" y="760476"/>
                </a:lnTo>
                <a:lnTo>
                  <a:pt x="99988" y="757523"/>
                </a:lnTo>
                <a:lnTo>
                  <a:pt x="87820" y="749427"/>
                </a:lnTo>
                <a:lnTo>
                  <a:pt x="79367" y="737330"/>
                </a:lnTo>
                <a:lnTo>
                  <a:pt x="76200" y="722376"/>
                </a:lnTo>
                <a:lnTo>
                  <a:pt x="76200" y="798576"/>
                </a:lnTo>
                <a:lnTo>
                  <a:pt x="114300" y="874776"/>
                </a:lnTo>
                <a:lnTo>
                  <a:pt x="152400" y="798576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440677" y="3179072"/>
            <a:ext cx="588645" cy="626745"/>
          </a:xfrm>
          <a:custGeom>
            <a:avLst/>
            <a:gdLst/>
            <a:ahLst/>
            <a:cxnLst/>
            <a:rect l="l" t="t" r="r" b="b"/>
            <a:pathLst>
              <a:path w="588645" h="626745">
                <a:moveTo>
                  <a:pt x="93561" y="470801"/>
                </a:moveTo>
                <a:lnTo>
                  <a:pt x="73152" y="381000"/>
                </a:lnTo>
                <a:lnTo>
                  <a:pt x="0" y="626364"/>
                </a:lnTo>
                <a:lnTo>
                  <a:pt x="66103" y="601943"/>
                </a:lnTo>
                <a:lnTo>
                  <a:pt x="66103" y="516445"/>
                </a:lnTo>
                <a:lnTo>
                  <a:pt x="68508" y="502038"/>
                </a:lnTo>
                <a:lnTo>
                  <a:pt x="76200" y="489204"/>
                </a:lnTo>
                <a:lnTo>
                  <a:pt x="93561" y="470801"/>
                </a:lnTo>
                <a:close/>
              </a:path>
              <a:path w="588645" h="626745">
                <a:moveTo>
                  <a:pt x="149644" y="522867"/>
                </a:moveTo>
                <a:lnTo>
                  <a:pt x="103632" y="515112"/>
                </a:lnTo>
                <a:lnTo>
                  <a:pt x="93561" y="470801"/>
                </a:lnTo>
                <a:lnTo>
                  <a:pt x="76200" y="489204"/>
                </a:lnTo>
                <a:lnTo>
                  <a:pt x="68508" y="502038"/>
                </a:lnTo>
                <a:lnTo>
                  <a:pt x="66103" y="516445"/>
                </a:lnTo>
                <a:lnTo>
                  <a:pt x="69127" y="530566"/>
                </a:lnTo>
                <a:lnTo>
                  <a:pt x="77724" y="542544"/>
                </a:lnTo>
                <a:lnTo>
                  <a:pt x="90582" y="550878"/>
                </a:lnTo>
                <a:lnTo>
                  <a:pt x="105156" y="553212"/>
                </a:lnTo>
                <a:lnTo>
                  <a:pt x="119729" y="549830"/>
                </a:lnTo>
                <a:lnTo>
                  <a:pt x="132588" y="541020"/>
                </a:lnTo>
                <a:lnTo>
                  <a:pt x="149644" y="522867"/>
                </a:lnTo>
                <a:close/>
              </a:path>
              <a:path w="588645" h="626745">
                <a:moveTo>
                  <a:pt x="239268" y="537972"/>
                </a:moveTo>
                <a:lnTo>
                  <a:pt x="149644" y="522867"/>
                </a:lnTo>
                <a:lnTo>
                  <a:pt x="132588" y="541020"/>
                </a:lnTo>
                <a:lnTo>
                  <a:pt x="119729" y="549830"/>
                </a:lnTo>
                <a:lnTo>
                  <a:pt x="105156" y="553212"/>
                </a:lnTo>
                <a:lnTo>
                  <a:pt x="90582" y="550878"/>
                </a:lnTo>
                <a:lnTo>
                  <a:pt x="77724" y="542544"/>
                </a:lnTo>
                <a:lnTo>
                  <a:pt x="69127" y="530566"/>
                </a:lnTo>
                <a:lnTo>
                  <a:pt x="66103" y="516445"/>
                </a:lnTo>
                <a:lnTo>
                  <a:pt x="66103" y="601943"/>
                </a:lnTo>
                <a:lnTo>
                  <a:pt x="239268" y="537972"/>
                </a:lnTo>
                <a:close/>
              </a:path>
              <a:path w="588645" h="626745">
                <a:moveTo>
                  <a:pt x="494716" y="155622"/>
                </a:moveTo>
                <a:lnTo>
                  <a:pt x="484632" y="111252"/>
                </a:lnTo>
                <a:lnTo>
                  <a:pt x="439874" y="103708"/>
                </a:lnTo>
                <a:lnTo>
                  <a:pt x="93561" y="470801"/>
                </a:lnTo>
                <a:lnTo>
                  <a:pt x="103632" y="515112"/>
                </a:lnTo>
                <a:lnTo>
                  <a:pt x="149644" y="522867"/>
                </a:lnTo>
                <a:lnTo>
                  <a:pt x="494716" y="155622"/>
                </a:lnTo>
                <a:close/>
              </a:path>
              <a:path w="588645" h="626745">
                <a:moveTo>
                  <a:pt x="588264" y="0"/>
                </a:moveTo>
                <a:lnTo>
                  <a:pt x="348996" y="88392"/>
                </a:lnTo>
                <a:lnTo>
                  <a:pt x="439874" y="103708"/>
                </a:lnTo>
                <a:lnTo>
                  <a:pt x="457200" y="85344"/>
                </a:lnTo>
                <a:lnTo>
                  <a:pt x="469177" y="76747"/>
                </a:lnTo>
                <a:lnTo>
                  <a:pt x="483298" y="73723"/>
                </a:lnTo>
                <a:lnTo>
                  <a:pt x="497705" y="76128"/>
                </a:lnTo>
                <a:lnTo>
                  <a:pt x="510540" y="83820"/>
                </a:lnTo>
                <a:lnTo>
                  <a:pt x="519136" y="95797"/>
                </a:lnTo>
                <a:lnTo>
                  <a:pt x="522160" y="109918"/>
                </a:lnTo>
                <a:lnTo>
                  <a:pt x="522160" y="221722"/>
                </a:lnTo>
                <a:lnTo>
                  <a:pt x="588264" y="0"/>
                </a:lnTo>
                <a:close/>
              </a:path>
              <a:path w="588645" h="626745">
                <a:moveTo>
                  <a:pt x="522160" y="109918"/>
                </a:moveTo>
                <a:lnTo>
                  <a:pt x="519136" y="95797"/>
                </a:lnTo>
                <a:lnTo>
                  <a:pt x="510540" y="83820"/>
                </a:lnTo>
                <a:lnTo>
                  <a:pt x="497705" y="76128"/>
                </a:lnTo>
                <a:lnTo>
                  <a:pt x="483298" y="73723"/>
                </a:lnTo>
                <a:lnTo>
                  <a:pt x="469177" y="76747"/>
                </a:lnTo>
                <a:lnTo>
                  <a:pt x="457200" y="85344"/>
                </a:lnTo>
                <a:lnTo>
                  <a:pt x="439874" y="103708"/>
                </a:lnTo>
                <a:lnTo>
                  <a:pt x="484632" y="111252"/>
                </a:lnTo>
                <a:lnTo>
                  <a:pt x="494716" y="155622"/>
                </a:lnTo>
                <a:lnTo>
                  <a:pt x="512064" y="137160"/>
                </a:lnTo>
                <a:lnTo>
                  <a:pt x="519755" y="124325"/>
                </a:lnTo>
                <a:lnTo>
                  <a:pt x="522160" y="109918"/>
                </a:lnTo>
                <a:close/>
              </a:path>
              <a:path w="588645" h="626745">
                <a:moveTo>
                  <a:pt x="522160" y="221722"/>
                </a:moveTo>
                <a:lnTo>
                  <a:pt x="522160" y="109918"/>
                </a:lnTo>
                <a:lnTo>
                  <a:pt x="519755" y="124325"/>
                </a:lnTo>
                <a:lnTo>
                  <a:pt x="512064" y="137160"/>
                </a:lnTo>
                <a:lnTo>
                  <a:pt x="494716" y="155622"/>
                </a:lnTo>
                <a:lnTo>
                  <a:pt x="515112" y="245364"/>
                </a:lnTo>
                <a:lnTo>
                  <a:pt x="522160" y="221722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3" name="object 5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64960" y="2523752"/>
            <a:ext cx="103631" cy="105155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01665" y="2532896"/>
            <a:ext cx="108203" cy="105155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74945" y="2523752"/>
            <a:ext cx="105155" cy="105155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5699758" y="1901450"/>
            <a:ext cx="5204460" cy="1192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marR="4069079" indent="-170815"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Programas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de </a:t>
            </a:r>
            <a:r>
              <a:rPr sz="1400" spc="-10" dirty="0">
                <a:latin typeface="Arial MT"/>
                <a:cs typeface="Arial MT"/>
              </a:rPr>
              <a:t>Aplicação</a:t>
            </a:r>
            <a:endParaRPr sz="1400">
              <a:latin typeface="Arial MT"/>
              <a:cs typeface="Arial MT"/>
            </a:endParaRPr>
          </a:p>
          <a:p>
            <a:pPr marL="3441065" marR="5080">
              <a:lnSpc>
                <a:spcPct val="100299"/>
              </a:lnSpc>
              <a:spcBef>
                <a:spcPts val="50"/>
              </a:spcBef>
            </a:pPr>
            <a:r>
              <a:rPr sz="1600" b="1" dirty="0">
                <a:solidFill>
                  <a:srgbClr val="007E7E"/>
                </a:solidFill>
                <a:latin typeface="Arial"/>
                <a:cs typeface="Arial"/>
              </a:rPr>
              <a:t>Como</a:t>
            </a:r>
            <a:r>
              <a:rPr sz="1600" b="1" spc="-40" dirty="0">
                <a:solidFill>
                  <a:srgbClr val="007E7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7E7E"/>
                </a:solidFill>
                <a:latin typeface="Arial"/>
                <a:cs typeface="Arial"/>
              </a:rPr>
              <a:t>preparar</a:t>
            </a:r>
            <a:r>
              <a:rPr sz="1600" b="1" spc="-15" dirty="0">
                <a:solidFill>
                  <a:srgbClr val="007E7E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007E7E"/>
                </a:solidFill>
                <a:latin typeface="Arial"/>
                <a:cs typeface="Arial"/>
              </a:rPr>
              <a:t>os </a:t>
            </a:r>
            <a:r>
              <a:rPr sz="1600" b="1" spc="-10" dirty="0">
                <a:solidFill>
                  <a:srgbClr val="007E7E"/>
                </a:solidFill>
                <a:latin typeface="Arial"/>
                <a:cs typeface="Arial"/>
              </a:rPr>
              <a:t>dados adequadamente?</a:t>
            </a:r>
            <a:endParaRPr sz="16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246120" y="6133596"/>
            <a:ext cx="11487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Banco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</a:t>
            </a:r>
            <a:r>
              <a:rPr sz="1200" spc="-10" dirty="0">
                <a:latin typeface="Arial MT"/>
                <a:cs typeface="Arial MT"/>
              </a:rPr>
              <a:t> Dados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960861" y="4632457"/>
            <a:ext cx="116141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3100" b="1" spc="-20" dirty="0">
                <a:solidFill>
                  <a:srgbClr val="FF0000"/>
                </a:solidFill>
                <a:latin typeface="Arial"/>
                <a:cs typeface="Arial"/>
              </a:rPr>
              <a:t>SGBD</a:t>
            </a:r>
            <a:endParaRPr sz="31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8280401" y="3832867"/>
            <a:ext cx="1426845" cy="868680"/>
            <a:chOff x="6400800" y="4213860"/>
            <a:chExt cx="1426845" cy="868680"/>
          </a:xfrm>
        </p:grpSpPr>
        <p:sp>
          <p:nvSpPr>
            <p:cNvPr id="60" name="object 60"/>
            <p:cNvSpPr/>
            <p:nvPr/>
          </p:nvSpPr>
          <p:spPr>
            <a:xfrm>
              <a:off x="6661404" y="4652772"/>
              <a:ext cx="1165860" cy="429895"/>
            </a:xfrm>
            <a:custGeom>
              <a:avLst/>
              <a:gdLst/>
              <a:ahLst/>
              <a:cxnLst/>
              <a:rect l="l" t="t" r="r" b="b"/>
              <a:pathLst>
                <a:path w="1165859" h="429895">
                  <a:moveTo>
                    <a:pt x="249936" y="0"/>
                  </a:moveTo>
                  <a:lnTo>
                    <a:pt x="0" y="50292"/>
                  </a:lnTo>
                  <a:lnTo>
                    <a:pt x="109061" y="148010"/>
                  </a:lnTo>
                  <a:lnTo>
                    <a:pt x="109061" y="95654"/>
                  </a:lnTo>
                  <a:lnTo>
                    <a:pt x="109728" y="80772"/>
                  </a:lnTo>
                  <a:lnTo>
                    <a:pt x="116895" y="66841"/>
                  </a:lnTo>
                  <a:lnTo>
                    <a:pt x="128206" y="57340"/>
                  </a:lnTo>
                  <a:lnTo>
                    <a:pt x="141732" y="52816"/>
                  </a:lnTo>
                  <a:lnTo>
                    <a:pt x="142089" y="52697"/>
                  </a:lnTo>
                  <a:lnTo>
                    <a:pt x="156972" y="53340"/>
                  </a:lnTo>
                  <a:lnTo>
                    <a:pt x="163068" y="54864"/>
                  </a:lnTo>
                  <a:lnTo>
                    <a:pt x="172212" y="59436"/>
                  </a:lnTo>
                  <a:lnTo>
                    <a:pt x="179832" y="61341"/>
                  </a:lnTo>
                  <a:lnTo>
                    <a:pt x="180287" y="61454"/>
                  </a:lnTo>
                  <a:lnTo>
                    <a:pt x="249936" y="0"/>
                  </a:lnTo>
                  <a:close/>
                </a:path>
                <a:path w="1165859" h="429895">
                  <a:moveTo>
                    <a:pt x="178308" y="63201"/>
                  </a:moveTo>
                  <a:lnTo>
                    <a:pt x="178308" y="62484"/>
                  </a:lnTo>
                  <a:lnTo>
                    <a:pt x="163068" y="54864"/>
                  </a:lnTo>
                  <a:lnTo>
                    <a:pt x="156972" y="53340"/>
                  </a:lnTo>
                  <a:lnTo>
                    <a:pt x="149352" y="53010"/>
                  </a:lnTo>
                  <a:lnTo>
                    <a:pt x="147828" y="52944"/>
                  </a:lnTo>
                  <a:lnTo>
                    <a:pt x="146304" y="52879"/>
                  </a:lnTo>
                  <a:lnTo>
                    <a:pt x="109728" y="80772"/>
                  </a:lnTo>
                  <a:lnTo>
                    <a:pt x="109061" y="95654"/>
                  </a:lnTo>
                  <a:lnTo>
                    <a:pt x="113538" y="109537"/>
                  </a:lnTo>
                  <a:lnTo>
                    <a:pt x="122586" y="120848"/>
                  </a:lnTo>
                  <a:lnTo>
                    <a:pt x="135636" y="128016"/>
                  </a:lnTo>
                  <a:lnTo>
                    <a:pt x="141732" y="129540"/>
                  </a:lnTo>
                  <a:lnTo>
                    <a:pt x="146304" y="131826"/>
                  </a:lnTo>
                  <a:lnTo>
                    <a:pt x="146304" y="91440"/>
                  </a:lnTo>
                  <a:lnTo>
                    <a:pt x="178308" y="63201"/>
                  </a:lnTo>
                  <a:close/>
                </a:path>
                <a:path w="1165859" h="429895">
                  <a:moveTo>
                    <a:pt x="190500" y="220980"/>
                  </a:moveTo>
                  <a:lnTo>
                    <a:pt x="161509" y="136008"/>
                  </a:lnTo>
                  <a:lnTo>
                    <a:pt x="153924" y="134112"/>
                  </a:lnTo>
                  <a:lnTo>
                    <a:pt x="152400" y="134112"/>
                  </a:lnTo>
                  <a:lnTo>
                    <a:pt x="149352" y="132588"/>
                  </a:lnTo>
                  <a:lnTo>
                    <a:pt x="147828" y="132588"/>
                  </a:lnTo>
                  <a:lnTo>
                    <a:pt x="141732" y="129540"/>
                  </a:lnTo>
                  <a:lnTo>
                    <a:pt x="135636" y="128016"/>
                  </a:lnTo>
                  <a:lnTo>
                    <a:pt x="122586" y="120848"/>
                  </a:lnTo>
                  <a:lnTo>
                    <a:pt x="113538" y="109537"/>
                  </a:lnTo>
                  <a:lnTo>
                    <a:pt x="109061" y="95654"/>
                  </a:lnTo>
                  <a:lnTo>
                    <a:pt x="109061" y="148010"/>
                  </a:lnTo>
                  <a:lnTo>
                    <a:pt x="190500" y="220980"/>
                  </a:lnTo>
                  <a:close/>
                </a:path>
                <a:path w="1165859" h="429895">
                  <a:moveTo>
                    <a:pt x="1019556" y="341376"/>
                  </a:moveTo>
                  <a:lnTo>
                    <a:pt x="1006186" y="298790"/>
                  </a:lnTo>
                  <a:lnTo>
                    <a:pt x="999744" y="297180"/>
                  </a:lnTo>
                  <a:lnTo>
                    <a:pt x="990600" y="294132"/>
                  </a:lnTo>
                  <a:lnTo>
                    <a:pt x="973836" y="288036"/>
                  </a:lnTo>
                  <a:lnTo>
                    <a:pt x="961644" y="284988"/>
                  </a:lnTo>
                  <a:lnTo>
                    <a:pt x="950976" y="283464"/>
                  </a:lnTo>
                  <a:lnTo>
                    <a:pt x="934212" y="277368"/>
                  </a:lnTo>
                  <a:lnTo>
                    <a:pt x="923544" y="275844"/>
                  </a:lnTo>
                  <a:lnTo>
                    <a:pt x="905256" y="269748"/>
                  </a:lnTo>
                  <a:lnTo>
                    <a:pt x="894588" y="266700"/>
                  </a:lnTo>
                  <a:lnTo>
                    <a:pt x="879348" y="262128"/>
                  </a:lnTo>
                  <a:lnTo>
                    <a:pt x="862584" y="256032"/>
                  </a:lnTo>
                  <a:lnTo>
                    <a:pt x="850392" y="254508"/>
                  </a:lnTo>
                  <a:lnTo>
                    <a:pt x="819912" y="245364"/>
                  </a:lnTo>
                  <a:lnTo>
                    <a:pt x="801624" y="239268"/>
                  </a:lnTo>
                  <a:lnTo>
                    <a:pt x="787908" y="236220"/>
                  </a:lnTo>
                  <a:lnTo>
                    <a:pt x="757428" y="227076"/>
                  </a:lnTo>
                  <a:lnTo>
                    <a:pt x="740664" y="222504"/>
                  </a:lnTo>
                  <a:lnTo>
                    <a:pt x="725424" y="217932"/>
                  </a:lnTo>
                  <a:lnTo>
                    <a:pt x="708660" y="213360"/>
                  </a:lnTo>
                  <a:lnTo>
                    <a:pt x="691896" y="207264"/>
                  </a:lnTo>
                  <a:lnTo>
                    <a:pt x="675132" y="202692"/>
                  </a:lnTo>
                  <a:lnTo>
                    <a:pt x="659892" y="198120"/>
                  </a:lnTo>
                  <a:lnTo>
                    <a:pt x="592836" y="179832"/>
                  </a:lnTo>
                  <a:lnTo>
                    <a:pt x="577596" y="175260"/>
                  </a:lnTo>
                  <a:lnTo>
                    <a:pt x="560832" y="169164"/>
                  </a:lnTo>
                  <a:lnTo>
                    <a:pt x="544068" y="164592"/>
                  </a:lnTo>
                  <a:lnTo>
                    <a:pt x="528828" y="160020"/>
                  </a:lnTo>
                  <a:lnTo>
                    <a:pt x="507492" y="155448"/>
                  </a:lnTo>
                  <a:lnTo>
                    <a:pt x="495300" y="152400"/>
                  </a:lnTo>
                  <a:lnTo>
                    <a:pt x="478536" y="147828"/>
                  </a:lnTo>
                  <a:lnTo>
                    <a:pt x="463296" y="143256"/>
                  </a:lnTo>
                  <a:lnTo>
                    <a:pt x="446532" y="138684"/>
                  </a:lnTo>
                  <a:lnTo>
                    <a:pt x="431292" y="134112"/>
                  </a:lnTo>
                  <a:lnTo>
                    <a:pt x="416052" y="128016"/>
                  </a:lnTo>
                  <a:lnTo>
                    <a:pt x="399288" y="123444"/>
                  </a:lnTo>
                  <a:lnTo>
                    <a:pt x="379476" y="118872"/>
                  </a:lnTo>
                  <a:lnTo>
                    <a:pt x="368808" y="115824"/>
                  </a:lnTo>
                  <a:lnTo>
                    <a:pt x="338328" y="106680"/>
                  </a:lnTo>
                  <a:lnTo>
                    <a:pt x="320040" y="100584"/>
                  </a:lnTo>
                  <a:lnTo>
                    <a:pt x="307848" y="99060"/>
                  </a:lnTo>
                  <a:lnTo>
                    <a:pt x="275844" y="88392"/>
                  </a:lnTo>
                  <a:lnTo>
                    <a:pt x="266700" y="86868"/>
                  </a:lnTo>
                  <a:lnTo>
                    <a:pt x="249936" y="80772"/>
                  </a:lnTo>
                  <a:lnTo>
                    <a:pt x="236220" y="77724"/>
                  </a:lnTo>
                  <a:lnTo>
                    <a:pt x="227076" y="76200"/>
                  </a:lnTo>
                  <a:lnTo>
                    <a:pt x="210312" y="70104"/>
                  </a:lnTo>
                  <a:lnTo>
                    <a:pt x="198120" y="67056"/>
                  </a:lnTo>
                  <a:lnTo>
                    <a:pt x="184404" y="62484"/>
                  </a:lnTo>
                  <a:lnTo>
                    <a:pt x="180287" y="61454"/>
                  </a:lnTo>
                  <a:lnTo>
                    <a:pt x="146304" y="91440"/>
                  </a:lnTo>
                  <a:lnTo>
                    <a:pt x="161509" y="136008"/>
                  </a:lnTo>
                  <a:lnTo>
                    <a:pt x="166116" y="137160"/>
                  </a:lnTo>
                  <a:lnTo>
                    <a:pt x="179832" y="140208"/>
                  </a:lnTo>
                  <a:lnTo>
                    <a:pt x="192024" y="143256"/>
                  </a:lnTo>
                  <a:lnTo>
                    <a:pt x="201168" y="146304"/>
                  </a:lnTo>
                  <a:lnTo>
                    <a:pt x="217932" y="150876"/>
                  </a:lnTo>
                  <a:lnTo>
                    <a:pt x="233172" y="155448"/>
                  </a:lnTo>
                  <a:lnTo>
                    <a:pt x="240792" y="158496"/>
                  </a:lnTo>
                  <a:lnTo>
                    <a:pt x="259080" y="163068"/>
                  </a:lnTo>
                  <a:lnTo>
                    <a:pt x="269748" y="166116"/>
                  </a:lnTo>
                  <a:lnTo>
                    <a:pt x="284988" y="170688"/>
                  </a:lnTo>
                  <a:lnTo>
                    <a:pt x="304800" y="175260"/>
                  </a:lnTo>
                  <a:lnTo>
                    <a:pt x="313944" y="179832"/>
                  </a:lnTo>
                  <a:lnTo>
                    <a:pt x="332232" y="184404"/>
                  </a:lnTo>
                  <a:lnTo>
                    <a:pt x="344424" y="188976"/>
                  </a:lnTo>
                  <a:lnTo>
                    <a:pt x="365760" y="193548"/>
                  </a:lnTo>
                  <a:lnTo>
                    <a:pt x="377952" y="196596"/>
                  </a:lnTo>
                  <a:lnTo>
                    <a:pt x="393192" y="201168"/>
                  </a:lnTo>
                  <a:lnTo>
                    <a:pt x="409956" y="205740"/>
                  </a:lnTo>
                  <a:lnTo>
                    <a:pt x="425196" y="211836"/>
                  </a:lnTo>
                  <a:lnTo>
                    <a:pt x="440436" y="216408"/>
                  </a:lnTo>
                  <a:lnTo>
                    <a:pt x="457200" y="220980"/>
                  </a:lnTo>
                  <a:lnTo>
                    <a:pt x="472440" y="225552"/>
                  </a:lnTo>
                  <a:lnTo>
                    <a:pt x="493776" y="230124"/>
                  </a:lnTo>
                  <a:lnTo>
                    <a:pt x="505968" y="233172"/>
                  </a:lnTo>
                  <a:lnTo>
                    <a:pt x="522732" y="237744"/>
                  </a:lnTo>
                  <a:lnTo>
                    <a:pt x="554736" y="248412"/>
                  </a:lnTo>
                  <a:lnTo>
                    <a:pt x="571500" y="252984"/>
                  </a:lnTo>
                  <a:lnTo>
                    <a:pt x="589788" y="257556"/>
                  </a:lnTo>
                  <a:lnTo>
                    <a:pt x="605028" y="262128"/>
                  </a:lnTo>
                  <a:lnTo>
                    <a:pt x="623316" y="266700"/>
                  </a:lnTo>
                  <a:lnTo>
                    <a:pt x="653796" y="275844"/>
                  </a:lnTo>
                  <a:lnTo>
                    <a:pt x="672084" y="281940"/>
                  </a:lnTo>
                  <a:lnTo>
                    <a:pt x="702564" y="291084"/>
                  </a:lnTo>
                  <a:lnTo>
                    <a:pt x="719328" y="295656"/>
                  </a:lnTo>
                  <a:lnTo>
                    <a:pt x="734568" y="300228"/>
                  </a:lnTo>
                  <a:lnTo>
                    <a:pt x="751332" y="304800"/>
                  </a:lnTo>
                  <a:lnTo>
                    <a:pt x="766572" y="309372"/>
                  </a:lnTo>
                  <a:lnTo>
                    <a:pt x="786384" y="313944"/>
                  </a:lnTo>
                  <a:lnTo>
                    <a:pt x="798576" y="316992"/>
                  </a:lnTo>
                  <a:lnTo>
                    <a:pt x="812292" y="321564"/>
                  </a:lnTo>
                  <a:lnTo>
                    <a:pt x="829056" y="327660"/>
                  </a:lnTo>
                  <a:lnTo>
                    <a:pt x="845820" y="330708"/>
                  </a:lnTo>
                  <a:lnTo>
                    <a:pt x="856488" y="335280"/>
                  </a:lnTo>
                  <a:lnTo>
                    <a:pt x="870204" y="339852"/>
                  </a:lnTo>
                  <a:lnTo>
                    <a:pt x="888492" y="344424"/>
                  </a:lnTo>
                  <a:lnTo>
                    <a:pt x="899160" y="347472"/>
                  </a:lnTo>
                  <a:lnTo>
                    <a:pt x="917448" y="352044"/>
                  </a:lnTo>
                  <a:lnTo>
                    <a:pt x="928116" y="355092"/>
                  </a:lnTo>
                  <a:lnTo>
                    <a:pt x="943356" y="359664"/>
                  </a:lnTo>
                  <a:lnTo>
                    <a:pt x="955548" y="362712"/>
                  </a:lnTo>
                  <a:lnTo>
                    <a:pt x="964692" y="365760"/>
                  </a:lnTo>
                  <a:lnTo>
                    <a:pt x="981456" y="370332"/>
                  </a:lnTo>
                  <a:lnTo>
                    <a:pt x="984071" y="371203"/>
                  </a:lnTo>
                  <a:lnTo>
                    <a:pt x="1019556" y="341376"/>
                  </a:lnTo>
                  <a:close/>
                </a:path>
                <a:path w="1165859" h="429895">
                  <a:moveTo>
                    <a:pt x="161509" y="136008"/>
                  </a:moveTo>
                  <a:lnTo>
                    <a:pt x="146304" y="91440"/>
                  </a:lnTo>
                  <a:lnTo>
                    <a:pt x="146304" y="131826"/>
                  </a:lnTo>
                  <a:lnTo>
                    <a:pt x="147828" y="132588"/>
                  </a:lnTo>
                  <a:lnTo>
                    <a:pt x="149352" y="132588"/>
                  </a:lnTo>
                  <a:lnTo>
                    <a:pt x="152400" y="134112"/>
                  </a:lnTo>
                  <a:lnTo>
                    <a:pt x="153924" y="134112"/>
                  </a:lnTo>
                  <a:lnTo>
                    <a:pt x="161509" y="136008"/>
                  </a:lnTo>
                  <a:close/>
                </a:path>
                <a:path w="1165859" h="429895">
                  <a:moveTo>
                    <a:pt x="180287" y="61454"/>
                  </a:moveTo>
                  <a:lnTo>
                    <a:pt x="172212" y="59436"/>
                  </a:lnTo>
                  <a:lnTo>
                    <a:pt x="178308" y="62484"/>
                  </a:lnTo>
                  <a:lnTo>
                    <a:pt x="178308" y="63201"/>
                  </a:lnTo>
                  <a:lnTo>
                    <a:pt x="180287" y="61454"/>
                  </a:lnTo>
                  <a:close/>
                </a:path>
                <a:path w="1165859" h="429895">
                  <a:moveTo>
                    <a:pt x="1057656" y="403721"/>
                  </a:moveTo>
                  <a:lnTo>
                    <a:pt x="1057656" y="337161"/>
                  </a:lnTo>
                  <a:lnTo>
                    <a:pt x="1056132" y="352044"/>
                  </a:lnTo>
                  <a:lnTo>
                    <a:pt x="1049845" y="365307"/>
                  </a:lnTo>
                  <a:lnTo>
                    <a:pt x="1038987" y="374713"/>
                  </a:lnTo>
                  <a:lnTo>
                    <a:pt x="1025271" y="379261"/>
                  </a:lnTo>
                  <a:lnTo>
                    <a:pt x="1010412" y="377952"/>
                  </a:lnTo>
                  <a:lnTo>
                    <a:pt x="1004316" y="376428"/>
                  </a:lnTo>
                  <a:lnTo>
                    <a:pt x="990600" y="373380"/>
                  </a:lnTo>
                  <a:lnTo>
                    <a:pt x="984071" y="371203"/>
                  </a:lnTo>
                  <a:lnTo>
                    <a:pt x="914400" y="429768"/>
                  </a:lnTo>
                  <a:lnTo>
                    <a:pt x="1057656" y="403721"/>
                  </a:lnTo>
                  <a:close/>
                </a:path>
                <a:path w="1165859" h="429895">
                  <a:moveTo>
                    <a:pt x="1165860" y="384048"/>
                  </a:moveTo>
                  <a:lnTo>
                    <a:pt x="978408" y="210312"/>
                  </a:lnTo>
                  <a:lnTo>
                    <a:pt x="1006186" y="298790"/>
                  </a:lnTo>
                  <a:lnTo>
                    <a:pt x="1011936" y="300228"/>
                  </a:lnTo>
                  <a:lnTo>
                    <a:pt x="1022604" y="303276"/>
                  </a:lnTo>
                  <a:lnTo>
                    <a:pt x="1030224" y="304800"/>
                  </a:lnTo>
                  <a:lnTo>
                    <a:pt x="1044130" y="311967"/>
                  </a:lnTo>
                  <a:lnTo>
                    <a:pt x="1053465" y="323278"/>
                  </a:lnTo>
                  <a:lnTo>
                    <a:pt x="1057656" y="337161"/>
                  </a:lnTo>
                  <a:lnTo>
                    <a:pt x="1057656" y="403721"/>
                  </a:lnTo>
                  <a:lnTo>
                    <a:pt x="1165860" y="384048"/>
                  </a:lnTo>
                  <a:close/>
                </a:path>
                <a:path w="1165859" h="429895">
                  <a:moveTo>
                    <a:pt x="1019556" y="378757"/>
                  </a:moveTo>
                  <a:lnTo>
                    <a:pt x="1019556" y="341376"/>
                  </a:lnTo>
                  <a:lnTo>
                    <a:pt x="984071" y="371203"/>
                  </a:lnTo>
                  <a:lnTo>
                    <a:pt x="990600" y="373380"/>
                  </a:lnTo>
                  <a:lnTo>
                    <a:pt x="1004316" y="376428"/>
                  </a:lnTo>
                  <a:lnTo>
                    <a:pt x="1010412" y="377952"/>
                  </a:lnTo>
                  <a:lnTo>
                    <a:pt x="1019556" y="378757"/>
                  </a:lnTo>
                  <a:close/>
                </a:path>
                <a:path w="1165859" h="429895">
                  <a:moveTo>
                    <a:pt x="1057656" y="337161"/>
                  </a:moveTo>
                  <a:lnTo>
                    <a:pt x="1053465" y="323278"/>
                  </a:lnTo>
                  <a:lnTo>
                    <a:pt x="1044130" y="311967"/>
                  </a:lnTo>
                  <a:lnTo>
                    <a:pt x="1030224" y="304800"/>
                  </a:lnTo>
                  <a:lnTo>
                    <a:pt x="1022604" y="303276"/>
                  </a:lnTo>
                  <a:lnTo>
                    <a:pt x="1011936" y="300228"/>
                  </a:lnTo>
                  <a:lnTo>
                    <a:pt x="1006186" y="298790"/>
                  </a:lnTo>
                  <a:lnTo>
                    <a:pt x="1019556" y="341376"/>
                  </a:lnTo>
                  <a:lnTo>
                    <a:pt x="1019556" y="378757"/>
                  </a:lnTo>
                  <a:lnTo>
                    <a:pt x="1025271" y="379261"/>
                  </a:lnTo>
                  <a:lnTo>
                    <a:pt x="1038987" y="374713"/>
                  </a:lnTo>
                  <a:lnTo>
                    <a:pt x="1049845" y="365307"/>
                  </a:lnTo>
                  <a:lnTo>
                    <a:pt x="1056132" y="352044"/>
                  </a:lnTo>
                  <a:lnTo>
                    <a:pt x="1057656" y="33716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400800" y="4213860"/>
              <a:ext cx="1209040" cy="649605"/>
            </a:xfrm>
            <a:custGeom>
              <a:avLst/>
              <a:gdLst/>
              <a:ahLst/>
              <a:cxnLst/>
              <a:rect l="l" t="t" r="r" b="b"/>
              <a:pathLst>
                <a:path w="1209040" h="649604">
                  <a:moveTo>
                    <a:pt x="199644" y="425196"/>
                  </a:moveTo>
                  <a:lnTo>
                    <a:pt x="0" y="585216"/>
                  </a:lnTo>
                  <a:lnTo>
                    <a:pt x="111252" y="614059"/>
                  </a:lnTo>
                  <a:lnTo>
                    <a:pt x="111252" y="560832"/>
                  </a:lnTo>
                  <a:lnTo>
                    <a:pt x="111728" y="545353"/>
                  </a:lnTo>
                  <a:lnTo>
                    <a:pt x="117324" y="531933"/>
                  </a:lnTo>
                  <a:lnTo>
                    <a:pt x="127539" y="521827"/>
                  </a:lnTo>
                  <a:lnTo>
                    <a:pt x="141470" y="516731"/>
                  </a:lnTo>
                  <a:lnTo>
                    <a:pt x="141732" y="516636"/>
                  </a:lnTo>
                  <a:lnTo>
                    <a:pt x="164592" y="512064"/>
                  </a:lnTo>
                  <a:lnTo>
                    <a:pt x="165689" y="511624"/>
                  </a:lnTo>
                  <a:lnTo>
                    <a:pt x="199644" y="425196"/>
                  </a:lnTo>
                  <a:close/>
                </a:path>
                <a:path w="1209040" h="649604">
                  <a:moveTo>
                    <a:pt x="165689" y="511624"/>
                  </a:moveTo>
                  <a:lnTo>
                    <a:pt x="164592" y="512064"/>
                  </a:lnTo>
                  <a:lnTo>
                    <a:pt x="141732" y="516636"/>
                  </a:lnTo>
                  <a:lnTo>
                    <a:pt x="127825" y="521722"/>
                  </a:lnTo>
                  <a:lnTo>
                    <a:pt x="127539" y="521827"/>
                  </a:lnTo>
                  <a:lnTo>
                    <a:pt x="117324" y="531933"/>
                  </a:lnTo>
                  <a:lnTo>
                    <a:pt x="111728" y="545353"/>
                  </a:lnTo>
                  <a:lnTo>
                    <a:pt x="111252" y="560832"/>
                  </a:lnTo>
                  <a:lnTo>
                    <a:pt x="117324" y="574381"/>
                  </a:lnTo>
                  <a:lnTo>
                    <a:pt x="127825" y="584644"/>
                  </a:lnTo>
                  <a:lnTo>
                    <a:pt x="141470" y="590621"/>
                  </a:lnTo>
                  <a:lnTo>
                    <a:pt x="149352" y="590972"/>
                  </a:lnTo>
                  <a:lnTo>
                    <a:pt x="149352" y="553212"/>
                  </a:lnTo>
                  <a:lnTo>
                    <a:pt x="165689" y="511624"/>
                  </a:lnTo>
                  <a:close/>
                </a:path>
                <a:path w="1209040" h="649604">
                  <a:moveTo>
                    <a:pt x="246888" y="649224"/>
                  </a:moveTo>
                  <a:lnTo>
                    <a:pt x="182182" y="585529"/>
                  </a:lnTo>
                  <a:lnTo>
                    <a:pt x="178308" y="586740"/>
                  </a:lnTo>
                  <a:lnTo>
                    <a:pt x="156972" y="591312"/>
                  </a:lnTo>
                  <a:lnTo>
                    <a:pt x="141732" y="590633"/>
                  </a:lnTo>
                  <a:lnTo>
                    <a:pt x="141470" y="590621"/>
                  </a:lnTo>
                  <a:lnTo>
                    <a:pt x="127825" y="584644"/>
                  </a:lnTo>
                  <a:lnTo>
                    <a:pt x="117324" y="574381"/>
                  </a:lnTo>
                  <a:lnTo>
                    <a:pt x="111252" y="560832"/>
                  </a:lnTo>
                  <a:lnTo>
                    <a:pt x="111252" y="614059"/>
                  </a:lnTo>
                  <a:lnTo>
                    <a:pt x="246888" y="649224"/>
                  </a:lnTo>
                  <a:close/>
                </a:path>
                <a:path w="1209040" h="649604">
                  <a:moveTo>
                    <a:pt x="622935" y="352806"/>
                  </a:moveTo>
                  <a:lnTo>
                    <a:pt x="601980" y="361188"/>
                  </a:lnTo>
                  <a:lnTo>
                    <a:pt x="588264" y="368808"/>
                  </a:lnTo>
                  <a:lnTo>
                    <a:pt x="568452" y="376428"/>
                  </a:lnTo>
                  <a:lnTo>
                    <a:pt x="545592" y="385572"/>
                  </a:lnTo>
                  <a:lnTo>
                    <a:pt x="531876" y="391668"/>
                  </a:lnTo>
                  <a:lnTo>
                    <a:pt x="512064" y="399288"/>
                  </a:lnTo>
                  <a:lnTo>
                    <a:pt x="495300" y="406908"/>
                  </a:lnTo>
                  <a:lnTo>
                    <a:pt x="475488" y="413004"/>
                  </a:lnTo>
                  <a:lnTo>
                    <a:pt x="473964" y="413004"/>
                  </a:lnTo>
                  <a:lnTo>
                    <a:pt x="470916" y="414528"/>
                  </a:lnTo>
                  <a:lnTo>
                    <a:pt x="469392" y="414528"/>
                  </a:lnTo>
                  <a:lnTo>
                    <a:pt x="457200" y="422148"/>
                  </a:lnTo>
                  <a:lnTo>
                    <a:pt x="438912" y="428244"/>
                  </a:lnTo>
                  <a:lnTo>
                    <a:pt x="419100" y="435864"/>
                  </a:lnTo>
                  <a:lnTo>
                    <a:pt x="396240" y="441960"/>
                  </a:lnTo>
                  <a:lnTo>
                    <a:pt x="379476" y="449580"/>
                  </a:lnTo>
                  <a:lnTo>
                    <a:pt x="359664" y="455676"/>
                  </a:lnTo>
                  <a:lnTo>
                    <a:pt x="342900" y="461772"/>
                  </a:lnTo>
                  <a:lnTo>
                    <a:pt x="320040" y="466344"/>
                  </a:lnTo>
                  <a:lnTo>
                    <a:pt x="301752" y="472440"/>
                  </a:lnTo>
                  <a:lnTo>
                    <a:pt x="280416" y="477012"/>
                  </a:lnTo>
                  <a:lnTo>
                    <a:pt x="259080" y="484632"/>
                  </a:lnTo>
                  <a:lnTo>
                    <a:pt x="242316" y="489204"/>
                  </a:lnTo>
                  <a:lnTo>
                    <a:pt x="219456" y="495300"/>
                  </a:lnTo>
                  <a:lnTo>
                    <a:pt x="202692" y="501396"/>
                  </a:lnTo>
                  <a:lnTo>
                    <a:pt x="179832" y="505968"/>
                  </a:lnTo>
                  <a:lnTo>
                    <a:pt x="165689" y="511624"/>
                  </a:lnTo>
                  <a:lnTo>
                    <a:pt x="149352" y="553212"/>
                  </a:lnTo>
                  <a:lnTo>
                    <a:pt x="182182" y="585529"/>
                  </a:lnTo>
                  <a:lnTo>
                    <a:pt x="202692" y="579120"/>
                  </a:lnTo>
                  <a:lnTo>
                    <a:pt x="219456" y="574548"/>
                  </a:lnTo>
                  <a:lnTo>
                    <a:pt x="242316" y="568452"/>
                  </a:lnTo>
                  <a:lnTo>
                    <a:pt x="260604" y="563880"/>
                  </a:lnTo>
                  <a:lnTo>
                    <a:pt x="283464" y="556260"/>
                  </a:lnTo>
                  <a:lnTo>
                    <a:pt x="303276" y="550164"/>
                  </a:lnTo>
                  <a:lnTo>
                    <a:pt x="320040" y="547116"/>
                  </a:lnTo>
                  <a:lnTo>
                    <a:pt x="342900" y="539496"/>
                  </a:lnTo>
                  <a:lnTo>
                    <a:pt x="359664" y="534924"/>
                  </a:lnTo>
                  <a:lnTo>
                    <a:pt x="382524" y="528828"/>
                  </a:lnTo>
                  <a:lnTo>
                    <a:pt x="402336" y="521208"/>
                  </a:lnTo>
                  <a:lnTo>
                    <a:pt x="425196" y="513588"/>
                  </a:lnTo>
                  <a:lnTo>
                    <a:pt x="441960" y="507492"/>
                  </a:lnTo>
                  <a:lnTo>
                    <a:pt x="461772" y="501396"/>
                  </a:lnTo>
                  <a:lnTo>
                    <a:pt x="484632" y="492252"/>
                  </a:lnTo>
                  <a:lnTo>
                    <a:pt x="502920" y="483108"/>
                  </a:lnTo>
                  <a:lnTo>
                    <a:pt x="502920" y="484749"/>
                  </a:lnTo>
                  <a:lnTo>
                    <a:pt x="518160" y="480060"/>
                  </a:lnTo>
                  <a:lnTo>
                    <a:pt x="541020" y="470916"/>
                  </a:lnTo>
                  <a:lnTo>
                    <a:pt x="560832" y="463296"/>
                  </a:lnTo>
                  <a:lnTo>
                    <a:pt x="579120" y="454152"/>
                  </a:lnTo>
                  <a:lnTo>
                    <a:pt x="595884" y="446532"/>
                  </a:lnTo>
                  <a:lnTo>
                    <a:pt x="615696" y="438912"/>
                  </a:lnTo>
                  <a:lnTo>
                    <a:pt x="618744" y="437505"/>
                  </a:lnTo>
                  <a:lnTo>
                    <a:pt x="618744" y="355092"/>
                  </a:lnTo>
                  <a:lnTo>
                    <a:pt x="622935" y="352806"/>
                  </a:lnTo>
                  <a:close/>
                </a:path>
                <a:path w="1209040" h="649604">
                  <a:moveTo>
                    <a:pt x="182182" y="585529"/>
                  </a:moveTo>
                  <a:lnTo>
                    <a:pt x="149352" y="553212"/>
                  </a:lnTo>
                  <a:lnTo>
                    <a:pt x="149352" y="590972"/>
                  </a:lnTo>
                  <a:lnTo>
                    <a:pt x="156972" y="591312"/>
                  </a:lnTo>
                  <a:lnTo>
                    <a:pt x="178308" y="586740"/>
                  </a:lnTo>
                  <a:lnTo>
                    <a:pt x="182182" y="585529"/>
                  </a:lnTo>
                  <a:close/>
                </a:path>
                <a:path w="1209040" h="649604">
                  <a:moveTo>
                    <a:pt x="502920" y="484749"/>
                  </a:moveTo>
                  <a:lnTo>
                    <a:pt x="502920" y="483108"/>
                  </a:lnTo>
                  <a:lnTo>
                    <a:pt x="498348" y="486156"/>
                  </a:lnTo>
                  <a:lnTo>
                    <a:pt x="502920" y="484749"/>
                  </a:lnTo>
                  <a:close/>
                </a:path>
                <a:path w="1209040" h="649604">
                  <a:moveTo>
                    <a:pt x="624840" y="352044"/>
                  </a:moveTo>
                  <a:lnTo>
                    <a:pt x="622935" y="352806"/>
                  </a:lnTo>
                  <a:lnTo>
                    <a:pt x="618744" y="355092"/>
                  </a:lnTo>
                  <a:lnTo>
                    <a:pt x="624840" y="352044"/>
                  </a:lnTo>
                  <a:close/>
                </a:path>
                <a:path w="1209040" h="649604">
                  <a:moveTo>
                    <a:pt x="624840" y="434691"/>
                  </a:moveTo>
                  <a:lnTo>
                    <a:pt x="624840" y="352044"/>
                  </a:lnTo>
                  <a:lnTo>
                    <a:pt x="618744" y="355092"/>
                  </a:lnTo>
                  <a:lnTo>
                    <a:pt x="618744" y="437505"/>
                  </a:lnTo>
                  <a:lnTo>
                    <a:pt x="624840" y="434691"/>
                  </a:lnTo>
                  <a:close/>
                </a:path>
                <a:path w="1209040" h="649604">
                  <a:moveTo>
                    <a:pt x="659408" y="335465"/>
                  </a:moveTo>
                  <a:lnTo>
                    <a:pt x="640080" y="342900"/>
                  </a:lnTo>
                  <a:lnTo>
                    <a:pt x="638556" y="342900"/>
                  </a:lnTo>
                  <a:lnTo>
                    <a:pt x="635508" y="345948"/>
                  </a:lnTo>
                  <a:lnTo>
                    <a:pt x="622935" y="352806"/>
                  </a:lnTo>
                  <a:lnTo>
                    <a:pt x="624840" y="352044"/>
                  </a:lnTo>
                  <a:lnTo>
                    <a:pt x="624840" y="434691"/>
                  </a:lnTo>
                  <a:lnTo>
                    <a:pt x="635508" y="429768"/>
                  </a:lnTo>
                  <a:lnTo>
                    <a:pt x="652272" y="423672"/>
                  </a:lnTo>
                  <a:lnTo>
                    <a:pt x="653796" y="422148"/>
                  </a:lnTo>
                  <a:lnTo>
                    <a:pt x="655320" y="422148"/>
                  </a:lnTo>
                  <a:lnTo>
                    <a:pt x="655320" y="338328"/>
                  </a:lnTo>
                  <a:lnTo>
                    <a:pt x="658368" y="336296"/>
                  </a:lnTo>
                  <a:lnTo>
                    <a:pt x="659408" y="335465"/>
                  </a:lnTo>
                  <a:close/>
                </a:path>
                <a:path w="1209040" h="649604">
                  <a:moveTo>
                    <a:pt x="659892" y="419709"/>
                  </a:moveTo>
                  <a:lnTo>
                    <a:pt x="659892" y="335280"/>
                  </a:lnTo>
                  <a:lnTo>
                    <a:pt x="659408" y="335602"/>
                  </a:lnTo>
                  <a:lnTo>
                    <a:pt x="658368" y="336194"/>
                  </a:lnTo>
                  <a:lnTo>
                    <a:pt x="655320" y="338328"/>
                  </a:lnTo>
                  <a:lnTo>
                    <a:pt x="655320" y="422148"/>
                  </a:lnTo>
                  <a:lnTo>
                    <a:pt x="658368" y="420624"/>
                  </a:lnTo>
                  <a:lnTo>
                    <a:pt x="659892" y="419709"/>
                  </a:lnTo>
                  <a:close/>
                </a:path>
                <a:path w="1209040" h="649604">
                  <a:moveTo>
                    <a:pt x="659892" y="335280"/>
                  </a:moveTo>
                  <a:lnTo>
                    <a:pt x="659408" y="335465"/>
                  </a:lnTo>
                  <a:lnTo>
                    <a:pt x="658368" y="336194"/>
                  </a:lnTo>
                  <a:lnTo>
                    <a:pt x="659408" y="335602"/>
                  </a:lnTo>
                  <a:lnTo>
                    <a:pt x="659892" y="335280"/>
                  </a:lnTo>
                  <a:close/>
                </a:path>
                <a:path w="1209040" h="649604">
                  <a:moveTo>
                    <a:pt x="744982" y="292354"/>
                  </a:moveTo>
                  <a:lnTo>
                    <a:pt x="728472" y="298704"/>
                  </a:lnTo>
                  <a:lnTo>
                    <a:pt x="725424" y="298704"/>
                  </a:lnTo>
                  <a:lnTo>
                    <a:pt x="722376" y="301752"/>
                  </a:lnTo>
                  <a:lnTo>
                    <a:pt x="710184" y="309372"/>
                  </a:lnTo>
                  <a:lnTo>
                    <a:pt x="688848" y="318516"/>
                  </a:lnTo>
                  <a:lnTo>
                    <a:pt x="670560" y="327660"/>
                  </a:lnTo>
                  <a:lnTo>
                    <a:pt x="659408" y="335465"/>
                  </a:lnTo>
                  <a:lnTo>
                    <a:pt x="659892" y="335280"/>
                  </a:lnTo>
                  <a:lnTo>
                    <a:pt x="659892" y="419709"/>
                  </a:lnTo>
                  <a:lnTo>
                    <a:pt x="667512" y="415137"/>
                  </a:lnTo>
                  <a:lnTo>
                    <a:pt x="667512" y="413004"/>
                  </a:lnTo>
                  <a:lnTo>
                    <a:pt x="688848" y="405384"/>
                  </a:lnTo>
                  <a:lnTo>
                    <a:pt x="690372" y="405384"/>
                  </a:lnTo>
                  <a:lnTo>
                    <a:pt x="691896" y="403860"/>
                  </a:lnTo>
                  <a:lnTo>
                    <a:pt x="693420" y="403860"/>
                  </a:lnTo>
                  <a:lnTo>
                    <a:pt x="710184" y="393192"/>
                  </a:lnTo>
                  <a:lnTo>
                    <a:pt x="722376" y="387096"/>
                  </a:lnTo>
                  <a:lnTo>
                    <a:pt x="742188" y="377952"/>
                  </a:lnTo>
                  <a:lnTo>
                    <a:pt x="742188" y="294132"/>
                  </a:lnTo>
                  <a:lnTo>
                    <a:pt x="744982" y="292354"/>
                  </a:lnTo>
                  <a:close/>
                </a:path>
                <a:path w="1209040" h="649604">
                  <a:moveTo>
                    <a:pt x="673608" y="411480"/>
                  </a:moveTo>
                  <a:lnTo>
                    <a:pt x="667512" y="413004"/>
                  </a:lnTo>
                  <a:lnTo>
                    <a:pt x="667512" y="415137"/>
                  </a:lnTo>
                  <a:lnTo>
                    <a:pt x="673608" y="411480"/>
                  </a:lnTo>
                  <a:close/>
                </a:path>
                <a:path w="1209040" h="649604">
                  <a:moveTo>
                    <a:pt x="748284" y="291084"/>
                  </a:moveTo>
                  <a:lnTo>
                    <a:pt x="744982" y="292354"/>
                  </a:lnTo>
                  <a:lnTo>
                    <a:pt x="742188" y="294132"/>
                  </a:lnTo>
                  <a:lnTo>
                    <a:pt x="748284" y="291084"/>
                  </a:lnTo>
                  <a:close/>
                </a:path>
                <a:path w="1209040" h="649604">
                  <a:moveTo>
                    <a:pt x="748284" y="374669"/>
                  </a:moveTo>
                  <a:lnTo>
                    <a:pt x="748284" y="291084"/>
                  </a:lnTo>
                  <a:lnTo>
                    <a:pt x="742188" y="294132"/>
                  </a:lnTo>
                  <a:lnTo>
                    <a:pt x="742188" y="377952"/>
                  </a:lnTo>
                  <a:lnTo>
                    <a:pt x="748284" y="374669"/>
                  </a:lnTo>
                  <a:close/>
                </a:path>
                <a:path w="1209040" h="649604">
                  <a:moveTo>
                    <a:pt x="1102100" y="145545"/>
                  </a:moveTo>
                  <a:lnTo>
                    <a:pt x="1095756" y="102108"/>
                  </a:lnTo>
                  <a:lnTo>
                    <a:pt x="1048286" y="89558"/>
                  </a:lnTo>
                  <a:lnTo>
                    <a:pt x="1040892" y="94488"/>
                  </a:lnTo>
                  <a:lnTo>
                    <a:pt x="1024128" y="108204"/>
                  </a:lnTo>
                  <a:lnTo>
                    <a:pt x="1014984" y="115824"/>
                  </a:lnTo>
                  <a:lnTo>
                    <a:pt x="998220" y="129540"/>
                  </a:lnTo>
                  <a:lnTo>
                    <a:pt x="967740" y="150876"/>
                  </a:lnTo>
                  <a:lnTo>
                    <a:pt x="950976" y="161544"/>
                  </a:lnTo>
                  <a:lnTo>
                    <a:pt x="935736" y="173736"/>
                  </a:lnTo>
                  <a:lnTo>
                    <a:pt x="922020" y="182880"/>
                  </a:lnTo>
                  <a:lnTo>
                    <a:pt x="903732" y="193548"/>
                  </a:lnTo>
                  <a:lnTo>
                    <a:pt x="888492" y="204216"/>
                  </a:lnTo>
                  <a:lnTo>
                    <a:pt x="874776" y="214884"/>
                  </a:lnTo>
                  <a:lnTo>
                    <a:pt x="856488" y="225552"/>
                  </a:lnTo>
                  <a:lnTo>
                    <a:pt x="842772" y="234696"/>
                  </a:lnTo>
                  <a:lnTo>
                    <a:pt x="826008" y="243840"/>
                  </a:lnTo>
                  <a:lnTo>
                    <a:pt x="810768" y="252984"/>
                  </a:lnTo>
                  <a:lnTo>
                    <a:pt x="790956" y="265176"/>
                  </a:lnTo>
                  <a:lnTo>
                    <a:pt x="774192" y="274320"/>
                  </a:lnTo>
                  <a:lnTo>
                    <a:pt x="758952" y="283464"/>
                  </a:lnTo>
                  <a:lnTo>
                    <a:pt x="744982" y="292354"/>
                  </a:lnTo>
                  <a:lnTo>
                    <a:pt x="748284" y="291084"/>
                  </a:lnTo>
                  <a:lnTo>
                    <a:pt x="748284" y="374669"/>
                  </a:lnTo>
                  <a:lnTo>
                    <a:pt x="755904" y="370566"/>
                  </a:lnTo>
                  <a:lnTo>
                    <a:pt x="755904" y="368808"/>
                  </a:lnTo>
                  <a:lnTo>
                    <a:pt x="775716" y="361188"/>
                  </a:lnTo>
                  <a:lnTo>
                    <a:pt x="777240" y="361188"/>
                  </a:lnTo>
                  <a:lnTo>
                    <a:pt x="780288" y="359664"/>
                  </a:lnTo>
                  <a:lnTo>
                    <a:pt x="781812" y="359664"/>
                  </a:lnTo>
                  <a:lnTo>
                    <a:pt x="797052" y="348996"/>
                  </a:lnTo>
                  <a:lnTo>
                    <a:pt x="813816" y="339852"/>
                  </a:lnTo>
                  <a:lnTo>
                    <a:pt x="829056" y="330708"/>
                  </a:lnTo>
                  <a:lnTo>
                    <a:pt x="848868" y="320040"/>
                  </a:lnTo>
                  <a:lnTo>
                    <a:pt x="865632" y="309372"/>
                  </a:lnTo>
                  <a:lnTo>
                    <a:pt x="880872" y="300228"/>
                  </a:lnTo>
                  <a:lnTo>
                    <a:pt x="899160" y="288036"/>
                  </a:lnTo>
                  <a:lnTo>
                    <a:pt x="912876" y="280416"/>
                  </a:lnTo>
                  <a:lnTo>
                    <a:pt x="931164" y="268224"/>
                  </a:lnTo>
                  <a:lnTo>
                    <a:pt x="947928" y="256032"/>
                  </a:lnTo>
                  <a:lnTo>
                    <a:pt x="961644" y="248412"/>
                  </a:lnTo>
                  <a:lnTo>
                    <a:pt x="978408" y="236220"/>
                  </a:lnTo>
                  <a:lnTo>
                    <a:pt x="995172" y="225552"/>
                  </a:lnTo>
                  <a:lnTo>
                    <a:pt x="1010412" y="213360"/>
                  </a:lnTo>
                  <a:lnTo>
                    <a:pt x="1027176" y="202692"/>
                  </a:lnTo>
                  <a:lnTo>
                    <a:pt x="1045464" y="188976"/>
                  </a:lnTo>
                  <a:lnTo>
                    <a:pt x="1059180" y="178308"/>
                  </a:lnTo>
                  <a:lnTo>
                    <a:pt x="1074420" y="164592"/>
                  </a:lnTo>
                  <a:lnTo>
                    <a:pt x="1088136" y="153924"/>
                  </a:lnTo>
                  <a:lnTo>
                    <a:pt x="1102100" y="145545"/>
                  </a:lnTo>
                  <a:close/>
                </a:path>
                <a:path w="1209040" h="649604">
                  <a:moveTo>
                    <a:pt x="762000" y="367284"/>
                  </a:moveTo>
                  <a:lnTo>
                    <a:pt x="755904" y="368808"/>
                  </a:lnTo>
                  <a:lnTo>
                    <a:pt x="755904" y="370566"/>
                  </a:lnTo>
                  <a:lnTo>
                    <a:pt x="762000" y="367284"/>
                  </a:lnTo>
                  <a:close/>
                </a:path>
                <a:path w="1209040" h="649604">
                  <a:moveTo>
                    <a:pt x="1208532" y="0"/>
                  </a:moveTo>
                  <a:lnTo>
                    <a:pt x="963168" y="67056"/>
                  </a:lnTo>
                  <a:lnTo>
                    <a:pt x="1048286" y="89558"/>
                  </a:lnTo>
                  <a:lnTo>
                    <a:pt x="1059180" y="82296"/>
                  </a:lnTo>
                  <a:lnTo>
                    <a:pt x="1071372" y="71628"/>
                  </a:lnTo>
                  <a:lnTo>
                    <a:pt x="1085088" y="64436"/>
                  </a:lnTo>
                  <a:lnTo>
                    <a:pt x="1126236" y="77724"/>
                  </a:lnTo>
                  <a:lnTo>
                    <a:pt x="1133284" y="106108"/>
                  </a:lnTo>
                  <a:lnTo>
                    <a:pt x="1133284" y="192436"/>
                  </a:lnTo>
                  <a:lnTo>
                    <a:pt x="1208532" y="0"/>
                  </a:lnTo>
                  <a:close/>
                </a:path>
                <a:path w="1209040" h="649604">
                  <a:moveTo>
                    <a:pt x="1133284" y="106108"/>
                  </a:moveTo>
                  <a:lnTo>
                    <a:pt x="1132546" y="91416"/>
                  </a:lnTo>
                  <a:lnTo>
                    <a:pt x="1126236" y="77724"/>
                  </a:lnTo>
                  <a:lnTo>
                    <a:pt x="1114234" y="67770"/>
                  </a:lnTo>
                  <a:lnTo>
                    <a:pt x="1099947" y="63246"/>
                  </a:lnTo>
                  <a:lnTo>
                    <a:pt x="1085088" y="64436"/>
                  </a:lnTo>
                  <a:lnTo>
                    <a:pt x="1071372" y="71628"/>
                  </a:lnTo>
                  <a:lnTo>
                    <a:pt x="1059180" y="82296"/>
                  </a:lnTo>
                  <a:lnTo>
                    <a:pt x="1048286" y="89558"/>
                  </a:lnTo>
                  <a:lnTo>
                    <a:pt x="1095756" y="102108"/>
                  </a:lnTo>
                  <a:lnTo>
                    <a:pt x="1102100" y="145545"/>
                  </a:lnTo>
                  <a:lnTo>
                    <a:pt x="1103376" y="144780"/>
                  </a:lnTo>
                  <a:lnTo>
                    <a:pt x="1118616" y="131064"/>
                  </a:lnTo>
                  <a:lnTo>
                    <a:pt x="1128593" y="119943"/>
                  </a:lnTo>
                  <a:lnTo>
                    <a:pt x="1133284" y="106108"/>
                  </a:lnTo>
                  <a:close/>
                </a:path>
                <a:path w="1209040" h="649604">
                  <a:moveTo>
                    <a:pt x="1133284" y="192436"/>
                  </a:moveTo>
                  <a:lnTo>
                    <a:pt x="1133284" y="106108"/>
                  </a:lnTo>
                  <a:lnTo>
                    <a:pt x="1128593" y="119943"/>
                  </a:lnTo>
                  <a:lnTo>
                    <a:pt x="1118616" y="131064"/>
                  </a:lnTo>
                  <a:lnTo>
                    <a:pt x="1103376" y="144780"/>
                  </a:lnTo>
                  <a:lnTo>
                    <a:pt x="1102100" y="145545"/>
                  </a:lnTo>
                  <a:lnTo>
                    <a:pt x="1115568" y="237744"/>
                  </a:lnTo>
                  <a:lnTo>
                    <a:pt x="1133284" y="192436"/>
                  </a:lnTo>
                  <a:close/>
                </a:path>
              </a:pathLst>
            </a:custGeom>
            <a:solidFill>
              <a:srgbClr val="00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7747000" y="5366011"/>
            <a:ext cx="3124200" cy="1254760"/>
            <a:chOff x="5867400" y="5747004"/>
            <a:chExt cx="3124200" cy="1254760"/>
          </a:xfrm>
        </p:grpSpPr>
        <p:sp>
          <p:nvSpPr>
            <p:cNvPr id="63" name="object 63"/>
            <p:cNvSpPr/>
            <p:nvPr/>
          </p:nvSpPr>
          <p:spPr>
            <a:xfrm>
              <a:off x="5867400" y="5747004"/>
              <a:ext cx="2286000" cy="774700"/>
            </a:xfrm>
            <a:custGeom>
              <a:avLst/>
              <a:gdLst/>
              <a:ahLst/>
              <a:cxnLst/>
              <a:rect l="l" t="t" r="r" b="b"/>
              <a:pathLst>
                <a:path w="2286000" h="774700">
                  <a:moveTo>
                    <a:pt x="207772" y="627888"/>
                  </a:moveTo>
                  <a:lnTo>
                    <a:pt x="185928" y="554736"/>
                  </a:lnTo>
                  <a:lnTo>
                    <a:pt x="0" y="729996"/>
                  </a:lnTo>
                  <a:lnTo>
                    <a:pt x="172212" y="760263"/>
                  </a:lnTo>
                  <a:lnTo>
                    <a:pt x="172212" y="638556"/>
                  </a:lnTo>
                  <a:lnTo>
                    <a:pt x="207772" y="627888"/>
                  </a:lnTo>
                  <a:close/>
                </a:path>
                <a:path w="2286000" h="774700">
                  <a:moveTo>
                    <a:pt x="229574" y="700900"/>
                  </a:moveTo>
                  <a:lnTo>
                    <a:pt x="207772" y="627888"/>
                  </a:lnTo>
                  <a:lnTo>
                    <a:pt x="172212" y="638556"/>
                  </a:lnTo>
                  <a:lnTo>
                    <a:pt x="193548" y="711708"/>
                  </a:lnTo>
                  <a:lnTo>
                    <a:pt x="229574" y="700900"/>
                  </a:lnTo>
                  <a:close/>
                </a:path>
                <a:path w="2286000" h="774700">
                  <a:moveTo>
                    <a:pt x="251460" y="774192"/>
                  </a:moveTo>
                  <a:lnTo>
                    <a:pt x="229574" y="700900"/>
                  </a:lnTo>
                  <a:lnTo>
                    <a:pt x="193548" y="711708"/>
                  </a:lnTo>
                  <a:lnTo>
                    <a:pt x="172212" y="638556"/>
                  </a:lnTo>
                  <a:lnTo>
                    <a:pt x="172212" y="760263"/>
                  </a:lnTo>
                  <a:lnTo>
                    <a:pt x="251460" y="774192"/>
                  </a:lnTo>
                  <a:close/>
                </a:path>
                <a:path w="2286000" h="774700">
                  <a:moveTo>
                    <a:pt x="2078228" y="146304"/>
                  </a:moveTo>
                  <a:lnTo>
                    <a:pt x="2056425" y="73291"/>
                  </a:lnTo>
                  <a:lnTo>
                    <a:pt x="207772" y="627888"/>
                  </a:lnTo>
                  <a:lnTo>
                    <a:pt x="229574" y="700900"/>
                  </a:lnTo>
                  <a:lnTo>
                    <a:pt x="2078228" y="146304"/>
                  </a:lnTo>
                  <a:close/>
                </a:path>
                <a:path w="2286000" h="774700">
                  <a:moveTo>
                    <a:pt x="2286000" y="44196"/>
                  </a:moveTo>
                  <a:lnTo>
                    <a:pt x="2034540" y="0"/>
                  </a:lnTo>
                  <a:lnTo>
                    <a:pt x="2056425" y="73291"/>
                  </a:lnTo>
                  <a:lnTo>
                    <a:pt x="2092452" y="62484"/>
                  </a:lnTo>
                  <a:lnTo>
                    <a:pt x="2113788" y="135636"/>
                  </a:lnTo>
                  <a:lnTo>
                    <a:pt x="2113788" y="206526"/>
                  </a:lnTo>
                  <a:lnTo>
                    <a:pt x="2286000" y="44196"/>
                  </a:lnTo>
                  <a:close/>
                </a:path>
                <a:path w="2286000" h="774700">
                  <a:moveTo>
                    <a:pt x="2113788" y="135636"/>
                  </a:moveTo>
                  <a:lnTo>
                    <a:pt x="2092452" y="62484"/>
                  </a:lnTo>
                  <a:lnTo>
                    <a:pt x="2056425" y="73291"/>
                  </a:lnTo>
                  <a:lnTo>
                    <a:pt x="2078228" y="146304"/>
                  </a:lnTo>
                  <a:lnTo>
                    <a:pt x="2113788" y="135636"/>
                  </a:lnTo>
                  <a:close/>
                </a:path>
                <a:path w="2286000" h="774700">
                  <a:moveTo>
                    <a:pt x="2113788" y="206526"/>
                  </a:moveTo>
                  <a:lnTo>
                    <a:pt x="2113788" y="135636"/>
                  </a:lnTo>
                  <a:lnTo>
                    <a:pt x="2078228" y="146304"/>
                  </a:lnTo>
                  <a:lnTo>
                    <a:pt x="2100072" y="219456"/>
                  </a:lnTo>
                  <a:lnTo>
                    <a:pt x="2113788" y="20652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614159" y="6190487"/>
              <a:ext cx="2205355" cy="772795"/>
            </a:xfrm>
            <a:custGeom>
              <a:avLst/>
              <a:gdLst/>
              <a:ahLst/>
              <a:cxnLst/>
              <a:rect l="l" t="t" r="r" b="b"/>
              <a:pathLst>
                <a:path w="2205354" h="772795">
                  <a:moveTo>
                    <a:pt x="2205227" y="387095"/>
                  </a:moveTo>
                  <a:lnTo>
                    <a:pt x="2196635" y="338623"/>
                  </a:lnTo>
                  <a:lnTo>
                    <a:pt x="2171548" y="291924"/>
                  </a:lnTo>
                  <a:lnTo>
                    <a:pt x="2131004" y="247363"/>
                  </a:lnTo>
                  <a:lnTo>
                    <a:pt x="2076038" y="205309"/>
                  </a:lnTo>
                  <a:lnTo>
                    <a:pt x="2043471" y="185335"/>
                  </a:lnTo>
                  <a:lnTo>
                    <a:pt x="2007687" y="166126"/>
                  </a:lnTo>
                  <a:lnTo>
                    <a:pt x="1968816" y="147726"/>
                  </a:lnTo>
                  <a:lnTo>
                    <a:pt x="1926987" y="130181"/>
                  </a:lnTo>
                  <a:lnTo>
                    <a:pt x="1882330" y="113537"/>
                  </a:lnTo>
                  <a:lnTo>
                    <a:pt x="1834975" y="97841"/>
                  </a:lnTo>
                  <a:lnTo>
                    <a:pt x="1785050" y="83137"/>
                  </a:lnTo>
                  <a:lnTo>
                    <a:pt x="1732686" y="69471"/>
                  </a:lnTo>
                  <a:lnTo>
                    <a:pt x="1678012" y="56889"/>
                  </a:lnTo>
                  <a:lnTo>
                    <a:pt x="1621158" y="45438"/>
                  </a:lnTo>
                  <a:lnTo>
                    <a:pt x="1562253" y="35162"/>
                  </a:lnTo>
                  <a:lnTo>
                    <a:pt x="1501427" y="26108"/>
                  </a:lnTo>
                  <a:lnTo>
                    <a:pt x="1438809" y="18321"/>
                  </a:lnTo>
                  <a:lnTo>
                    <a:pt x="1374528" y="11847"/>
                  </a:lnTo>
                  <a:lnTo>
                    <a:pt x="1308715" y="6733"/>
                  </a:lnTo>
                  <a:lnTo>
                    <a:pt x="1241499" y="3023"/>
                  </a:lnTo>
                  <a:lnTo>
                    <a:pt x="1173009" y="763"/>
                  </a:lnTo>
                  <a:lnTo>
                    <a:pt x="1103375" y="0"/>
                  </a:lnTo>
                  <a:lnTo>
                    <a:pt x="1036138" y="708"/>
                  </a:lnTo>
                  <a:lnTo>
                    <a:pt x="969969" y="2805"/>
                  </a:lnTo>
                  <a:lnTo>
                    <a:pt x="904984" y="6250"/>
                  </a:lnTo>
                  <a:lnTo>
                    <a:pt x="841297" y="11003"/>
                  </a:lnTo>
                  <a:lnTo>
                    <a:pt x="779025" y="17022"/>
                  </a:lnTo>
                  <a:lnTo>
                    <a:pt x="718282" y="24266"/>
                  </a:lnTo>
                  <a:lnTo>
                    <a:pt x="659184" y="32696"/>
                  </a:lnTo>
                  <a:lnTo>
                    <a:pt x="601845" y="42269"/>
                  </a:lnTo>
                  <a:lnTo>
                    <a:pt x="546382" y="52944"/>
                  </a:lnTo>
                  <a:lnTo>
                    <a:pt x="492908" y="64682"/>
                  </a:lnTo>
                  <a:lnTo>
                    <a:pt x="441540" y="77441"/>
                  </a:lnTo>
                  <a:lnTo>
                    <a:pt x="392393" y="91180"/>
                  </a:lnTo>
                  <a:lnTo>
                    <a:pt x="345581" y="105859"/>
                  </a:lnTo>
                  <a:lnTo>
                    <a:pt x="301221" y="121436"/>
                  </a:lnTo>
                  <a:lnTo>
                    <a:pt x="259427" y="137870"/>
                  </a:lnTo>
                  <a:lnTo>
                    <a:pt x="220314" y="155122"/>
                  </a:lnTo>
                  <a:lnTo>
                    <a:pt x="183998" y="173149"/>
                  </a:lnTo>
                  <a:lnTo>
                    <a:pt x="150593" y="191911"/>
                  </a:lnTo>
                  <a:lnTo>
                    <a:pt x="92981" y="231476"/>
                  </a:lnTo>
                  <a:lnTo>
                    <a:pt x="48399" y="273490"/>
                  </a:lnTo>
                  <a:lnTo>
                    <a:pt x="17769" y="317627"/>
                  </a:lnTo>
                  <a:lnTo>
                    <a:pt x="2012" y="363559"/>
                  </a:lnTo>
                  <a:lnTo>
                    <a:pt x="0" y="387095"/>
                  </a:lnTo>
                  <a:lnTo>
                    <a:pt x="2169" y="411361"/>
                  </a:lnTo>
                  <a:lnTo>
                    <a:pt x="19141" y="458693"/>
                  </a:lnTo>
                  <a:lnTo>
                    <a:pt x="52094" y="504117"/>
                  </a:lnTo>
                  <a:lnTo>
                    <a:pt x="99998" y="547262"/>
                  </a:lnTo>
                  <a:lnTo>
                    <a:pt x="161820" y="587758"/>
                  </a:lnTo>
                  <a:lnTo>
                    <a:pt x="197627" y="606896"/>
                  </a:lnTo>
                  <a:lnTo>
                    <a:pt x="236527" y="625234"/>
                  </a:lnTo>
                  <a:lnTo>
                    <a:pt x="278390" y="642724"/>
                  </a:lnTo>
                  <a:lnTo>
                    <a:pt x="323087" y="659320"/>
                  </a:lnTo>
                  <a:lnTo>
                    <a:pt x="370490" y="674976"/>
                  </a:lnTo>
                  <a:lnTo>
                    <a:pt x="420469" y="689646"/>
                  </a:lnTo>
                  <a:lnTo>
                    <a:pt x="472896" y="703283"/>
                  </a:lnTo>
                  <a:lnTo>
                    <a:pt x="527641" y="715841"/>
                  </a:lnTo>
                  <a:lnTo>
                    <a:pt x="584575" y="727274"/>
                  </a:lnTo>
                  <a:lnTo>
                    <a:pt x="643569" y="737535"/>
                  </a:lnTo>
                  <a:lnTo>
                    <a:pt x="704494" y="746578"/>
                  </a:lnTo>
                  <a:lnTo>
                    <a:pt x="767221" y="754357"/>
                  </a:lnTo>
                  <a:lnTo>
                    <a:pt x="831622" y="760825"/>
                  </a:lnTo>
                  <a:lnTo>
                    <a:pt x="897567" y="765937"/>
                  </a:lnTo>
                  <a:lnTo>
                    <a:pt x="964927" y="769645"/>
                  </a:lnTo>
                  <a:lnTo>
                    <a:pt x="1033573" y="771904"/>
                  </a:lnTo>
                  <a:lnTo>
                    <a:pt x="1103375" y="772667"/>
                  </a:lnTo>
                  <a:lnTo>
                    <a:pt x="1173009" y="771904"/>
                  </a:lnTo>
                  <a:lnTo>
                    <a:pt x="1241499" y="769645"/>
                  </a:lnTo>
                  <a:lnTo>
                    <a:pt x="1308715" y="765937"/>
                  </a:lnTo>
                  <a:lnTo>
                    <a:pt x="1374528" y="760825"/>
                  </a:lnTo>
                  <a:lnTo>
                    <a:pt x="1438809" y="754357"/>
                  </a:lnTo>
                  <a:lnTo>
                    <a:pt x="1501427" y="746578"/>
                  </a:lnTo>
                  <a:lnTo>
                    <a:pt x="1562253" y="737535"/>
                  </a:lnTo>
                  <a:lnTo>
                    <a:pt x="1621158" y="727274"/>
                  </a:lnTo>
                  <a:lnTo>
                    <a:pt x="1678012" y="715841"/>
                  </a:lnTo>
                  <a:lnTo>
                    <a:pt x="1732686" y="703283"/>
                  </a:lnTo>
                  <a:lnTo>
                    <a:pt x="1785050" y="689646"/>
                  </a:lnTo>
                  <a:lnTo>
                    <a:pt x="1834975" y="674976"/>
                  </a:lnTo>
                  <a:lnTo>
                    <a:pt x="1882330" y="659320"/>
                  </a:lnTo>
                  <a:lnTo>
                    <a:pt x="1926987" y="642724"/>
                  </a:lnTo>
                  <a:lnTo>
                    <a:pt x="1968816" y="625234"/>
                  </a:lnTo>
                  <a:lnTo>
                    <a:pt x="2007687" y="606896"/>
                  </a:lnTo>
                  <a:lnTo>
                    <a:pt x="2043471" y="587758"/>
                  </a:lnTo>
                  <a:lnTo>
                    <a:pt x="2076038" y="567864"/>
                  </a:lnTo>
                  <a:lnTo>
                    <a:pt x="2131004" y="525997"/>
                  </a:lnTo>
                  <a:lnTo>
                    <a:pt x="2171548" y="481667"/>
                  </a:lnTo>
                  <a:lnTo>
                    <a:pt x="2196635" y="435243"/>
                  </a:lnTo>
                  <a:lnTo>
                    <a:pt x="2205227" y="3870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614159" y="6190487"/>
              <a:ext cx="2205355" cy="772795"/>
            </a:xfrm>
            <a:custGeom>
              <a:avLst/>
              <a:gdLst/>
              <a:ahLst/>
              <a:cxnLst/>
              <a:rect l="l" t="t" r="r" b="b"/>
              <a:pathLst>
                <a:path w="2205354" h="772795">
                  <a:moveTo>
                    <a:pt x="1103375" y="0"/>
                  </a:moveTo>
                  <a:lnTo>
                    <a:pt x="1036138" y="708"/>
                  </a:lnTo>
                  <a:lnTo>
                    <a:pt x="969969" y="2805"/>
                  </a:lnTo>
                  <a:lnTo>
                    <a:pt x="904984" y="6250"/>
                  </a:lnTo>
                  <a:lnTo>
                    <a:pt x="841297" y="11003"/>
                  </a:lnTo>
                  <a:lnTo>
                    <a:pt x="779025" y="17022"/>
                  </a:lnTo>
                  <a:lnTo>
                    <a:pt x="718282" y="24266"/>
                  </a:lnTo>
                  <a:lnTo>
                    <a:pt x="659184" y="32696"/>
                  </a:lnTo>
                  <a:lnTo>
                    <a:pt x="601845" y="42269"/>
                  </a:lnTo>
                  <a:lnTo>
                    <a:pt x="546382" y="52944"/>
                  </a:lnTo>
                  <a:lnTo>
                    <a:pt x="492908" y="64682"/>
                  </a:lnTo>
                  <a:lnTo>
                    <a:pt x="441540" y="77441"/>
                  </a:lnTo>
                  <a:lnTo>
                    <a:pt x="392393" y="91180"/>
                  </a:lnTo>
                  <a:lnTo>
                    <a:pt x="345581" y="105859"/>
                  </a:lnTo>
                  <a:lnTo>
                    <a:pt x="301221" y="121436"/>
                  </a:lnTo>
                  <a:lnTo>
                    <a:pt x="259427" y="137870"/>
                  </a:lnTo>
                  <a:lnTo>
                    <a:pt x="220314" y="155122"/>
                  </a:lnTo>
                  <a:lnTo>
                    <a:pt x="183998" y="173149"/>
                  </a:lnTo>
                  <a:lnTo>
                    <a:pt x="150593" y="191911"/>
                  </a:lnTo>
                  <a:lnTo>
                    <a:pt x="92981" y="231476"/>
                  </a:lnTo>
                  <a:lnTo>
                    <a:pt x="48399" y="273490"/>
                  </a:lnTo>
                  <a:lnTo>
                    <a:pt x="17769" y="317627"/>
                  </a:lnTo>
                  <a:lnTo>
                    <a:pt x="2012" y="363559"/>
                  </a:lnTo>
                  <a:lnTo>
                    <a:pt x="0" y="387095"/>
                  </a:lnTo>
                  <a:lnTo>
                    <a:pt x="2169" y="411361"/>
                  </a:lnTo>
                  <a:lnTo>
                    <a:pt x="19141" y="458693"/>
                  </a:lnTo>
                  <a:lnTo>
                    <a:pt x="52094" y="504117"/>
                  </a:lnTo>
                  <a:lnTo>
                    <a:pt x="99998" y="547262"/>
                  </a:lnTo>
                  <a:lnTo>
                    <a:pt x="161820" y="587758"/>
                  </a:lnTo>
                  <a:lnTo>
                    <a:pt x="197627" y="606896"/>
                  </a:lnTo>
                  <a:lnTo>
                    <a:pt x="236527" y="625234"/>
                  </a:lnTo>
                  <a:lnTo>
                    <a:pt x="278390" y="642724"/>
                  </a:lnTo>
                  <a:lnTo>
                    <a:pt x="323087" y="659320"/>
                  </a:lnTo>
                  <a:lnTo>
                    <a:pt x="370490" y="674976"/>
                  </a:lnTo>
                  <a:lnTo>
                    <a:pt x="420469" y="689646"/>
                  </a:lnTo>
                  <a:lnTo>
                    <a:pt x="472896" y="703283"/>
                  </a:lnTo>
                  <a:lnTo>
                    <a:pt x="527641" y="715841"/>
                  </a:lnTo>
                  <a:lnTo>
                    <a:pt x="584575" y="727274"/>
                  </a:lnTo>
                  <a:lnTo>
                    <a:pt x="643569" y="737535"/>
                  </a:lnTo>
                  <a:lnTo>
                    <a:pt x="704494" y="746578"/>
                  </a:lnTo>
                  <a:lnTo>
                    <a:pt x="767221" y="754357"/>
                  </a:lnTo>
                  <a:lnTo>
                    <a:pt x="831622" y="760825"/>
                  </a:lnTo>
                  <a:lnTo>
                    <a:pt x="897567" y="765937"/>
                  </a:lnTo>
                  <a:lnTo>
                    <a:pt x="964927" y="769645"/>
                  </a:lnTo>
                  <a:lnTo>
                    <a:pt x="1033573" y="771904"/>
                  </a:lnTo>
                  <a:lnTo>
                    <a:pt x="1103375" y="772667"/>
                  </a:lnTo>
                  <a:lnTo>
                    <a:pt x="1173009" y="771904"/>
                  </a:lnTo>
                  <a:lnTo>
                    <a:pt x="1241499" y="769645"/>
                  </a:lnTo>
                  <a:lnTo>
                    <a:pt x="1308715" y="765937"/>
                  </a:lnTo>
                  <a:lnTo>
                    <a:pt x="1374528" y="760825"/>
                  </a:lnTo>
                  <a:lnTo>
                    <a:pt x="1438809" y="754357"/>
                  </a:lnTo>
                  <a:lnTo>
                    <a:pt x="1501427" y="746578"/>
                  </a:lnTo>
                  <a:lnTo>
                    <a:pt x="1562253" y="737535"/>
                  </a:lnTo>
                  <a:lnTo>
                    <a:pt x="1621158" y="727274"/>
                  </a:lnTo>
                  <a:lnTo>
                    <a:pt x="1678012" y="715841"/>
                  </a:lnTo>
                  <a:lnTo>
                    <a:pt x="1732686" y="703283"/>
                  </a:lnTo>
                  <a:lnTo>
                    <a:pt x="1785050" y="689646"/>
                  </a:lnTo>
                  <a:lnTo>
                    <a:pt x="1834975" y="674976"/>
                  </a:lnTo>
                  <a:lnTo>
                    <a:pt x="1882330" y="659320"/>
                  </a:lnTo>
                  <a:lnTo>
                    <a:pt x="1926987" y="642724"/>
                  </a:lnTo>
                  <a:lnTo>
                    <a:pt x="1968816" y="625234"/>
                  </a:lnTo>
                  <a:lnTo>
                    <a:pt x="2007687" y="606896"/>
                  </a:lnTo>
                  <a:lnTo>
                    <a:pt x="2043471" y="587758"/>
                  </a:lnTo>
                  <a:lnTo>
                    <a:pt x="2076038" y="567864"/>
                  </a:lnTo>
                  <a:lnTo>
                    <a:pt x="2131004" y="525997"/>
                  </a:lnTo>
                  <a:lnTo>
                    <a:pt x="2171548" y="481667"/>
                  </a:lnTo>
                  <a:lnTo>
                    <a:pt x="2196635" y="435243"/>
                  </a:lnTo>
                  <a:lnTo>
                    <a:pt x="2205227" y="387095"/>
                  </a:lnTo>
                  <a:lnTo>
                    <a:pt x="2203058" y="362661"/>
                  </a:lnTo>
                  <a:lnTo>
                    <a:pt x="2186089" y="315029"/>
                  </a:lnTo>
                  <a:lnTo>
                    <a:pt x="2153143" y="269353"/>
                  </a:lnTo>
                  <a:lnTo>
                    <a:pt x="2105259" y="226000"/>
                  </a:lnTo>
                  <a:lnTo>
                    <a:pt x="2043471" y="185335"/>
                  </a:lnTo>
                  <a:lnTo>
                    <a:pt x="2007687" y="166126"/>
                  </a:lnTo>
                  <a:lnTo>
                    <a:pt x="1968816" y="147726"/>
                  </a:lnTo>
                  <a:lnTo>
                    <a:pt x="1926987" y="130181"/>
                  </a:lnTo>
                  <a:lnTo>
                    <a:pt x="1882330" y="113537"/>
                  </a:lnTo>
                  <a:lnTo>
                    <a:pt x="1834975" y="97841"/>
                  </a:lnTo>
                  <a:lnTo>
                    <a:pt x="1785050" y="83137"/>
                  </a:lnTo>
                  <a:lnTo>
                    <a:pt x="1732686" y="69471"/>
                  </a:lnTo>
                  <a:lnTo>
                    <a:pt x="1678012" y="56889"/>
                  </a:lnTo>
                  <a:lnTo>
                    <a:pt x="1621158" y="45438"/>
                  </a:lnTo>
                  <a:lnTo>
                    <a:pt x="1562253" y="35162"/>
                  </a:lnTo>
                  <a:lnTo>
                    <a:pt x="1501427" y="26108"/>
                  </a:lnTo>
                  <a:lnTo>
                    <a:pt x="1438809" y="18321"/>
                  </a:lnTo>
                  <a:lnTo>
                    <a:pt x="1374528" y="11847"/>
                  </a:lnTo>
                  <a:lnTo>
                    <a:pt x="1308715" y="6733"/>
                  </a:lnTo>
                  <a:lnTo>
                    <a:pt x="1241499" y="3023"/>
                  </a:lnTo>
                  <a:lnTo>
                    <a:pt x="1173009" y="763"/>
                  </a:lnTo>
                  <a:lnTo>
                    <a:pt x="1103375" y="0"/>
                  </a:lnTo>
                  <a:close/>
                </a:path>
              </a:pathLst>
            </a:custGeom>
            <a:ln w="76199">
              <a:solidFill>
                <a:srgbClr val="00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545068" y="5876544"/>
              <a:ext cx="447040" cy="800100"/>
            </a:xfrm>
            <a:custGeom>
              <a:avLst/>
              <a:gdLst/>
              <a:ahLst/>
              <a:cxnLst/>
              <a:rect l="l" t="t" r="r" b="b"/>
              <a:pathLst>
                <a:path w="447040" h="800100">
                  <a:moveTo>
                    <a:pt x="435864" y="425196"/>
                  </a:moveTo>
                  <a:lnTo>
                    <a:pt x="435864" y="391668"/>
                  </a:lnTo>
                  <a:lnTo>
                    <a:pt x="432816" y="358140"/>
                  </a:lnTo>
                  <a:lnTo>
                    <a:pt x="420624" y="312420"/>
                  </a:lnTo>
                  <a:lnTo>
                    <a:pt x="400812" y="272796"/>
                  </a:lnTo>
                  <a:lnTo>
                    <a:pt x="376428" y="236220"/>
                  </a:lnTo>
                  <a:lnTo>
                    <a:pt x="335280" y="193548"/>
                  </a:lnTo>
                  <a:lnTo>
                    <a:pt x="288036" y="152400"/>
                  </a:lnTo>
                  <a:lnTo>
                    <a:pt x="236220" y="115824"/>
                  </a:lnTo>
                  <a:lnTo>
                    <a:pt x="207264" y="99060"/>
                  </a:lnTo>
                  <a:lnTo>
                    <a:pt x="178308" y="80772"/>
                  </a:lnTo>
                  <a:lnTo>
                    <a:pt x="149352" y="64008"/>
                  </a:lnTo>
                  <a:lnTo>
                    <a:pt x="118872" y="48768"/>
                  </a:lnTo>
                  <a:lnTo>
                    <a:pt x="88392" y="32004"/>
                  </a:lnTo>
                  <a:lnTo>
                    <a:pt x="25908" y="0"/>
                  </a:lnTo>
                  <a:lnTo>
                    <a:pt x="0" y="51816"/>
                  </a:lnTo>
                  <a:lnTo>
                    <a:pt x="62484" y="82296"/>
                  </a:lnTo>
                  <a:lnTo>
                    <a:pt x="91440" y="99060"/>
                  </a:lnTo>
                  <a:lnTo>
                    <a:pt x="150876" y="131064"/>
                  </a:lnTo>
                  <a:lnTo>
                    <a:pt x="205740" y="164592"/>
                  </a:lnTo>
                  <a:lnTo>
                    <a:pt x="254508" y="199644"/>
                  </a:lnTo>
                  <a:lnTo>
                    <a:pt x="297180" y="236220"/>
                  </a:lnTo>
                  <a:lnTo>
                    <a:pt x="332232" y="274320"/>
                  </a:lnTo>
                  <a:lnTo>
                    <a:pt x="345948" y="294132"/>
                  </a:lnTo>
                  <a:lnTo>
                    <a:pt x="352044" y="303276"/>
                  </a:lnTo>
                  <a:lnTo>
                    <a:pt x="358140" y="313944"/>
                  </a:lnTo>
                  <a:lnTo>
                    <a:pt x="371856" y="345948"/>
                  </a:lnTo>
                  <a:lnTo>
                    <a:pt x="373380" y="356616"/>
                  </a:lnTo>
                  <a:lnTo>
                    <a:pt x="376428" y="368808"/>
                  </a:lnTo>
                  <a:lnTo>
                    <a:pt x="377952" y="381000"/>
                  </a:lnTo>
                  <a:lnTo>
                    <a:pt x="377952" y="639318"/>
                  </a:lnTo>
                  <a:lnTo>
                    <a:pt x="391986" y="643216"/>
                  </a:lnTo>
                  <a:lnTo>
                    <a:pt x="397764" y="623316"/>
                  </a:lnTo>
                  <a:lnTo>
                    <a:pt x="406908" y="586740"/>
                  </a:lnTo>
                  <a:lnTo>
                    <a:pt x="416052" y="551688"/>
                  </a:lnTo>
                  <a:lnTo>
                    <a:pt x="423672" y="515112"/>
                  </a:lnTo>
                  <a:lnTo>
                    <a:pt x="429768" y="478536"/>
                  </a:lnTo>
                  <a:lnTo>
                    <a:pt x="432816" y="461772"/>
                  </a:lnTo>
                  <a:lnTo>
                    <a:pt x="435864" y="425196"/>
                  </a:lnTo>
                  <a:close/>
                </a:path>
                <a:path w="447040" h="800100">
                  <a:moveTo>
                    <a:pt x="337122" y="627976"/>
                  </a:moveTo>
                  <a:lnTo>
                    <a:pt x="281940" y="612648"/>
                  </a:lnTo>
                  <a:lnTo>
                    <a:pt x="318516" y="800100"/>
                  </a:lnTo>
                  <a:lnTo>
                    <a:pt x="329184" y="788289"/>
                  </a:lnTo>
                  <a:lnTo>
                    <a:pt x="329184" y="655320"/>
                  </a:lnTo>
                  <a:lnTo>
                    <a:pt x="337122" y="627976"/>
                  </a:lnTo>
                  <a:close/>
                </a:path>
                <a:path w="447040" h="800100">
                  <a:moveTo>
                    <a:pt x="391986" y="643216"/>
                  </a:moveTo>
                  <a:lnTo>
                    <a:pt x="337122" y="627976"/>
                  </a:lnTo>
                  <a:lnTo>
                    <a:pt x="329184" y="655320"/>
                  </a:lnTo>
                  <a:lnTo>
                    <a:pt x="384048" y="670560"/>
                  </a:lnTo>
                  <a:lnTo>
                    <a:pt x="391986" y="643216"/>
                  </a:lnTo>
                  <a:close/>
                </a:path>
                <a:path w="447040" h="800100">
                  <a:moveTo>
                    <a:pt x="446532" y="658368"/>
                  </a:moveTo>
                  <a:lnTo>
                    <a:pt x="391986" y="643216"/>
                  </a:lnTo>
                  <a:lnTo>
                    <a:pt x="384048" y="670560"/>
                  </a:lnTo>
                  <a:lnTo>
                    <a:pt x="329184" y="655320"/>
                  </a:lnTo>
                  <a:lnTo>
                    <a:pt x="329184" y="788289"/>
                  </a:lnTo>
                  <a:lnTo>
                    <a:pt x="446532" y="658368"/>
                  </a:lnTo>
                  <a:close/>
                </a:path>
                <a:path w="447040" h="800100">
                  <a:moveTo>
                    <a:pt x="377952" y="639318"/>
                  </a:moveTo>
                  <a:lnTo>
                    <a:pt x="377952" y="423672"/>
                  </a:lnTo>
                  <a:lnTo>
                    <a:pt x="373380" y="472440"/>
                  </a:lnTo>
                  <a:lnTo>
                    <a:pt x="367284" y="505968"/>
                  </a:lnTo>
                  <a:lnTo>
                    <a:pt x="352044" y="574548"/>
                  </a:lnTo>
                  <a:lnTo>
                    <a:pt x="342900" y="608076"/>
                  </a:lnTo>
                  <a:lnTo>
                    <a:pt x="337122" y="627976"/>
                  </a:lnTo>
                  <a:lnTo>
                    <a:pt x="377952" y="639318"/>
                  </a:lnTo>
                  <a:close/>
                </a:path>
              </a:pathLst>
            </a:custGeom>
            <a:solidFill>
              <a:srgbClr val="2166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3070853" y="4763520"/>
            <a:ext cx="1694814" cy="758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indent="-1270" algn="ctr">
              <a:lnSpc>
                <a:spcPct val="100299"/>
              </a:lnSpc>
              <a:spcBef>
                <a:spcPts val="90"/>
              </a:spcBef>
            </a:pPr>
            <a:r>
              <a:rPr sz="1600" b="1" dirty="0">
                <a:solidFill>
                  <a:srgbClr val="007E7E"/>
                </a:solidFill>
                <a:latin typeface="Arial"/>
                <a:cs typeface="Arial"/>
              </a:rPr>
              <a:t>Como</a:t>
            </a:r>
            <a:r>
              <a:rPr sz="1600" b="1" spc="-25" dirty="0">
                <a:solidFill>
                  <a:srgbClr val="007E7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7E7E"/>
                </a:solidFill>
                <a:latin typeface="Arial"/>
                <a:cs typeface="Arial"/>
              </a:rPr>
              <a:t>armazenar </a:t>
            </a:r>
            <a:r>
              <a:rPr sz="1600" b="1" dirty="0">
                <a:solidFill>
                  <a:srgbClr val="007E7E"/>
                </a:solidFill>
                <a:latin typeface="Arial"/>
                <a:cs typeface="Arial"/>
              </a:rPr>
              <a:t>os</a:t>
            </a:r>
            <a:r>
              <a:rPr sz="1600" b="1" spc="-15" dirty="0">
                <a:solidFill>
                  <a:srgbClr val="007E7E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007E7E"/>
                </a:solidFill>
                <a:latin typeface="Arial"/>
                <a:cs typeface="Arial"/>
              </a:rPr>
              <a:t>dados </a:t>
            </a:r>
            <a:r>
              <a:rPr sz="1600" b="1" spc="-10" dirty="0">
                <a:solidFill>
                  <a:srgbClr val="007E7E"/>
                </a:solidFill>
                <a:latin typeface="Arial"/>
                <a:cs typeface="Arial"/>
              </a:rPr>
              <a:t>adequadamente?</a:t>
            </a:r>
            <a:endParaRPr sz="16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084560" y="6010152"/>
            <a:ext cx="11201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9545" marR="5080" indent="-157480">
              <a:spcBef>
                <a:spcPts val="95"/>
              </a:spcBef>
            </a:pPr>
            <a:r>
              <a:rPr sz="1600" b="1" dirty="0">
                <a:solidFill>
                  <a:srgbClr val="007E7E"/>
                </a:solidFill>
                <a:latin typeface="Arial"/>
                <a:cs typeface="Arial"/>
              </a:rPr>
              <a:t>Qual</a:t>
            </a:r>
            <a:r>
              <a:rPr sz="1600" b="1" spc="-45" dirty="0">
                <a:solidFill>
                  <a:srgbClr val="007E7E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007E7E"/>
                </a:solidFill>
                <a:latin typeface="Arial"/>
                <a:cs typeface="Arial"/>
              </a:rPr>
              <a:t>SGBD </a:t>
            </a:r>
            <a:r>
              <a:rPr sz="1600" b="1" spc="-10" dirty="0">
                <a:solidFill>
                  <a:srgbClr val="007E7E"/>
                </a:solidFill>
                <a:latin typeface="Arial"/>
                <a:cs typeface="Arial"/>
              </a:rPr>
              <a:t>utilizar?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1952" y="1779016"/>
            <a:ext cx="2627630" cy="1965960"/>
          </a:xfrm>
          <a:custGeom>
            <a:avLst/>
            <a:gdLst/>
            <a:ahLst/>
            <a:cxnLst/>
            <a:rect l="l" t="t" r="r" b="b"/>
            <a:pathLst>
              <a:path w="2627629" h="1965960">
                <a:moveTo>
                  <a:pt x="1313687" y="0"/>
                </a:moveTo>
                <a:lnTo>
                  <a:pt x="1258164" y="863"/>
                </a:lnTo>
                <a:lnTo>
                  <a:pt x="1203227" y="3429"/>
                </a:lnTo>
                <a:lnTo>
                  <a:pt x="1148922" y="7664"/>
                </a:lnTo>
                <a:lnTo>
                  <a:pt x="1095295" y="13534"/>
                </a:lnTo>
                <a:lnTo>
                  <a:pt x="1042392" y="21004"/>
                </a:lnTo>
                <a:lnTo>
                  <a:pt x="990258" y="30041"/>
                </a:lnTo>
                <a:lnTo>
                  <a:pt x="938939" y="40610"/>
                </a:lnTo>
                <a:lnTo>
                  <a:pt x="888480" y="52677"/>
                </a:lnTo>
                <a:lnTo>
                  <a:pt x="838928" y="66207"/>
                </a:lnTo>
                <a:lnTo>
                  <a:pt x="790327" y="81167"/>
                </a:lnTo>
                <a:lnTo>
                  <a:pt x="742723" y="97522"/>
                </a:lnTo>
                <a:lnTo>
                  <a:pt x="696163" y="115238"/>
                </a:lnTo>
                <a:lnTo>
                  <a:pt x="650691" y="134281"/>
                </a:lnTo>
                <a:lnTo>
                  <a:pt x="606353" y="154616"/>
                </a:lnTo>
                <a:lnTo>
                  <a:pt x="563196" y="176210"/>
                </a:lnTo>
                <a:lnTo>
                  <a:pt x="521263" y="199028"/>
                </a:lnTo>
                <a:lnTo>
                  <a:pt x="480602" y="223035"/>
                </a:lnTo>
                <a:lnTo>
                  <a:pt x="441257" y="248199"/>
                </a:lnTo>
                <a:lnTo>
                  <a:pt x="403275" y="274483"/>
                </a:lnTo>
                <a:lnTo>
                  <a:pt x="366701" y="301855"/>
                </a:lnTo>
                <a:lnTo>
                  <a:pt x="331581" y="330280"/>
                </a:lnTo>
                <a:lnTo>
                  <a:pt x="297960" y="359724"/>
                </a:lnTo>
                <a:lnTo>
                  <a:pt x="265883" y="390152"/>
                </a:lnTo>
                <a:lnTo>
                  <a:pt x="235397" y="421531"/>
                </a:lnTo>
                <a:lnTo>
                  <a:pt x="206548" y="453826"/>
                </a:lnTo>
                <a:lnTo>
                  <a:pt x="179380" y="487002"/>
                </a:lnTo>
                <a:lnTo>
                  <a:pt x="153939" y="521026"/>
                </a:lnTo>
                <a:lnTo>
                  <a:pt x="130272" y="555864"/>
                </a:lnTo>
                <a:lnTo>
                  <a:pt x="108423" y="591481"/>
                </a:lnTo>
                <a:lnTo>
                  <a:pt x="88439" y="627843"/>
                </a:lnTo>
                <a:lnTo>
                  <a:pt x="70364" y="664916"/>
                </a:lnTo>
                <a:lnTo>
                  <a:pt x="54245" y="702665"/>
                </a:lnTo>
                <a:lnTo>
                  <a:pt x="40127" y="741057"/>
                </a:lnTo>
                <a:lnTo>
                  <a:pt x="28056" y="780057"/>
                </a:lnTo>
                <a:lnTo>
                  <a:pt x="18077" y="819630"/>
                </a:lnTo>
                <a:lnTo>
                  <a:pt x="10237" y="859744"/>
                </a:lnTo>
                <a:lnTo>
                  <a:pt x="4580" y="900362"/>
                </a:lnTo>
                <a:lnTo>
                  <a:pt x="1152" y="941452"/>
                </a:lnTo>
                <a:lnTo>
                  <a:pt x="0" y="982979"/>
                </a:lnTo>
                <a:lnTo>
                  <a:pt x="1152" y="1024507"/>
                </a:lnTo>
                <a:lnTo>
                  <a:pt x="4580" y="1065597"/>
                </a:lnTo>
                <a:lnTo>
                  <a:pt x="10237" y="1106215"/>
                </a:lnTo>
                <a:lnTo>
                  <a:pt x="18077" y="1146329"/>
                </a:lnTo>
                <a:lnTo>
                  <a:pt x="28056" y="1185902"/>
                </a:lnTo>
                <a:lnTo>
                  <a:pt x="40127" y="1224902"/>
                </a:lnTo>
                <a:lnTo>
                  <a:pt x="54245" y="1263294"/>
                </a:lnTo>
                <a:lnTo>
                  <a:pt x="70364" y="1301043"/>
                </a:lnTo>
                <a:lnTo>
                  <a:pt x="88439" y="1338116"/>
                </a:lnTo>
                <a:lnTo>
                  <a:pt x="108423" y="1374478"/>
                </a:lnTo>
                <a:lnTo>
                  <a:pt x="130272" y="1410095"/>
                </a:lnTo>
                <a:lnTo>
                  <a:pt x="153939" y="1444933"/>
                </a:lnTo>
                <a:lnTo>
                  <a:pt x="179380" y="1478957"/>
                </a:lnTo>
                <a:lnTo>
                  <a:pt x="206548" y="1512133"/>
                </a:lnTo>
                <a:lnTo>
                  <a:pt x="235397" y="1544428"/>
                </a:lnTo>
                <a:lnTo>
                  <a:pt x="265883" y="1575807"/>
                </a:lnTo>
                <a:lnTo>
                  <a:pt x="297960" y="1606235"/>
                </a:lnTo>
                <a:lnTo>
                  <a:pt x="331581" y="1635679"/>
                </a:lnTo>
                <a:lnTo>
                  <a:pt x="366701" y="1664104"/>
                </a:lnTo>
                <a:lnTo>
                  <a:pt x="403275" y="1691476"/>
                </a:lnTo>
                <a:lnTo>
                  <a:pt x="441257" y="1717760"/>
                </a:lnTo>
                <a:lnTo>
                  <a:pt x="480602" y="1742924"/>
                </a:lnTo>
                <a:lnTo>
                  <a:pt x="521263" y="1766931"/>
                </a:lnTo>
                <a:lnTo>
                  <a:pt x="563196" y="1789749"/>
                </a:lnTo>
                <a:lnTo>
                  <a:pt x="606353" y="1811343"/>
                </a:lnTo>
                <a:lnTo>
                  <a:pt x="650691" y="1831678"/>
                </a:lnTo>
                <a:lnTo>
                  <a:pt x="696163" y="1850721"/>
                </a:lnTo>
                <a:lnTo>
                  <a:pt x="742723" y="1868437"/>
                </a:lnTo>
                <a:lnTo>
                  <a:pt x="790327" y="1884792"/>
                </a:lnTo>
                <a:lnTo>
                  <a:pt x="838928" y="1899752"/>
                </a:lnTo>
                <a:lnTo>
                  <a:pt x="888480" y="1913282"/>
                </a:lnTo>
                <a:lnTo>
                  <a:pt x="938939" y="1925349"/>
                </a:lnTo>
                <a:lnTo>
                  <a:pt x="990258" y="1935918"/>
                </a:lnTo>
                <a:lnTo>
                  <a:pt x="1042392" y="1944955"/>
                </a:lnTo>
                <a:lnTo>
                  <a:pt x="1095295" y="1952425"/>
                </a:lnTo>
                <a:lnTo>
                  <a:pt x="1148922" y="1958295"/>
                </a:lnTo>
                <a:lnTo>
                  <a:pt x="1203227" y="1962530"/>
                </a:lnTo>
                <a:lnTo>
                  <a:pt x="1258164" y="1965096"/>
                </a:lnTo>
                <a:lnTo>
                  <a:pt x="1313687" y="1965959"/>
                </a:lnTo>
                <a:lnTo>
                  <a:pt x="1369211" y="1965096"/>
                </a:lnTo>
                <a:lnTo>
                  <a:pt x="1424148" y="1962530"/>
                </a:lnTo>
                <a:lnTo>
                  <a:pt x="1478453" y="1958295"/>
                </a:lnTo>
                <a:lnTo>
                  <a:pt x="1532080" y="1952425"/>
                </a:lnTo>
                <a:lnTo>
                  <a:pt x="1584983" y="1944955"/>
                </a:lnTo>
                <a:lnTo>
                  <a:pt x="1637117" y="1935918"/>
                </a:lnTo>
                <a:lnTo>
                  <a:pt x="1688436" y="1925349"/>
                </a:lnTo>
                <a:lnTo>
                  <a:pt x="1738895" y="1913282"/>
                </a:lnTo>
                <a:lnTo>
                  <a:pt x="1788447" y="1899752"/>
                </a:lnTo>
                <a:lnTo>
                  <a:pt x="1837048" y="1884792"/>
                </a:lnTo>
                <a:lnTo>
                  <a:pt x="1884651" y="1868437"/>
                </a:lnTo>
                <a:lnTo>
                  <a:pt x="1931212" y="1850721"/>
                </a:lnTo>
                <a:lnTo>
                  <a:pt x="1976684" y="1831678"/>
                </a:lnTo>
                <a:lnTo>
                  <a:pt x="2021022" y="1811343"/>
                </a:lnTo>
                <a:lnTo>
                  <a:pt x="2064179" y="1789749"/>
                </a:lnTo>
                <a:lnTo>
                  <a:pt x="2106112" y="1766931"/>
                </a:lnTo>
                <a:lnTo>
                  <a:pt x="2146773" y="1742924"/>
                </a:lnTo>
                <a:lnTo>
                  <a:pt x="2186117" y="1717760"/>
                </a:lnTo>
                <a:lnTo>
                  <a:pt x="2224100" y="1691476"/>
                </a:lnTo>
                <a:lnTo>
                  <a:pt x="2260674" y="1664104"/>
                </a:lnTo>
                <a:lnTo>
                  <a:pt x="2295794" y="1635679"/>
                </a:lnTo>
                <a:lnTo>
                  <a:pt x="2329415" y="1606235"/>
                </a:lnTo>
                <a:lnTo>
                  <a:pt x="2361492" y="1575807"/>
                </a:lnTo>
                <a:lnTo>
                  <a:pt x="2391977" y="1544428"/>
                </a:lnTo>
                <a:lnTo>
                  <a:pt x="2420827" y="1512133"/>
                </a:lnTo>
                <a:lnTo>
                  <a:pt x="2447995" y="1478957"/>
                </a:lnTo>
                <a:lnTo>
                  <a:pt x="2473435" y="1444933"/>
                </a:lnTo>
                <a:lnTo>
                  <a:pt x="2497103" y="1410095"/>
                </a:lnTo>
                <a:lnTo>
                  <a:pt x="2518952" y="1374478"/>
                </a:lnTo>
                <a:lnTo>
                  <a:pt x="2538936" y="1338116"/>
                </a:lnTo>
                <a:lnTo>
                  <a:pt x="2557011" y="1301043"/>
                </a:lnTo>
                <a:lnTo>
                  <a:pt x="2573130" y="1263294"/>
                </a:lnTo>
                <a:lnTo>
                  <a:pt x="2587248" y="1224902"/>
                </a:lnTo>
                <a:lnTo>
                  <a:pt x="2599319" y="1185902"/>
                </a:lnTo>
                <a:lnTo>
                  <a:pt x="2609298" y="1146329"/>
                </a:lnTo>
                <a:lnTo>
                  <a:pt x="2617138" y="1106215"/>
                </a:lnTo>
                <a:lnTo>
                  <a:pt x="2622795" y="1065597"/>
                </a:lnTo>
                <a:lnTo>
                  <a:pt x="2626223" y="1024507"/>
                </a:lnTo>
                <a:lnTo>
                  <a:pt x="2627375" y="982979"/>
                </a:lnTo>
                <a:lnTo>
                  <a:pt x="2626223" y="941452"/>
                </a:lnTo>
                <a:lnTo>
                  <a:pt x="2622795" y="900362"/>
                </a:lnTo>
                <a:lnTo>
                  <a:pt x="2617138" y="859744"/>
                </a:lnTo>
                <a:lnTo>
                  <a:pt x="2609298" y="819630"/>
                </a:lnTo>
                <a:lnTo>
                  <a:pt x="2599319" y="780057"/>
                </a:lnTo>
                <a:lnTo>
                  <a:pt x="2587248" y="741057"/>
                </a:lnTo>
                <a:lnTo>
                  <a:pt x="2573130" y="702665"/>
                </a:lnTo>
                <a:lnTo>
                  <a:pt x="2557011" y="664916"/>
                </a:lnTo>
                <a:lnTo>
                  <a:pt x="2538936" y="627843"/>
                </a:lnTo>
                <a:lnTo>
                  <a:pt x="2518952" y="591481"/>
                </a:lnTo>
                <a:lnTo>
                  <a:pt x="2497103" y="555864"/>
                </a:lnTo>
                <a:lnTo>
                  <a:pt x="2473435" y="521026"/>
                </a:lnTo>
                <a:lnTo>
                  <a:pt x="2447995" y="487002"/>
                </a:lnTo>
                <a:lnTo>
                  <a:pt x="2420827" y="453826"/>
                </a:lnTo>
                <a:lnTo>
                  <a:pt x="2391977" y="421531"/>
                </a:lnTo>
                <a:lnTo>
                  <a:pt x="2361492" y="390152"/>
                </a:lnTo>
                <a:lnTo>
                  <a:pt x="2329415" y="359724"/>
                </a:lnTo>
                <a:lnTo>
                  <a:pt x="2295794" y="330280"/>
                </a:lnTo>
                <a:lnTo>
                  <a:pt x="2260674" y="301855"/>
                </a:lnTo>
                <a:lnTo>
                  <a:pt x="2224100" y="274483"/>
                </a:lnTo>
                <a:lnTo>
                  <a:pt x="2186117" y="248199"/>
                </a:lnTo>
                <a:lnTo>
                  <a:pt x="2146773" y="223035"/>
                </a:lnTo>
                <a:lnTo>
                  <a:pt x="2106112" y="199028"/>
                </a:lnTo>
                <a:lnTo>
                  <a:pt x="2064179" y="176210"/>
                </a:lnTo>
                <a:lnTo>
                  <a:pt x="2021022" y="154616"/>
                </a:lnTo>
                <a:lnTo>
                  <a:pt x="1976684" y="134281"/>
                </a:lnTo>
                <a:lnTo>
                  <a:pt x="1931212" y="115238"/>
                </a:lnTo>
                <a:lnTo>
                  <a:pt x="1884651" y="97522"/>
                </a:lnTo>
                <a:lnTo>
                  <a:pt x="1837048" y="81167"/>
                </a:lnTo>
                <a:lnTo>
                  <a:pt x="1788447" y="66207"/>
                </a:lnTo>
                <a:lnTo>
                  <a:pt x="1738895" y="52677"/>
                </a:lnTo>
                <a:lnTo>
                  <a:pt x="1688436" y="40610"/>
                </a:lnTo>
                <a:lnTo>
                  <a:pt x="1637117" y="30041"/>
                </a:lnTo>
                <a:lnTo>
                  <a:pt x="1584983" y="21004"/>
                </a:lnTo>
                <a:lnTo>
                  <a:pt x="1532080" y="13534"/>
                </a:lnTo>
                <a:lnTo>
                  <a:pt x="1478453" y="7664"/>
                </a:lnTo>
                <a:lnTo>
                  <a:pt x="1424148" y="3429"/>
                </a:lnTo>
                <a:lnTo>
                  <a:pt x="1369211" y="863"/>
                </a:lnTo>
                <a:lnTo>
                  <a:pt x="1313687" y="0"/>
                </a:lnTo>
                <a:close/>
              </a:path>
            </a:pathLst>
          </a:custGeom>
          <a:ln w="76199">
            <a:solidFill>
              <a:srgbClr val="00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Título 58">
            <a:extLst>
              <a:ext uri="{FF2B5EF4-FFF2-40B4-BE49-F238E27FC236}">
                <a16:creationId xmlns:a16="http://schemas.microsoft.com/office/drawing/2014/main" id="{832A8D4F-09EF-BDA8-F52B-53274EA9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RESPONDENDO</a:t>
            </a:r>
            <a:r>
              <a:rPr lang="pt-BR" spc="-80" dirty="0"/>
              <a:t> </a:t>
            </a:r>
            <a:r>
              <a:rPr lang="pt-BR" dirty="0"/>
              <a:t>ÀS</a:t>
            </a:r>
            <a:r>
              <a:rPr lang="pt-BR" spc="-85" dirty="0"/>
              <a:t> </a:t>
            </a:r>
            <a:r>
              <a:rPr lang="pt-BR" spc="-10" dirty="0"/>
              <a:t>PERGUNTAS...</a:t>
            </a:r>
            <a:endParaRPr lang="pt-BR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7221" y="1678432"/>
            <a:ext cx="1158239" cy="90220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327397" y="5648452"/>
            <a:ext cx="559435" cy="647700"/>
          </a:xfrm>
          <a:custGeom>
            <a:avLst/>
            <a:gdLst/>
            <a:ahLst/>
            <a:cxnLst/>
            <a:rect l="l" t="t" r="r" b="b"/>
            <a:pathLst>
              <a:path w="559435" h="647700">
                <a:moveTo>
                  <a:pt x="559307" y="647699"/>
                </a:moveTo>
                <a:lnTo>
                  <a:pt x="559307" y="0"/>
                </a:lnTo>
                <a:lnTo>
                  <a:pt x="0" y="0"/>
                </a:lnTo>
                <a:lnTo>
                  <a:pt x="0" y="647699"/>
                </a:lnTo>
                <a:lnTo>
                  <a:pt x="559307" y="6476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321047" y="5584191"/>
            <a:ext cx="572135" cy="755015"/>
            <a:chOff x="4042917" y="6322821"/>
            <a:chExt cx="572135" cy="755015"/>
          </a:xfrm>
        </p:grpSpPr>
        <p:sp>
          <p:nvSpPr>
            <p:cNvPr id="7" name="object 7"/>
            <p:cNvSpPr/>
            <p:nvPr/>
          </p:nvSpPr>
          <p:spPr>
            <a:xfrm>
              <a:off x="4049267" y="6387083"/>
              <a:ext cx="559435" cy="647700"/>
            </a:xfrm>
            <a:custGeom>
              <a:avLst/>
              <a:gdLst/>
              <a:ahLst/>
              <a:cxnLst/>
              <a:rect l="l" t="t" r="r" b="b"/>
              <a:pathLst>
                <a:path w="559435" h="647700">
                  <a:moveTo>
                    <a:pt x="0" y="0"/>
                  </a:moveTo>
                  <a:lnTo>
                    <a:pt x="0" y="647699"/>
                  </a:lnTo>
                  <a:lnTo>
                    <a:pt x="559307" y="647699"/>
                  </a:lnTo>
                  <a:lnTo>
                    <a:pt x="559307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59935" y="6396227"/>
              <a:ext cx="542925" cy="105410"/>
            </a:xfrm>
            <a:custGeom>
              <a:avLst/>
              <a:gdLst/>
              <a:ahLst/>
              <a:cxnLst/>
              <a:rect l="l" t="t" r="r" b="b"/>
              <a:pathLst>
                <a:path w="542925" h="105410">
                  <a:moveTo>
                    <a:pt x="542543" y="51815"/>
                  </a:moveTo>
                  <a:lnTo>
                    <a:pt x="505403" y="25512"/>
                  </a:lnTo>
                  <a:lnTo>
                    <a:pt x="462914" y="15049"/>
                  </a:lnTo>
                  <a:lnTo>
                    <a:pt x="407980" y="6999"/>
                  </a:lnTo>
                  <a:lnTo>
                    <a:pt x="343224" y="1827"/>
                  </a:lnTo>
                  <a:lnTo>
                    <a:pt x="271271" y="0"/>
                  </a:lnTo>
                  <a:lnTo>
                    <a:pt x="198790" y="1827"/>
                  </a:lnTo>
                  <a:lnTo>
                    <a:pt x="133886" y="6999"/>
                  </a:lnTo>
                  <a:lnTo>
                    <a:pt x="79057" y="15049"/>
                  </a:lnTo>
                  <a:lnTo>
                    <a:pt x="36801" y="25512"/>
                  </a:lnTo>
                  <a:lnTo>
                    <a:pt x="0" y="51815"/>
                  </a:lnTo>
                  <a:lnTo>
                    <a:pt x="9616" y="65821"/>
                  </a:lnTo>
                  <a:lnTo>
                    <a:pt x="79057" y="89344"/>
                  </a:lnTo>
                  <a:lnTo>
                    <a:pt x="133886" y="97761"/>
                  </a:lnTo>
                  <a:lnTo>
                    <a:pt x="198790" y="103215"/>
                  </a:lnTo>
                  <a:lnTo>
                    <a:pt x="271271" y="105155"/>
                  </a:lnTo>
                  <a:lnTo>
                    <a:pt x="343224" y="103215"/>
                  </a:lnTo>
                  <a:lnTo>
                    <a:pt x="407980" y="97761"/>
                  </a:lnTo>
                  <a:lnTo>
                    <a:pt x="462914" y="89344"/>
                  </a:lnTo>
                  <a:lnTo>
                    <a:pt x="505403" y="78514"/>
                  </a:lnTo>
                  <a:lnTo>
                    <a:pt x="542543" y="5181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59935" y="6396227"/>
              <a:ext cx="542925" cy="105410"/>
            </a:xfrm>
            <a:custGeom>
              <a:avLst/>
              <a:gdLst/>
              <a:ahLst/>
              <a:cxnLst/>
              <a:rect l="l" t="t" r="r" b="b"/>
              <a:pathLst>
                <a:path w="542925" h="105410">
                  <a:moveTo>
                    <a:pt x="271271" y="0"/>
                  </a:moveTo>
                  <a:lnTo>
                    <a:pt x="198790" y="1827"/>
                  </a:lnTo>
                  <a:lnTo>
                    <a:pt x="133886" y="6999"/>
                  </a:lnTo>
                  <a:lnTo>
                    <a:pt x="79057" y="15049"/>
                  </a:lnTo>
                  <a:lnTo>
                    <a:pt x="36801" y="25512"/>
                  </a:lnTo>
                  <a:lnTo>
                    <a:pt x="0" y="51815"/>
                  </a:lnTo>
                  <a:lnTo>
                    <a:pt x="9616" y="65821"/>
                  </a:lnTo>
                  <a:lnTo>
                    <a:pt x="79057" y="89344"/>
                  </a:lnTo>
                  <a:lnTo>
                    <a:pt x="133886" y="97761"/>
                  </a:lnTo>
                  <a:lnTo>
                    <a:pt x="198790" y="103215"/>
                  </a:lnTo>
                  <a:lnTo>
                    <a:pt x="271271" y="105155"/>
                  </a:lnTo>
                  <a:lnTo>
                    <a:pt x="343224" y="103215"/>
                  </a:lnTo>
                  <a:lnTo>
                    <a:pt x="407980" y="97761"/>
                  </a:lnTo>
                  <a:lnTo>
                    <a:pt x="462914" y="89344"/>
                  </a:lnTo>
                  <a:lnTo>
                    <a:pt x="505403" y="78514"/>
                  </a:lnTo>
                  <a:lnTo>
                    <a:pt x="542543" y="51815"/>
                  </a:lnTo>
                  <a:lnTo>
                    <a:pt x="532821" y="37923"/>
                  </a:lnTo>
                  <a:lnTo>
                    <a:pt x="462914" y="15049"/>
                  </a:lnTo>
                  <a:lnTo>
                    <a:pt x="407980" y="6999"/>
                  </a:lnTo>
                  <a:lnTo>
                    <a:pt x="343224" y="1827"/>
                  </a:lnTo>
                  <a:lnTo>
                    <a:pt x="27127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59935" y="6966203"/>
              <a:ext cx="542925" cy="105410"/>
            </a:xfrm>
            <a:custGeom>
              <a:avLst/>
              <a:gdLst/>
              <a:ahLst/>
              <a:cxnLst/>
              <a:rect l="l" t="t" r="r" b="b"/>
              <a:pathLst>
                <a:path w="542925" h="105409">
                  <a:moveTo>
                    <a:pt x="542543" y="51815"/>
                  </a:moveTo>
                  <a:lnTo>
                    <a:pt x="505403" y="25512"/>
                  </a:lnTo>
                  <a:lnTo>
                    <a:pt x="462914" y="15049"/>
                  </a:lnTo>
                  <a:lnTo>
                    <a:pt x="407980" y="6999"/>
                  </a:lnTo>
                  <a:lnTo>
                    <a:pt x="343224" y="1827"/>
                  </a:lnTo>
                  <a:lnTo>
                    <a:pt x="271271" y="0"/>
                  </a:lnTo>
                  <a:lnTo>
                    <a:pt x="198790" y="1827"/>
                  </a:lnTo>
                  <a:lnTo>
                    <a:pt x="133886" y="6999"/>
                  </a:lnTo>
                  <a:lnTo>
                    <a:pt x="79057" y="15049"/>
                  </a:lnTo>
                  <a:lnTo>
                    <a:pt x="36801" y="25512"/>
                  </a:lnTo>
                  <a:lnTo>
                    <a:pt x="0" y="51815"/>
                  </a:lnTo>
                  <a:lnTo>
                    <a:pt x="9616" y="65821"/>
                  </a:lnTo>
                  <a:lnTo>
                    <a:pt x="79057" y="89344"/>
                  </a:lnTo>
                  <a:lnTo>
                    <a:pt x="133886" y="97761"/>
                  </a:lnTo>
                  <a:lnTo>
                    <a:pt x="198790" y="103215"/>
                  </a:lnTo>
                  <a:lnTo>
                    <a:pt x="271271" y="105155"/>
                  </a:lnTo>
                  <a:lnTo>
                    <a:pt x="343224" y="103215"/>
                  </a:lnTo>
                  <a:lnTo>
                    <a:pt x="407980" y="97761"/>
                  </a:lnTo>
                  <a:lnTo>
                    <a:pt x="462914" y="89344"/>
                  </a:lnTo>
                  <a:lnTo>
                    <a:pt x="505403" y="78514"/>
                  </a:lnTo>
                  <a:lnTo>
                    <a:pt x="542543" y="5181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59935" y="6966203"/>
              <a:ext cx="542925" cy="105410"/>
            </a:xfrm>
            <a:custGeom>
              <a:avLst/>
              <a:gdLst/>
              <a:ahLst/>
              <a:cxnLst/>
              <a:rect l="l" t="t" r="r" b="b"/>
              <a:pathLst>
                <a:path w="542925" h="105409">
                  <a:moveTo>
                    <a:pt x="271271" y="0"/>
                  </a:moveTo>
                  <a:lnTo>
                    <a:pt x="198790" y="1827"/>
                  </a:lnTo>
                  <a:lnTo>
                    <a:pt x="133886" y="6999"/>
                  </a:lnTo>
                  <a:lnTo>
                    <a:pt x="79057" y="15049"/>
                  </a:lnTo>
                  <a:lnTo>
                    <a:pt x="36801" y="25512"/>
                  </a:lnTo>
                  <a:lnTo>
                    <a:pt x="0" y="51815"/>
                  </a:lnTo>
                  <a:lnTo>
                    <a:pt x="9616" y="65821"/>
                  </a:lnTo>
                  <a:lnTo>
                    <a:pt x="79057" y="89344"/>
                  </a:lnTo>
                  <a:lnTo>
                    <a:pt x="133886" y="97761"/>
                  </a:lnTo>
                  <a:lnTo>
                    <a:pt x="198790" y="103215"/>
                  </a:lnTo>
                  <a:lnTo>
                    <a:pt x="271271" y="105155"/>
                  </a:lnTo>
                  <a:lnTo>
                    <a:pt x="343224" y="103215"/>
                  </a:lnTo>
                  <a:lnTo>
                    <a:pt x="407980" y="97761"/>
                  </a:lnTo>
                  <a:lnTo>
                    <a:pt x="462914" y="89344"/>
                  </a:lnTo>
                  <a:lnTo>
                    <a:pt x="505403" y="78514"/>
                  </a:lnTo>
                  <a:lnTo>
                    <a:pt x="542543" y="51815"/>
                  </a:lnTo>
                  <a:lnTo>
                    <a:pt x="532821" y="37923"/>
                  </a:lnTo>
                  <a:lnTo>
                    <a:pt x="462914" y="15049"/>
                  </a:lnTo>
                  <a:lnTo>
                    <a:pt x="407980" y="6999"/>
                  </a:lnTo>
                  <a:lnTo>
                    <a:pt x="343224" y="1827"/>
                  </a:lnTo>
                  <a:lnTo>
                    <a:pt x="27127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53839" y="6944867"/>
              <a:ext cx="544195" cy="78105"/>
            </a:xfrm>
            <a:custGeom>
              <a:avLst/>
              <a:gdLst/>
              <a:ahLst/>
              <a:cxnLst/>
              <a:rect l="l" t="t" r="r" b="b"/>
              <a:pathLst>
                <a:path w="544195" h="78104">
                  <a:moveTo>
                    <a:pt x="544067" y="77723"/>
                  </a:moveTo>
                  <a:lnTo>
                    <a:pt x="544067" y="0"/>
                  </a:lnTo>
                  <a:lnTo>
                    <a:pt x="0" y="0"/>
                  </a:lnTo>
                  <a:lnTo>
                    <a:pt x="0" y="77723"/>
                  </a:lnTo>
                  <a:lnTo>
                    <a:pt x="544067" y="77723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53839" y="6944867"/>
              <a:ext cx="544195" cy="78105"/>
            </a:xfrm>
            <a:custGeom>
              <a:avLst/>
              <a:gdLst/>
              <a:ahLst/>
              <a:cxnLst/>
              <a:rect l="l" t="t" r="r" b="b"/>
              <a:pathLst>
                <a:path w="544195" h="78104">
                  <a:moveTo>
                    <a:pt x="0" y="0"/>
                  </a:moveTo>
                  <a:lnTo>
                    <a:pt x="0" y="77723"/>
                  </a:lnTo>
                  <a:lnTo>
                    <a:pt x="544067" y="77723"/>
                  </a:lnTo>
                  <a:lnTo>
                    <a:pt x="544067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59935" y="6329171"/>
              <a:ext cx="542925" cy="105410"/>
            </a:xfrm>
            <a:custGeom>
              <a:avLst/>
              <a:gdLst/>
              <a:ahLst/>
              <a:cxnLst/>
              <a:rect l="l" t="t" r="r" b="b"/>
              <a:pathLst>
                <a:path w="542925" h="105410">
                  <a:moveTo>
                    <a:pt x="542543" y="51815"/>
                  </a:moveTo>
                  <a:lnTo>
                    <a:pt x="505403" y="25512"/>
                  </a:lnTo>
                  <a:lnTo>
                    <a:pt x="462914" y="15049"/>
                  </a:lnTo>
                  <a:lnTo>
                    <a:pt x="407980" y="6999"/>
                  </a:lnTo>
                  <a:lnTo>
                    <a:pt x="343224" y="1827"/>
                  </a:lnTo>
                  <a:lnTo>
                    <a:pt x="271271" y="0"/>
                  </a:lnTo>
                  <a:lnTo>
                    <a:pt x="198790" y="1827"/>
                  </a:lnTo>
                  <a:lnTo>
                    <a:pt x="133886" y="6999"/>
                  </a:lnTo>
                  <a:lnTo>
                    <a:pt x="79057" y="15049"/>
                  </a:lnTo>
                  <a:lnTo>
                    <a:pt x="36801" y="25512"/>
                  </a:lnTo>
                  <a:lnTo>
                    <a:pt x="0" y="51815"/>
                  </a:lnTo>
                  <a:lnTo>
                    <a:pt x="9616" y="65821"/>
                  </a:lnTo>
                  <a:lnTo>
                    <a:pt x="79057" y="89344"/>
                  </a:lnTo>
                  <a:lnTo>
                    <a:pt x="133886" y="97761"/>
                  </a:lnTo>
                  <a:lnTo>
                    <a:pt x="198790" y="103215"/>
                  </a:lnTo>
                  <a:lnTo>
                    <a:pt x="271271" y="105155"/>
                  </a:lnTo>
                  <a:lnTo>
                    <a:pt x="343224" y="103215"/>
                  </a:lnTo>
                  <a:lnTo>
                    <a:pt x="407980" y="97761"/>
                  </a:lnTo>
                  <a:lnTo>
                    <a:pt x="462914" y="89344"/>
                  </a:lnTo>
                  <a:lnTo>
                    <a:pt x="505403" y="78514"/>
                  </a:lnTo>
                  <a:lnTo>
                    <a:pt x="542543" y="518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59935" y="6329171"/>
              <a:ext cx="542925" cy="105410"/>
            </a:xfrm>
            <a:custGeom>
              <a:avLst/>
              <a:gdLst/>
              <a:ahLst/>
              <a:cxnLst/>
              <a:rect l="l" t="t" r="r" b="b"/>
              <a:pathLst>
                <a:path w="542925" h="105410">
                  <a:moveTo>
                    <a:pt x="271271" y="0"/>
                  </a:moveTo>
                  <a:lnTo>
                    <a:pt x="198790" y="1827"/>
                  </a:lnTo>
                  <a:lnTo>
                    <a:pt x="133886" y="6999"/>
                  </a:lnTo>
                  <a:lnTo>
                    <a:pt x="79057" y="15049"/>
                  </a:lnTo>
                  <a:lnTo>
                    <a:pt x="36801" y="25512"/>
                  </a:lnTo>
                  <a:lnTo>
                    <a:pt x="0" y="51815"/>
                  </a:lnTo>
                  <a:lnTo>
                    <a:pt x="9616" y="65821"/>
                  </a:lnTo>
                  <a:lnTo>
                    <a:pt x="79057" y="89344"/>
                  </a:lnTo>
                  <a:lnTo>
                    <a:pt x="133886" y="97761"/>
                  </a:lnTo>
                  <a:lnTo>
                    <a:pt x="198790" y="103215"/>
                  </a:lnTo>
                  <a:lnTo>
                    <a:pt x="271271" y="105155"/>
                  </a:lnTo>
                  <a:lnTo>
                    <a:pt x="343224" y="103215"/>
                  </a:lnTo>
                  <a:lnTo>
                    <a:pt x="407980" y="97761"/>
                  </a:lnTo>
                  <a:lnTo>
                    <a:pt x="462914" y="89344"/>
                  </a:lnTo>
                  <a:lnTo>
                    <a:pt x="505403" y="78514"/>
                  </a:lnTo>
                  <a:lnTo>
                    <a:pt x="542543" y="51815"/>
                  </a:lnTo>
                  <a:lnTo>
                    <a:pt x="532821" y="37923"/>
                  </a:lnTo>
                  <a:lnTo>
                    <a:pt x="462914" y="15049"/>
                  </a:lnTo>
                  <a:lnTo>
                    <a:pt x="407980" y="6999"/>
                  </a:lnTo>
                  <a:lnTo>
                    <a:pt x="343224" y="1827"/>
                  </a:lnTo>
                  <a:lnTo>
                    <a:pt x="27127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2796" y="1681480"/>
            <a:ext cx="1146048" cy="783336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4324352" y="5593335"/>
            <a:ext cx="570865" cy="755015"/>
            <a:chOff x="3046222" y="6331965"/>
            <a:chExt cx="570865" cy="755015"/>
          </a:xfrm>
        </p:grpSpPr>
        <p:sp>
          <p:nvSpPr>
            <p:cNvPr id="18" name="object 18"/>
            <p:cNvSpPr/>
            <p:nvPr/>
          </p:nvSpPr>
          <p:spPr>
            <a:xfrm>
              <a:off x="3052571" y="6397751"/>
              <a:ext cx="558165" cy="646430"/>
            </a:xfrm>
            <a:custGeom>
              <a:avLst/>
              <a:gdLst/>
              <a:ahLst/>
              <a:cxnLst/>
              <a:rect l="l" t="t" r="r" b="b"/>
              <a:pathLst>
                <a:path w="558164" h="646429">
                  <a:moveTo>
                    <a:pt x="557783" y="646175"/>
                  </a:moveTo>
                  <a:lnTo>
                    <a:pt x="557783" y="0"/>
                  </a:lnTo>
                  <a:lnTo>
                    <a:pt x="0" y="0"/>
                  </a:lnTo>
                  <a:lnTo>
                    <a:pt x="0" y="646175"/>
                  </a:lnTo>
                  <a:lnTo>
                    <a:pt x="557783" y="64617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52571" y="6397751"/>
              <a:ext cx="558165" cy="646430"/>
            </a:xfrm>
            <a:custGeom>
              <a:avLst/>
              <a:gdLst/>
              <a:ahLst/>
              <a:cxnLst/>
              <a:rect l="l" t="t" r="r" b="b"/>
              <a:pathLst>
                <a:path w="558164" h="646429">
                  <a:moveTo>
                    <a:pt x="0" y="0"/>
                  </a:moveTo>
                  <a:lnTo>
                    <a:pt x="0" y="646175"/>
                  </a:lnTo>
                  <a:lnTo>
                    <a:pt x="557783" y="646175"/>
                  </a:lnTo>
                  <a:lnTo>
                    <a:pt x="557783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58667" y="6405371"/>
              <a:ext cx="547370" cy="105410"/>
            </a:xfrm>
            <a:custGeom>
              <a:avLst/>
              <a:gdLst/>
              <a:ahLst/>
              <a:cxnLst/>
              <a:rect l="l" t="t" r="r" b="b"/>
              <a:pathLst>
                <a:path w="547370" h="105409">
                  <a:moveTo>
                    <a:pt x="547115" y="51815"/>
                  </a:moveTo>
                  <a:lnTo>
                    <a:pt x="509523" y="25512"/>
                  </a:lnTo>
                  <a:lnTo>
                    <a:pt x="466534" y="15049"/>
                  </a:lnTo>
                  <a:lnTo>
                    <a:pt x="410971" y="6999"/>
                  </a:lnTo>
                  <a:lnTo>
                    <a:pt x="345503" y="1827"/>
                  </a:lnTo>
                  <a:lnTo>
                    <a:pt x="272795" y="0"/>
                  </a:lnTo>
                  <a:lnTo>
                    <a:pt x="200201" y="1827"/>
                  </a:lnTo>
                  <a:lnTo>
                    <a:pt x="135015" y="6999"/>
                  </a:lnTo>
                  <a:lnTo>
                    <a:pt x="79819" y="15049"/>
                  </a:lnTo>
                  <a:lnTo>
                    <a:pt x="37196" y="25512"/>
                  </a:lnTo>
                  <a:lnTo>
                    <a:pt x="0" y="51815"/>
                  </a:lnTo>
                  <a:lnTo>
                    <a:pt x="9729" y="65821"/>
                  </a:lnTo>
                  <a:lnTo>
                    <a:pt x="79819" y="89344"/>
                  </a:lnTo>
                  <a:lnTo>
                    <a:pt x="135015" y="97761"/>
                  </a:lnTo>
                  <a:lnTo>
                    <a:pt x="200201" y="103215"/>
                  </a:lnTo>
                  <a:lnTo>
                    <a:pt x="272795" y="105155"/>
                  </a:lnTo>
                  <a:lnTo>
                    <a:pt x="345503" y="103215"/>
                  </a:lnTo>
                  <a:lnTo>
                    <a:pt x="410971" y="97761"/>
                  </a:lnTo>
                  <a:lnTo>
                    <a:pt x="466534" y="89344"/>
                  </a:lnTo>
                  <a:lnTo>
                    <a:pt x="509523" y="78514"/>
                  </a:lnTo>
                  <a:lnTo>
                    <a:pt x="547115" y="5181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58667" y="6405371"/>
              <a:ext cx="547370" cy="105410"/>
            </a:xfrm>
            <a:custGeom>
              <a:avLst/>
              <a:gdLst/>
              <a:ahLst/>
              <a:cxnLst/>
              <a:rect l="l" t="t" r="r" b="b"/>
              <a:pathLst>
                <a:path w="547370" h="105409">
                  <a:moveTo>
                    <a:pt x="272795" y="0"/>
                  </a:moveTo>
                  <a:lnTo>
                    <a:pt x="200201" y="1827"/>
                  </a:lnTo>
                  <a:lnTo>
                    <a:pt x="135015" y="6999"/>
                  </a:lnTo>
                  <a:lnTo>
                    <a:pt x="79819" y="15049"/>
                  </a:lnTo>
                  <a:lnTo>
                    <a:pt x="37196" y="25512"/>
                  </a:lnTo>
                  <a:lnTo>
                    <a:pt x="0" y="51815"/>
                  </a:lnTo>
                  <a:lnTo>
                    <a:pt x="9729" y="65821"/>
                  </a:lnTo>
                  <a:lnTo>
                    <a:pt x="79819" y="89344"/>
                  </a:lnTo>
                  <a:lnTo>
                    <a:pt x="135015" y="97761"/>
                  </a:lnTo>
                  <a:lnTo>
                    <a:pt x="200201" y="103215"/>
                  </a:lnTo>
                  <a:lnTo>
                    <a:pt x="272795" y="105155"/>
                  </a:lnTo>
                  <a:lnTo>
                    <a:pt x="345503" y="103215"/>
                  </a:lnTo>
                  <a:lnTo>
                    <a:pt x="410971" y="97761"/>
                  </a:lnTo>
                  <a:lnTo>
                    <a:pt x="466534" y="89344"/>
                  </a:lnTo>
                  <a:lnTo>
                    <a:pt x="509523" y="78514"/>
                  </a:lnTo>
                  <a:lnTo>
                    <a:pt x="547115" y="51815"/>
                  </a:lnTo>
                  <a:lnTo>
                    <a:pt x="537273" y="37923"/>
                  </a:lnTo>
                  <a:lnTo>
                    <a:pt x="466534" y="15049"/>
                  </a:lnTo>
                  <a:lnTo>
                    <a:pt x="410971" y="6999"/>
                  </a:lnTo>
                  <a:lnTo>
                    <a:pt x="345503" y="1827"/>
                  </a:lnTo>
                  <a:lnTo>
                    <a:pt x="272795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58667" y="6975347"/>
              <a:ext cx="547370" cy="105410"/>
            </a:xfrm>
            <a:custGeom>
              <a:avLst/>
              <a:gdLst/>
              <a:ahLst/>
              <a:cxnLst/>
              <a:rect l="l" t="t" r="r" b="b"/>
              <a:pathLst>
                <a:path w="547370" h="105409">
                  <a:moveTo>
                    <a:pt x="547115" y="51815"/>
                  </a:moveTo>
                  <a:lnTo>
                    <a:pt x="509523" y="25512"/>
                  </a:lnTo>
                  <a:lnTo>
                    <a:pt x="466534" y="15049"/>
                  </a:lnTo>
                  <a:lnTo>
                    <a:pt x="410971" y="6999"/>
                  </a:lnTo>
                  <a:lnTo>
                    <a:pt x="345503" y="1827"/>
                  </a:lnTo>
                  <a:lnTo>
                    <a:pt x="272795" y="0"/>
                  </a:lnTo>
                  <a:lnTo>
                    <a:pt x="200201" y="1827"/>
                  </a:lnTo>
                  <a:lnTo>
                    <a:pt x="135015" y="6999"/>
                  </a:lnTo>
                  <a:lnTo>
                    <a:pt x="79819" y="15049"/>
                  </a:lnTo>
                  <a:lnTo>
                    <a:pt x="37196" y="25512"/>
                  </a:lnTo>
                  <a:lnTo>
                    <a:pt x="0" y="51815"/>
                  </a:lnTo>
                  <a:lnTo>
                    <a:pt x="9729" y="65821"/>
                  </a:lnTo>
                  <a:lnTo>
                    <a:pt x="79819" y="89344"/>
                  </a:lnTo>
                  <a:lnTo>
                    <a:pt x="135015" y="97761"/>
                  </a:lnTo>
                  <a:lnTo>
                    <a:pt x="200201" y="103215"/>
                  </a:lnTo>
                  <a:lnTo>
                    <a:pt x="272795" y="105155"/>
                  </a:lnTo>
                  <a:lnTo>
                    <a:pt x="345503" y="103215"/>
                  </a:lnTo>
                  <a:lnTo>
                    <a:pt x="410971" y="97761"/>
                  </a:lnTo>
                  <a:lnTo>
                    <a:pt x="466534" y="89344"/>
                  </a:lnTo>
                  <a:lnTo>
                    <a:pt x="509523" y="78514"/>
                  </a:lnTo>
                  <a:lnTo>
                    <a:pt x="547115" y="5181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58667" y="6975347"/>
              <a:ext cx="547370" cy="105410"/>
            </a:xfrm>
            <a:custGeom>
              <a:avLst/>
              <a:gdLst/>
              <a:ahLst/>
              <a:cxnLst/>
              <a:rect l="l" t="t" r="r" b="b"/>
              <a:pathLst>
                <a:path w="547370" h="105409">
                  <a:moveTo>
                    <a:pt x="272795" y="0"/>
                  </a:moveTo>
                  <a:lnTo>
                    <a:pt x="200201" y="1827"/>
                  </a:lnTo>
                  <a:lnTo>
                    <a:pt x="135015" y="6999"/>
                  </a:lnTo>
                  <a:lnTo>
                    <a:pt x="79819" y="15049"/>
                  </a:lnTo>
                  <a:lnTo>
                    <a:pt x="37196" y="25512"/>
                  </a:lnTo>
                  <a:lnTo>
                    <a:pt x="0" y="51815"/>
                  </a:lnTo>
                  <a:lnTo>
                    <a:pt x="9729" y="65821"/>
                  </a:lnTo>
                  <a:lnTo>
                    <a:pt x="79819" y="89344"/>
                  </a:lnTo>
                  <a:lnTo>
                    <a:pt x="135015" y="97761"/>
                  </a:lnTo>
                  <a:lnTo>
                    <a:pt x="200201" y="103215"/>
                  </a:lnTo>
                  <a:lnTo>
                    <a:pt x="272795" y="105155"/>
                  </a:lnTo>
                  <a:lnTo>
                    <a:pt x="345503" y="103215"/>
                  </a:lnTo>
                  <a:lnTo>
                    <a:pt x="410971" y="97761"/>
                  </a:lnTo>
                  <a:lnTo>
                    <a:pt x="466534" y="89344"/>
                  </a:lnTo>
                  <a:lnTo>
                    <a:pt x="509523" y="78514"/>
                  </a:lnTo>
                  <a:lnTo>
                    <a:pt x="547115" y="51815"/>
                  </a:lnTo>
                  <a:lnTo>
                    <a:pt x="537273" y="37923"/>
                  </a:lnTo>
                  <a:lnTo>
                    <a:pt x="466534" y="15049"/>
                  </a:lnTo>
                  <a:lnTo>
                    <a:pt x="410971" y="6999"/>
                  </a:lnTo>
                  <a:lnTo>
                    <a:pt x="345503" y="1827"/>
                  </a:lnTo>
                  <a:lnTo>
                    <a:pt x="272795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057143" y="6957059"/>
              <a:ext cx="544195" cy="78105"/>
            </a:xfrm>
            <a:custGeom>
              <a:avLst/>
              <a:gdLst/>
              <a:ahLst/>
              <a:cxnLst/>
              <a:rect l="l" t="t" r="r" b="b"/>
              <a:pathLst>
                <a:path w="544195" h="78104">
                  <a:moveTo>
                    <a:pt x="544067" y="77723"/>
                  </a:moveTo>
                  <a:lnTo>
                    <a:pt x="544067" y="0"/>
                  </a:lnTo>
                  <a:lnTo>
                    <a:pt x="0" y="0"/>
                  </a:lnTo>
                  <a:lnTo>
                    <a:pt x="0" y="77723"/>
                  </a:lnTo>
                  <a:lnTo>
                    <a:pt x="544067" y="77723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57143" y="6957059"/>
              <a:ext cx="542925" cy="78105"/>
            </a:xfrm>
            <a:custGeom>
              <a:avLst/>
              <a:gdLst/>
              <a:ahLst/>
              <a:cxnLst/>
              <a:rect l="l" t="t" r="r" b="b"/>
              <a:pathLst>
                <a:path w="542925" h="78104">
                  <a:moveTo>
                    <a:pt x="0" y="0"/>
                  </a:moveTo>
                  <a:lnTo>
                    <a:pt x="0" y="77723"/>
                  </a:lnTo>
                  <a:lnTo>
                    <a:pt x="542543" y="77723"/>
                  </a:lnTo>
                  <a:lnTo>
                    <a:pt x="542543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58667" y="6338315"/>
              <a:ext cx="547370" cy="105410"/>
            </a:xfrm>
            <a:custGeom>
              <a:avLst/>
              <a:gdLst/>
              <a:ahLst/>
              <a:cxnLst/>
              <a:rect l="l" t="t" r="r" b="b"/>
              <a:pathLst>
                <a:path w="547370" h="105410">
                  <a:moveTo>
                    <a:pt x="547115" y="53339"/>
                  </a:moveTo>
                  <a:lnTo>
                    <a:pt x="509523" y="26641"/>
                  </a:lnTo>
                  <a:lnTo>
                    <a:pt x="466534" y="15811"/>
                  </a:lnTo>
                  <a:lnTo>
                    <a:pt x="410971" y="7394"/>
                  </a:lnTo>
                  <a:lnTo>
                    <a:pt x="345503" y="1940"/>
                  </a:lnTo>
                  <a:lnTo>
                    <a:pt x="272795" y="0"/>
                  </a:lnTo>
                  <a:lnTo>
                    <a:pt x="200201" y="1940"/>
                  </a:lnTo>
                  <a:lnTo>
                    <a:pt x="135015" y="7394"/>
                  </a:lnTo>
                  <a:lnTo>
                    <a:pt x="79819" y="15811"/>
                  </a:lnTo>
                  <a:lnTo>
                    <a:pt x="37196" y="26641"/>
                  </a:lnTo>
                  <a:lnTo>
                    <a:pt x="0" y="53339"/>
                  </a:lnTo>
                  <a:lnTo>
                    <a:pt x="9729" y="67232"/>
                  </a:lnTo>
                  <a:lnTo>
                    <a:pt x="79819" y="90106"/>
                  </a:lnTo>
                  <a:lnTo>
                    <a:pt x="135015" y="98156"/>
                  </a:lnTo>
                  <a:lnTo>
                    <a:pt x="200201" y="103328"/>
                  </a:lnTo>
                  <a:lnTo>
                    <a:pt x="272795" y="105155"/>
                  </a:lnTo>
                  <a:lnTo>
                    <a:pt x="345503" y="103328"/>
                  </a:lnTo>
                  <a:lnTo>
                    <a:pt x="410971" y="98156"/>
                  </a:lnTo>
                  <a:lnTo>
                    <a:pt x="466534" y="90106"/>
                  </a:lnTo>
                  <a:lnTo>
                    <a:pt x="509523" y="79643"/>
                  </a:lnTo>
                  <a:lnTo>
                    <a:pt x="547115" y="533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58667" y="6338315"/>
              <a:ext cx="547370" cy="105410"/>
            </a:xfrm>
            <a:custGeom>
              <a:avLst/>
              <a:gdLst/>
              <a:ahLst/>
              <a:cxnLst/>
              <a:rect l="l" t="t" r="r" b="b"/>
              <a:pathLst>
                <a:path w="547370" h="105410">
                  <a:moveTo>
                    <a:pt x="272795" y="0"/>
                  </a:moveTo>
                  <a:lnTo>
                    <a:pt x="200201" y="1940"/>
                  </a:lnTo>
                  <a:lnTo>
                    <a:pt x="135015" y="7394"/>
                  </a:lnTo>
                  <a:lnTo>
                    <a:pt x="79819" y="15811"/>
                  </a:lnTo>
                  <a:lnTo>
                    <a:pt x="37196" y="26641"/>
                  </a:lnTo>
                  <a:lnTo>
                    <a:pt x="0" y="53339"/>
                  </a:lnTo>
                  <a:lnTo>
                    <a:pt x="9729" y="67232"/>
                  </a:lnTo>
                  <a:lnTo>
                    <a:pt x="79819" y="90106"/>
                  </a:lnTo>
                  <a:lnTo>
                    <a:pt x="135015" y="98156"/>
                  </a:lnTo>
                  <a:lnTo>
                    <a:pt x="200201" y="103328"/>
                  </a:lnTo>
                  <a:lnTo>
                    <a:pt x="272795" y="105155"/>
                  </a:lnTo>
                  <a:lnTo>
                    <a:pt x="345503" y="103328"/>
                  </a:lnTo>
                  <a:lnTo>
                    <a:pt x="410971" y="98156"/>
                  </a:lnTo>
                  <a:lnTo>
                    <a:pt x="466534" y="90106"/>
                  </a:lnTo>
                  <a:lnTo>
                    <a:pt x="509523" y="79643"/>
                  </a:lnTo>
                  <a:lnTo>
                    <a:pt x="547115" y="53339"/>
                  </a:lnTo>
                  <a:lnTo>
                    <a:pt x="537273" y="39334"/>
                  </a:lnTo>
                  <a:lnTo>
                    <a:pt x="466534" y="15811"/>
                  </a:lnTo>
                  <a:lnTo>
                    <a:pt x="410971" y="7394"/>
                  </a:lnTo>
                  <a:lnTo>
                    <a:pt x="345503" y="1940"/>
                  </a:lnTo>
                  <a:lnTo>
                    <a:pt x="272795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6316218" y="5604003"/>
            <a:ext cx="574040" cy="755015"/>
            <a:chOff x="5038089" y="6342633"/>
            <a:chExt cx="574040" cy="755015"/>
          </a:xfrm>
        </p:grpSpPr>
        <p:sp>
          <p:nvSpPr>
            <p:cNvPr id="29" name="object 29"/>
            <p:cNvSpPr/>
            <p:nvPr/>
          </p:nvSpPr>
          <p:spPr>
            <a:xfrm>
              <a:off x="5044439" y="6406895"/>
              <a:ext cx="561340" cy="647700"/>
            </a:xfrm>
            <a:custGeom>
              <a:avLst/>
              <a:gdLst/>
              <a:ahLst/>
              <a:cxnLst/>
              <a:rect l="l" t="t" r="r" b="b"/>
              <a:pathLst>
                <a:path w="561339" h="647700">
                  <a:moveTo>
                    <a:pt x="560831" y="647699"/>
                  </a:moveTo>
                  <a:lnTo>
                    <a:pt x="560831" y="0"/>
                  </a:lnTo>
                  <a:lnTo>
                    <a:pt x="0" y="0"/>
                  </a:lnTo>
                  <a:lnTo>
                    <a:pt x="0" y="647699"/>
                  </a:lnTo>
                  <a:lnTo>
                    <a:pt x="560831" y="647699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44439" y="6406895"/>
              <a:ext cx="561340" cy="647700"/>
            </a:xfrm>
            <a:custGeom>
              <a:avLst/>
              <a:gdLst/>
              <a:ahLst/>
              <a:cxnLst/>
              <a:rect l="l" t="t" r="r" b="b"/>
              <a:pathLst>
                <a:path w="561339" h="647700">
                  <a:moveTo>
                    <a:pt x="0" y="0"/>
                  </a:moveTo>
                  <a:lnTo>
                    <a:pt x="0" y="647699"/>
                  </a:lnTo>
                  <a:lnTo>
                    <a:pt x="560831" y="647699"/>
                  </a:lnTo>
                  <a:lnTo>
                    <a:pt x="560831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052059" y="6414515"/>
              <a:ext cx="546100" cy="105410"/>
            </a:xfrm>
            <a:custGeom>
              <a:avLst/>
              <a:gdLst/>
              <a:ahLst/>
              <a:cxnLst/>
              <a:rect l="l" t="t" r="r" b="b"/>
              <a:pathLst>
                <a:path w="546100" h="105409">
                  <a:moveTo>
                    <a:pt x="545591" y="53339"/>
                  </a:moveTo>
                  <a:lnTo>
                    <a:pt x="508395" y="26641"/>
                  </a:lnTo>
                  <a:lnTo>
                    <a:pt x="465772" y="15811"/>
                  </a:lnTo>
                  <a:lnTo>
                    <a:pt x="410576" y="7394"/>
                  </a:lnTo>
                  <a:lnTo>
                    <a:pt x="345390" y="1940"/>
                  </a:lnTo>
                  <a:lnTo>
                    <a:pt x="272795" y="0"/>
                  </a:lnTo>
                  <a:lnTo>
                    <a:pt x="200201" y="1940"/>
                  </a:lnTo>
                  <a:lnTo>
                    <a:pt x="135015" y="7394"/>
                  </a:lnTo>
                  <a:lnTo>
                    <a:pt x="79819" y="15811"/>
                  </a:lnTo>
                  <a:lnTo>
                    <a:pt x="37196" y="26641"/>
                  </a:lnTo>
                  <a:lnTo>
                    <a:pt x="0" y="53339"/>
                  </a:lnTo>
                  <a:lnTo>
                    <a:pt x="9729" y="67232"/>
                  </a:lnTo>
                  <a:lnTo>
                    <a:pt x="79819" y="90106"/>
                  </a:lnTo>
                  <a:lnTo>
                    <a:pt x="135015" y="98156"/>
                  </a:lnTo>
                  <a:lnTo>
                    <a:pt x="200201" y="103328"/>
                  </a:lnTo>
                  <a:lnTo>
                    <a:pt x="272795" y="105155"/>
                  </a:lnTo>
                  <a:lnTo>
                    <a:pt x="345390" y="103328"/>
                  </a:lnTo>
                  <a:lnTo>
                    <a:pt x="410576" y="98156"/>
                  </a:lnTo>
                  <a:lnTo>
                    <a:pt x="465772" y="90106"/>
                  </a:lnTo>
                  <a:lnTo>
                    <a:pt x="508395" y="79643"/>
                  </a:lnTo>
                  <a:lnTo>
                    <a:pt x="545591" y="53339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52059" y="6414515"/>
              <a:ext cx="546100" cy="105410"/>
            </a:xfrm>
            <a:custGeom>
              <a:avLst/>
              <a:gdLst/>
              <a:ahLst/>
              <a:cxnLst/>
              <a:rect l="l" t="t" r="r" b="b"/>
              <a:pathLst>
                <a:path w="546100" h="105409">
                  <a:moveTo>
                    <a:pt x="272795" y="0"/>
                  </a:moveTo>
                  <a:lnTo>
                    <a:pt x="200201" y="1940"/>
                  </a:lnTo>
                  <a:lnTo>
                    <a:pt x="135015" y="7394"/>
                  </a:lnTo>
                  <a:lnTo>
                    <a:pt x="79819" y="15811"/>
                  </a:lnTo>
                  <a:lnTo>
                    <a:pt x="37196" y="26641"/>
                  </a:lnTo>
                  <a:lnTo>
                    <a:pt x="0" y="53339"/>
                  </a:lnTo>
                  <a:lnTo>
                    <a:pt x="9729" y="67232"/>
                  </a:lnTo>
                  <a:lnTo>
                    <a:pt x="79819" y="90106"/>
                  </a:lnTo>
                  <a:lnTo>
                    <a:pt x="135015" y="98156"/>
                  </a:lnTo>
                  <a:lnTo>
                    <a:pt x="200201" y="103328"/>
                  </a:lnTo>
                  <a:lnTo>
                    <a:pt x="272795" y="105155"/>
                  </a:lnTo>
                  <a:lnTo>
                    <a:pt x="345390" y="103328"/>
                  </a:lnTo>
                  <a:lnTo>
                    <a:pt x="410576" y="98156"/>
                  </a:lnTo>
                  <a:lnTo>
                    <a:pt x="465772" y="90106"/>
                  </a:lnTo>
                  <a:lnTo>
                    <a:pt x="508395" y="79643"/>
                  </a:lnTo>
                  <a:lnTo>
                    <a:pt x="545591" y="53339"/>
                  </a:lnTo>
                  <a:lnTo>
                    <a:pt x="535862" y="39334"/>
                  </a:lnTo>
                  <a:lnTo>
                    <a:pt x="465772" y="15811"/>
                  </a:lnTo>
                  <a:lnTo>
                    <a:pt x="410576" y="7394"/>
                  </a:lnTo>
                  <a:lnTo>
                    <a:pt x="345390" y="1940"/>
                  </a:lnTo>
                  <a:lnTo>
                    <a:pt x="272795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052059" y="6986015"/>
              <a:ext cx="546100" cy="105410"/>
            </a:xfrm>
            <a:custGeom>
              <a:avLst/>
              <a:gdLst/>
              <a:ahLst/>
              <a:cxnLst/>
              <a:rect l="l" t="t" r="r" b="b"/>
              <a:pathLst>
                <a:path w="546100" h="105409">
                  <a:moveTo>
                    <a:pt x="545591" y="53339"/>
                  </a:moveTo>
                  <a:lnTo>
                    <a:pt x="508395" y="26641"/>
                  </a:lnTo>
                  <a:lnTo>
                    <a:pt x="465772" y="15811"/>
                  </a:lnTo>
                  <a:lnTo>
                    <a:pt x="410576" y="7394"/>
                  </a:lnTo>
                  <a:lnTo>
                    <a:pt x="345390" y="1940"/>
                  </a:lnTo>
                  <a:lnTo>
                    <a:pt x="272795" y="0"/>
                  </a:lnTo>
                  <a:lnTo>
                    <a:pt x="200201" y="1940"/>
                  </a:lnTo>
                  <a:lnTo>
                    <a:pt x="135015" y="7394"/>
                  </a:lnTo>
                  <a:lnTo>
                    <a:pt x="79819" y="15811"/>
                  </a:lnTo>
                  <a:lnTo>
                    <a:pt x="37196" y="26641"/>
                  </a:lnTo>
                  <a:lnTo>
                    <a:pt x="0" y="53339"/>
                  </a:lnTo>
                  <a:lnTo>
                    <a:pt x="9729" y="67232"/>
                  </a:lnTo>
                  <a:lnTo>
                    <a:pt x="79819" y="90106"/>
                  </a:lnTo>
                  <a:lnTo>
                    <a:pt x="135015" y="98156"/>
                  </a:lnTo>
                  <a:lnTo>
                    <a:pt x="200201" y="103328"/>
                  </a:lnTo>
                  <a:lnTo>
                    <a:pt x="272795" y="105155"/>
                  </a:lnTo>
                  <a:lnTo>
                    <a:pt x="345390" y="103328"/>
                  </a:lnTo>
                  <a:lnTo>
                    <a:pt x="410576" y="98156"/>
                  </a:lnTo>
                  <a:lnTo>
                    <a:pt x="465772" y="90106"/>
                  </a:lnTo>
                  <a:lnTo>
                    <a:pt x="508395" y="79643"/>
                  </a:lnTo>
                  <a:lnTo>
                    <a:pt x="545591" y="53339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052059" y="6986015"/>
              <a:ext cx="546100" cy="105410"/>
            </a:xfrm>
            <a:custGeom>
              <a:avLst/>
              <a:gdLst/>
              <a:ahLst/>
              <a:cxnLst/>
              <a:rect l="l" t="t" r="r" b="b"/>
              <a:pathLst>
                <a:path w="546100" h="105409">
                  <a:moveTo>
                    <a:pt x="272795" y="0"/>
                  </a:moveTo>
                  <a:lnTo>
                    <a:pt x="200201" y="1940"/>
                  </a:lnTo>
                  <a:lnTo>
                    <a:pt x="135015" y="7394"/>
                  </a:lnTo>
                  <a:lnTo>
                    <a:pt x="79819" y="15811"/>
                  </a:lnTo>
                  <a:lnTo>
                    <a:pt x="37196" y="26641"/>
                  </a:lnTo>
                  <a:lnTo>
                    <a:pt x="0" y="53339"/>
                  </a:lnTo>
                  <a:lnTo>
                    <a:pt x="9729" y="67232"/>
                  </a:lnTo>
                  <a:lnTo>
                    <a:pt x="79819" y="90106"/>
                  </a:lnTo>
                  <a:lnTo>
                    <a:pt x="135015" y="98156"/>
                  </a:lnTo>
                  <a:lnTo>
                    <a:pt x="200201" y="103328"/>
                  </a:lnTo>
                  <a:lnTo>
                    <a:pt x="272795" y="105155"/>
                  </a:lnTo>
                  <a:lnTo>
                    <a:pt x="345390" y="103328"/>
                  </a:lnTo>
                  <a:lnTo>
                    <a:pt x="410576" y="98156"/>
                  </a:lnTo>
                  <a:lnTo>
                    <a:pt x="465772" y="90106"/>
                  </a:lnTo>
                  <a:lnTo>
                    <a:pt x="508395" y="79643"/>
                  </a:lnTo>
                  <a:lnTo>
                    <a:pt x="545591" y="53339"/>
                  </a:lnTo>
                  <a:lnTo>
                    <a:pt x="535862" y="39334"/>
                  </a:lnTo>
                  <a:lnTo>
                    <a:pt x="465772" y="15811"/>
                  </a:lnTo>
                  <a:lnTo>
                    <a:pt x="410576" y="7394"/>
                  </a:lnTo>
                  <a:lnTo>
                    <a:pt x="345390" y="1940"/>
                  </a:lnTo>
                  <a:lnTo>
                    <a:pt x="272795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52059" y="6966203"/>
              <a:ext cx="541020" cy="78105"/>
            </a:xfrm>
            <a:custGeom>
              <a:avLst/>
              <a:gdLst/>
              <a:ahLst/>
              <a:cxnLst/>
              <a:rect l="l" t="t" r="r" b="b"/>
              <a:pathLst>
                <a:path w="541020" h="78104">
                  <a:moveTo>
                    <a:pt x="541019" y="77723"/>
                  </a:moveTo>
                  <a:lnTo>
                    <a:pt x="541019" y="0"/>
                  </a:lnTo>
                  <a:lnTo>
                    <a:pt x="0" y="0"/>
                  </a:lnTo>
                  <a:lnTo>
                    <a:pt x="0" y="77723"/>
                  </a:lnTo>
                  <a:lnTo>
                    <a:pt x="541019" y="77723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052059" y="6966203"/>
              <a:ext cx="541020" cy="78105"/>
            </a:xfrm>
            <a:custGeom>
              <a:avLst/>
              <a:gdLst/>
              <a:ahLst/>
              <a:cxnLst/>
              <a:rect l="l" t="t" r="r" b="b"/>
              <a:pathLst>
                <a:path w="541020" h="78104">
                  <a:moveTo>
                    <a:pt x="0" y="0"/>
                  </a:moveTo>
                  <a:lnTo>
                    <a:pt x="0" y="77723"/>
                  </a:lnTo>
                  <a:lnTo>
                    <a:pt x="541019" y="77723"/>
                  </a:lnTo>
                  <a:lnTo>
                    <a:pt x="541019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052059" y="6348983"/>
              <a:ext cx="546100" cy="106680"/>
            </a:xfrm>
            <a:custGeom>
              <a:avLst/>
              <a:gdLst/>
              <a:ahLst/>
              <a:cxnLst/>
              <a:rect l="l" t="t" r="r" b="b"/>
              <a:pathLst>
                <a:path w="546100" h="106679">
                  <a:moveTo>
                    <a:pt x="545591" y="53339"/>
                  </a:moveTo>
                  <a:lnTo>
                    <a:pt x="508395" y="25964"/>
                  </a:lnTo>
                  <a:lnTo>
                    <a:pt x="465772" y="15239"/>
                  </a:lnTo>
                  <a:lnTo>
                    <a:pt x="410576" y="7055"/>
                  </a:lnTo>
                  <a:lnTo>
                    <a:pt x="345390" y="1834"/>
                  </a:lnTo>
                  <a:lnTo>
                    <a:pt x="272795" y="0"/>
                  </a:lnTo>
                  <a:lnTo>
                    <a:pt x="200201" y="1834"/>
                  </a:lnTo>
                  <a:lnTo>
                    <a:pt x="135015" y="7055"/>
                  </a:lnTo>
                  <a:lnTo>
                    <a:pt x="79819" y="15239"/>
                  </a:lnTo>
                  <a:lnTo>
                    <a:pt x="37196" y="25964"/>
                  </a:lnTo>
                  <a:lnTo>
                    <a:pt x="0" y="53339"/>
                  </a:lnTo>
                  <a:lnTo>
                    <a:pt x="9729" y="67874"/>
                  </a:lnTo>
                  <a:lnTo>
                    <a:pt x="79819" y="91439"/>
                  </a:lnTo>
                  <a:lnTo>
                    <a:pt x="135015" y="99624"/>
                  </a:lnTo>
                  <a:lnTo>
                    <a:pt x="200201" y="104845"/>
                  </a:lnTo>
                  <a:lnTo>
                    <a:pt x="272795" y="106679"/>
                  </a:lnTo>
                  <a:lnTo>
                    <a:pt x="345390" y="104845"/>
                  </a:lnTo>
                  <a:lnTo>
                    <a:pt x="410576" y="99624"/>
                  </a:lnTo>
                  <a:lnTo>
                    <a:pt x="465772" y="91439"/>
                  </a:lnTo>
                  <a:lnTo>
                    <a:pt x="508395" y="80715"/>
                  </a:lnTo>
                  <a:lnTo>
                    <a:pt x="545591" y="533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52059" y="6348983"/>
              <a:ext cx="546100" cy="106680"/>
            </a:xfrm>
            <a:custGeom>
              <a:avLst/>
              <a:gdLst/>
              <a:ahLst/>
              <a:cxnLst/>
              <a:rect l="l" t="t" r="r" b="b"/>
              <a:pathLst>
                <a:path w="546100" h="106679">
                  <a:moveTo>
                    <a:pt x="272795" y="0"/>
                  </a:moveTo>
                  <a:lnTo>
                    <a:pt x="200201" y="1834"/>
                  </a:lnTo>
                  <a:lnTo>
                    <a:pt x="135015" y="7055"/>
                  </a:lnTo>
                  <a:lnTo>
                    <a:pt x="79819" y="15239"/>
                  </a:lnTo>
                  <a:lnTo>
                    <a:pt x="37196" y="25964"/>
                  </a:lnTo>
                  <a:lnTo>
                    <a:pt x="0" y="53339"/>
                  </a:lnTo>
                  <a:lnTo>
                    <a:pt x="9729" y="67874"/>
                  </a:lnTo>
                  <a:lnTo>
                    <a:pt x="79819" y="91439"/>
                  </a:lnTo>
                  <a:lnTo>
                    <a:pt x="135015" y="99624"/>
                  </a:lnTo>
                  <a:lnTo>
                    <a:pt x="200201" y="104845"/>
                  </a:lnTo>
                  <a:lnTo>
                    <a:pt x="272795" y="106679"/>
                  </a:lnTo>
                  <a:lnTo>
                    <a:pt x="345390" y="104845"/>
                  </a:lnTo>
                  <a:lnTo>
                    <a:pt x="410576" y="99624"/>
                  </a:lnTo>
                  <a:lnTo>
                    <a:pt x="465772" y="91439"/>
                  </a:lnTo>
                  <a:lnTo>
                    <a:pt x="508395" y="80715"/>
                  </a:lnTo>
                  <a:lnTo>
                    <a:pt x="545591" y="53339"/>
                  </a:lnTo>
                  <a:lnTo>
                    <a:pt x="535862" y="38805"/>
                  </a:lnTo>
                  <a:lnTo>
                    <a:pt x="465772" y="15239"/>
                  </a:lnTo>
                  <a:lnTo>
                    <a:pt x="410576" y="7055"/>
                  </a:lnTo>
                  <a:lnTo>
                    <a:pt x="345390" y="1834"/>
                  </a:lnTo>
                  <a:lnTo>
                    <a:pt x="272795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/>
          <p:nvPr/>
        </p:nvSpPr>
        <p:spPr>
          <a:xfrm>
            <a:off x="4736084" y="4578606"/>
            <a:ext cx="494030" cy="756285"/>
          </a:xfrm>
          <a:custGeom>
            <a:avLst/>
            <a:gdLst/>
            <a:ahLst/>
            <a:cxnLst/>
            <a:rect l="l" t="t" r="r" b="b"/>
            <a:pathLst>
              <a:path w="494029" h="756285">
                <a:moveTo>
                  <a:pt x="64275" y="586677"/>
                </a:moveTo>
                <a:lnTo>
                  <a:pt x="28956" y="502920"/>
                </a:lnTo>
                <a:lnTo>
                  <a:pt x="0" y="755904"/>
                </a:lnTo>
                <a:lnTo>
                  <a:pt x="45124" y="729581"/>
                </a:lnTo>
                <a:lnTo>
                  <a:pt x="45124" y="622411"/>
                </a:lnTo>
                <a:lnTo>
                  <a:pt x="50292" y="608076"/>
                </a:lnTo>
                <a:lnTo>
                  <a:pt x="64275" y="586677"/>
                </a:lnTo>
                <a:close/>
              </a:path>
              <a:path w="494029" h="756285">
                <a:moveTo>
                  <a:pt x="127575" y="628908"/>
                </a:moveTo>
                <a:lnTo>
                  <a:pt x="90678" y="629318"/>
                </a:lnTo>
                <a:lnTo>
                  <a:pt x="82296" y="629412"/>
                </a:lnTo>
                <a:lnTo>
                  <a:pt x="64275" y="586677"/>
                </a:lnTo>
                <a:lnTo>
                  <a:pt x="50292" y="608076"/>
                </a:lnTo>
                <a:lnTo>
                  <a:pt x="45124" y="622411"/>
                </a:lnTo>
                <a:lnTo>
                  <a:pt x="45529" y="637032"/>
                </a:lnTo>
                <a:lnTo>
                  <a:pt x="51363" y="650509"/>
                </a:lnTo>
                <a:lnTo>
                  <a:pt x="62484" y="661416"/>
                </a:lnTo>
                <a:lnTo>
                  <a:pt x="76152" y="666583"/>
                </a:lnTo>
                <a:lnTo>
                  <a:pt x="90678" y="666178"/>
                </a:lnTo>
                <a:lnTo>
                  <a:pt x="104060" y="660344"/>
                </a:lnTo>
                <a:lnTo>
                  <a:pt x="114300" y="649224"/>
                </a:lnTo>
                <a:lnTo>
                  <a:pt x="127575" y="628908"/>
                </a:lnTo>
                <a:close/>
              </a:path>
              <a:path w="494029" h="756285">
                <a:moveTo>
                  <a:pt x="219456" y="627888"/>
                </a:moveTo>
                <a:lnTo>
                  <a:pt x="127575" y="628908"/>
                </a:lnTo>
                <a:lnTo>
                  <a:pt x="114300" y="649224"/>
                </a:lnTo>
                <a:lnTo>
                  <a:pt x="104060" y="660344"/>
                </a:lnTo>
                <a:lnTo>
                  <a:pt x="90678" y="666178"/>
                </a:lnTo>
                <a:lnTo>
                  <a:pt x="76152" y="666583"/>
                </a:lnTo>
                <a:lnTo>
                  <a:pt x="62484" y="661416"/>
                </a:lnTo>
                <a:lnTo>
                  <a:pt x="51363" y="650509"/>
                </a:lnTo>
                <a:lnTo>
                  <a:pt x="45529" y="637032"/>
                </a:lnTo>
                <a:lnTo>
                  <a:pt x="45124" y="622411"/>
                </a:lnTo>
                <a:lnTo>
                  <a:pt x="45124" y="729581"/>
                </a:lnTo>
                <a:lnTo>
                  <a:pt x="219456" y="627888"/>
                </a:lnTo>
                <a:close/>
              </a:path>
              <a:path w="494029" h="756285">
                <a:moveTo>
                  <a:pt x="428285" y="168752"/>
                </a:moveTo>
                <a:lnTo>
                  <a:pt x="409956" y="126492"/>
                </a:lnTo>
                <a:lnTo>
                  <a:pt x="364676" y="126995"/>
                </a:lnTo>
                <a:lnTo>
                  <a:pt x="64275" y="586677"/>
                </a:lnTo>
                <a:lnTo>
                  <a:pt x="82296" y="629412"/>
                </a:lnTo>
                <a:lnTo>
                  <a:pt x="127575" y="628908"/>
                </a:lnTo>
                <a:lnTo>
                  <a:pt x="428285" y="168752"/>
                </a:lnTo>
                <a:close/>
              </a:path>
              <a:path w="494029" h="756285">
                <a:moveTo>
                  <a:pt x="493776" y="0"/>
                </a:moveTo>
                <a:lnTo>
                  <a:pt x="272796" y="128016"/>
                </a:lnTo>
                <a:lnTo>
                  <a:pt x="364676" y="126995"/>
                </a:lnTo>
                <a:lnTo>
                  <a:pt x="377952" y="106680"/>
                </a:lnTo>
                <a:lnTo>
                  <a:pt x="388858" y="95559"/>
                </a:lnTo>
                <a:lnTo>
                  <a:pt x="402336" y="89725"/>
                </a:lnTo>
                <a:lnTo>
                  <a:pt x="416956" y="89320"/>
                </a:lnTo>
                <a:lnTo>
                  <a:pt x="431292" y="94488"/>
                </a:lnTo>
                <a:lnTo>
                  <a:pt x="441745" y="105394"/>
                </a:lnTo>
                <a:lnTo>
                  <a:pt x="447484" y="118872"/>
                </a:lnTo>
                <a:lnTo>
                  <a:pt x="447794" y="133492"/>
                </a:lnTo>
                <a:lnTo>
                  <a:pt x="447794" y="213729"/>
                </a:lnTo>
                <a:lnTo>
                  <a:pt x="464820" y="252984"/>
                </a:lnTo>
                <a:lnTo>
                  <a:pt x="493776" y="0"/>
                </a:lnTo>
                <a:close/>
              </a:path>
              <a:path w="494029" h="756285">
                <a:moveTo>
                  <a:pt x="447794" y="133492"/>
                </a:moveTo>
                <a:lnTo>
                  <a:pt x="447484" y="118872"/>
                </a:lnTo>
                <a:lnTo>
                  <a:pt x="441745" y="105394"/>
                </a:lnTo>
                <a:lnTo>
                  <a:pt x="431292" y="94488"/>
                </a:lnTo>
                <a:lnTo>
                  <a:pt x="416956" y="89320"/>
                </a:lnTo>
                <a:lnTo>
                  <a:pt x="402336" y="89725"/>
                </a:lnTo>
                <a:lnTo>
                  <a:pt x="388858" y="95559"/>
                </a:lnTo>
                <a:lnTo>
                  <a:pt x="377952" y="106680"/>
                </a:lnTo>
                <a:lnTo>
                  <a:pt x="364676" y="126995"/>
                </a:lnTo>
                <a:lnTo>
                  <a:pt x="402336" y="126576"/>
                </a:lnTo>
                <a:lnTo>
                  <a:pt x="409956" y="126492"/>
                </a:lnTo>
                <a:lnTo>
                  <a:pt x="428285" y="168752"/>
                </a:lnTo>
                <a:lnTo>
                  <a:pt x="441960" y="147828"/>
                </a:lnTo>
                <a:lnTo>
                  <a:pt x="447794" y="133492"/>
                </a:lnTo>
                <a:close/>
              </a:path>
              <a:path w="494029" h="756285">
                <a:moveTo>
                  <a:pt x="447794" y="213729"/>
                </a:moveTo>
                <a:lnTo>
                  <a:pt x="447794" y="133492"/>
                </a:lnTo>
                <a:lnTo>
                  <a:pt x="441960" y="147828"/>
                </a:lnTo>
                <a:lnTo>
                  <a:pt x="428285" y="168752"/>
                </a:lnTo>
                <a:lnTo>
                  <a:pt x="447794" y="213729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552949" y="4621277"/>
            <a:ext cx="228600" cy="768350"/>
          </a:xfrm>
          <a:custGeom>
            <a:avLst/>
            <a:gdLst/>
            <a:ahLst/>
            <a:cxnLst/>
            <a:rect l="l" t="t" r="r" b="b"/>
            <a:pathLst>
              <a:path w="228600" h="768350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177800"/>
                </a:lnTo>
                <a:lnTo>
                  <a:pt x="76200" y="152400"/>
                </a:lnTo>
                <a:lnTo>
                  <a:pt x="79152" y="137445"/>
                </a:lnTo>
                <a:lnTo>
                  <a:pt x="87249" y="125349"/>
                </a:lnTo>
                <a:lnTo>
                  <a:pt x="99345" y="117252"/>
                </a:lnTo>
                <a:lnTo>
                  <a:pt x="114300" y="114300"/>
                </a:lnTo>
                <a:lnTo>
                  <a:pt x="129254" y="117252"/>
                </a:lnTo>
                <a:lnTo>
                  <a:pt x="141351" y="125349"/>
                </a:lnTo>
                <a:lnTo>
                  <a:pt x="149447" y="137445"/>
                </a:lnTo>
                <a:lnTo>
                  <a:pt x="152400" y="152400"/>
                </a:lnTo>
                <a:lnTo>
                  <a:pt x="152400" y="177800"/>
                </a:lnTo>
                <a:lnTo>
                  <a:pt x="228600" y="228600"/>
                </a:lnTo>
                <a:close/>
              </a:path>
              <a:path w="228600" h="768350">
                <a:moveTo>
                  <a:pt x="228600" y="539496"/>
                </a:moveTo>
                <a:lnTo>
                  <a:pt x="114300" y="615696"/>
                </a:lnTo>
                <a:lnTo>
                  <a:pt x="0" y="539496"/>
                </a:lnTo>
                <a:lnTo>
                  <a:pt x="76200" y="691896"/>
                </a:lnTo>
                <a:lnTo>
                  <a:pt x="76200" y="615696"/>
                </a:lnTo>
                <a:lnTo>
                  <a:pt x="79152" y="630650"/>
                </a:lnTo>
                <a:lnTo>
                  <a:pt x="87249" y="642747"/>
                </a:lnTo>
                <a:lnTo>
                  <a:pt x="99345" y="650843"/>
                </a:lnTo>
                <a:lnTo>
                  <a:pt x="114300" y="653796"/>
                </a:lnTo>
                <a:lnTo>
                  <a:pt x="129254" y="650843"/>
                </a:lnTo>
                <a:lnTo>
                  <a:pt x="141351" y="642747"/>
                </a:lnTo>
                <a:lnTo>
                  <a:pt x="149447" y="630650"/>
                </a:lnTo>
                <a:lnTo>
                  <a:pt x="152400" y="615696"/>
                </a:lnTo>
                <a:lnTo>
                  <a:pt x="152400" y="691896"/>
                </a:lnTo>
                <a:lnTo>
                  <a:pt x="228600" y="539496"/>
                </a:lnTo>
                <a:close/>
              </a:path>
              <a:path w="228600" h="768350">
                <a:moveTo>
                  <a:pt x="152400" y="177800"/>
                </a:moveTo>
                <a:lnTo>
                  <a:pt x="152400" y="152400"/>
                </a:lnTo>
                <a:lnTo>
                  <a:pt x="149447" y="137445"/>
                </a:lnTo>
                <a:lnTo>
                  <a:pt x="141351" y="125349"/>
                </a:lnTo>
                <a:lnTo>
                  <a:pt x="129254" y="117252"/>
                </a:lnTo>
                <a:lnTo>
                  <a:pt x="114300" y="114300"/>
                </a:lnTo>
                <a:lnTo>
                  <a:pt x="99345" y="117252"/>
                </a:lnTo>
                <a:lnTo>
                  <a:pt x="87249" y="125349"/>
                </a:lnTo>
                <a:lnTo>
                  <a:pt x="79152" y="137445"/>
                </a:lnTo>
                <a:lnTo>
                  <a:pt x="76200" y="152400"/>
                </a:lnTo>
                <a:lnTo>
                  <a:pt x="76200" y="177800"/>
                </a:lnTo>
                <a:lnTo>
                  <a:pt x="114300" y="152400"/>
                </a:lnTo>
                <a:lnTo>
                  <a:pt x="152400" y="177800"/>
                </a:lnTo>
                <a:close/>
              </a:path>
              <a:path w="228600" h="768350">
                <a:moveTo>
                  <a:pt x="152400" y="590296"/>
                </a:moveTo>
                <a:lnTo>
                  <a:pt x="152400" y="177800"/>
                </a:lnTo>
                <a:lnTo>
                  <a:pt x="114300" y="152400"/>
                </a:lnTo>
                <a:lnTo>
                  <a:pt x="76200" y="177800"/>
                </a:lnTo>
                <a:lnTo>
                  <a:pt x="76200" y="590296"/>
                </a:lnTo>
                <a:lnTo>
                  <a:pt x="114300" y="615696"/>
                </a:lnTo>
                <a:lnTo>
                  <a:pt x="152400" y="590296"/>
                </a:lnTo>
                <a:close/>
              </a:path>
              <a:path w="228600" h="768350">
                <a:moveTo>
                  <a:pt x="152400" y="691896"/>
                </a:moveTo>
                <a:lnTo>
                  <a:pt x="152400" y="615696"/>
                </a:lnTo>
                <a:lnTo>
                  <a:pt x="149447" y="630650"/>
                </a:lnTo>
                <a:lnTo>
                  <a:pt x="141351" y="642747"/>
                </a:lnTo>
                <a:lnTo>
                  <a:pt x="129254" y="650843"/>
                </a:lnTo>
                <a:lnTo>
                  <a:pt x="114300" y="653796"/>
                </a:lnTo>
                <a:lnTo>
                  <a:pt x="99345" y="650843"/>
                </a:lnTo>
                <a:lnTo>
                  <a:pt x="87249" y="642747"/>
                </a:lnTo>
                <a:lnTo>
                  <a:pt x="79152" y="630650"/>
                </a:lnTo>
                <a:lnTo>
                  <a:pt x="76200" y="615696"/>
                </a:lnTo>
                <a:lnTo>
                  <a:pt x="76200" y="691896"/>
                </a:lnTo>
                <a:lnTo>
                  <a:pt x="114300" y="768096"/>
                </a:lnTo>
                <a:lnTo>
                  <a:pt x="152400" y="691896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316473" y="4683762"/>
            <a:ext cx="332740" cy="748665"/>
          </a:xfrm>
          <a:custGeom>
            <a:avLst/>
            <a:gdLst/>
            <a:ahLst/>
            <a:cxnLst/>
            <a:rect l="l" t="t" r="r" b="b"/>
            <a:pathLst>
              <a:path w="332739" h="748664">
                <a:moveTo>
                  <a:pt x="214884" y="175260"/>
                </a:moveTo>
                <a:lnTo>
                  <a:pt x="28956" y="0"/>
                </a:lnTo>
                <a:lnTo>
                  <a:pt x="0" y="254508"/>
                </a:lnTo>
                <a:lnTo>
                  <a:pt x="43291" y="194880"/>
                </a:lnTo>
                <a:lnTo>
                  <a:pt x="43291" y="141851"/>
                </a:lnTo>
                <a:lnTo>
                  <a:pt x="46863" y="127444"/>
                </a:lnTo>
                <a:lnTo>
                  <a:pt x="55578" y="115609"/>
                </a:lnTo>
                <a:lnTo>
                  <a:pt x="68580" y="108204"/>
                </a:lnTo>
                <a:lnTo>
                  <a:pt x="83486" y="105775"/>
                </a:lnTo>
                <a:lnTo>
                  <a:pt x="97536" y="109347"/>
                </a:lnTo>
                <a:lnTo>
                  <a:pt x="109299" y="118062"/>
                </a:lnTo>
                <a:lnTo>
                  <a:pt x="117348" y="131064"/>
                </a:lnTo>
                <a:lnTo>
                  <a:pt x="125776" y="153995"/>
                </a:lnTo>
                <a:lnTo>
                  <a:pt x="214884" y="175260"/>
                </a:lnTo>
                <a:close/>
              </a:path>
              <a:path w="332739" h="748664">
                <a:moveTo>
                  <a:pt x="125776" y="153995"/>
                </a:moveTo>
                <a:lnTo>
                  <a:pt x="117348" y="131064"/>
                </a:lnTo>
                <a:lnTo>
                  <a:pt x="109299" y="118062"/>
                </a:lnTo>
                <a:lnTo>
                  <a:pt x="97536" y="109347"/>
                </a:lnTo>
                <a:lnTo>
                  <a:pt x="83486" y="105775"/>
                </a:lnTo>
                <a:lnTo>
                  <a:pt x="68580" y="108204"/>
                </a:lnTo>
                <a:lnTo>
                  <a:pt x="55578" y="115609"/>
                </a:lnTo>
                <a:lnTo>
                  <a:pt x="46863" y="127444"/>
                </a:lnTo>
                <a:lnTo>
                  <a:pt x="43291" y="141851"/>
                </a:lnTo>
                <a:lnTo>
                  <a:pt x="45720" y="156972"/>
                </a:lnTo>
                <a:lnTo>
                  <a:pt x="54135" y="179944"/>
                </a:lnTo>
                <a:lnTo>
                  <a:pt x="80772" y="143256"/>
                </a:lnTo>
                <a:lnTo>
                  <a:pt x="125776" y="153995"/>
                </a:lnTo>
                <a:close/>
              </a:path>
              <a:path w="332739" h="748664">
                <a:moveTo>
                  <a:pt x="54135" y="179944"/>
                </a:moveTo>
                <a:lnTo>
                  <a:pt x="45720" y="156972"/>
                </a:lnTo>
                <a:lnTo>
                  <a:pt x="43291" y="141851"/>
                </a:lnTo>
                <a:lnTo>
                  <a:pt x="43291" y="194880"/>
                </a:lnTo>
                <a:lnTo>
                  <a:pt x="54135" y="179944"/>
                </a:lnTo>
                <a:close/>
              </a:path>
              <a:path w="332739" h="748664">
                <a:moveTo>
                  <a:pt x="278078" y="568365"/>
                </a:moveTo>
                <a:lnTo>
                  <a:pt x="125776" y="153995"/>
                </a:lnTo>
                <a:lnTo>
                  <a:pt x="80772" y="143256"/>
                </a:lnTo>
                <a:lnTo>
                  <a:pt x="54135" y="179944"/>
                </a:lnTo>
                <a:lnTo>
                  <a:pt x="205874" y="594149"/>
                </a:lnTo>
                <a:lnTo>
                  <a:pt x="251460" y="605028"/>
                </a:lnTo>
                <a:lnTo>
                  <a:pt x="278078" y="568365"/>
                </a:lnTo>
                <a:close/>
              </a:path>
              <a:path w="332739" h="748664">
                <a:moveTo>
                  <a:pt x="288940" y="734771"/>
                </a:moveTo>
                <a:lnTo>
                  <a:pt x="288940" y="606456"/>
                </a:lnTo>
                <a:lnTo>
                  <a:pt x="285369" y="621030"/>
                </a:lnTo>
                <a:lnTo>
                  <a:pt x="276653" y="633317"/>
                </a:lnTo>
                <a:lnTo>
                  <a:pt x="263652" y="641604"/>
                </a:lnTo>
                <a:lnTo>
                  <a:pt x="248745" y="643389"/>
                </a:lnTo>
                <a:lnTo>
                  <a:pt x="234696" y="639889"/>
                </a:lnTo>
                <a:lnTo>
                  <a:pt x="222932" y="631531"/>
                </a:lnTo>
                <a:lnTo>
                  <a:pt x="214884" y="618744"/>
                </a:lnTo>
                <a:lnTo>
                  <a:pt x="205874" y="594149"/>
                </a:lnTo>
                <a:lnTo>
                  <a:pt x="117348" y="573024"/>
                </a:lnTo>
                <a:lnTo>
                  <a:pt x="288940" y="734771"/>
                </a:lnTo>
                <a:close/>
              </a:path>
              <a:path w="332739" h="748664">
                <a:moveTo>
                  <a:pt x="288940" y="606456"/>
                </a:moveTo>
                <a:lnTo>
                  <a:pt x="286512" y="591312"/>
                </a:lnTo>
                <a:lnTo>
                  <a:pt x="278078" y="568365"/>
                </a:lnTo>
                <a:lnTo>
                  <a:pt x="251460" y="605028"/>
                </a:lnTo>
                <a:lnTo>
                  <a:pt x="205874" y="594149"/>
                </a:lnTo>
                <a:lnTo>
                  <a:pt x="214884" y="618744"/>
                </a:lnTo>
                <a:lnTo>
                  <a:pt x="222932" y="631531"/>
                </a:lnTo>
                <a:lnTo>
                  <a:pt x="234696" y="639889"/>
                </a:lnTo>
                <a:lnTo>
                  <a:pt x="248745" y="643389"/>
                </a:lnTo>
                <a:lnTo>
                  <a:pt x="263652" y="641604"/>
                </a:lnTo>
                <a:lnTo>
                  <a:pt x="276653" y="633317"/>
                </a:lnTo>
                <a:lnTo>
                  <a:pt x="285369" y="621030"/>
                </a:lnTo>
                <a:lnTo>
                  <a:pt x="288940" y="606456"/>
                </a:lnTo>
                <a:close/>
              </a:path>
              <a:path w="332739" h="748664">
                <a:moveTo>
                  <a:pt x="332232" y="493776"/>
                </a:moveTo>
                <a:lnTo>
                  <a:pt x="278078" y="568365"/>
                </a:lnTo>
                <a:lnTo>
                  <a:pt x="286512" y="591312"/>
                </a:lnTo>
                <a:lnTo>
                  <a:pt x="288940" y="606456"/>
                </a:lnTo>
                <a:lnTo>
                  <a:pt x="288940" y="734771"/>
                </a:lnTo>
                <a:lnTo>
                  <a:pt x="303276" y="748284"/>
                </a:lnTo>
                <a:lnTo>
                  <a:pt x="332232" y="493776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60726" y="2667509"/>
            <a:ext cx="756285" cy="866140"/>
          </a:xfrm>
          <a:custGeom>
            <a:avLst/>
            <a:gdLst/>
            <a:ahLst/>
            <a:cxnLst/>
            <a:rect l="l" t="t" r="r" b="b"/>
            <a:pathLst>
              <a:path w="756285" h="866139">
                <a:moveTo>
                  <a:pt x="236220" y="97536"/>
                </a:moveTo>
                <a:lnTo>
                  <a:pt x="0" y="0"/>
                </a:lnTo>
                <a:lnTo>
                  <a:pt x="62293" y="241758"/>
                </a:lnTo>
                <a:lnTo>
                  <a:pt x="62293" y="112966"/>
                </a:lnTo>
                <a:lnTo>
                  <a:pt x="65841" y="98845"/>
                </a:lnTo>
                <a:lnTo>
                  <a:pt x="74676" y="86868"/>
                </a:lnTo>
                <a:lnTo>
                  <a:pt x="88392" y="79414"/>
                </a:lnTo>
                <a:lnTo>
                  <a:pt x="103251" y="77533"/>
                </a:lnTo>
                <a:lnTo>
                  <a:pt x="117538" y="81081"/>
                </a:lnTo>
                <a:lnTo>
                  <a:pt x="129540" y="89916"/>
                </a:lnTo>
                <a:lnTo>
                  <a:pt x="146724" y="109602"/>
                </a:lnTo>
                <a:lnTo>
                  <a:pt x="236220" y="97536"/>
                </a:lnTo>
                <a:close/>
              </a:path>
              <a:path w="756285" h="866139">
                <a:moveTo>
                  <a:pt x="146724" y="109602"/>
                </a:moveTo>
                <a:lnTo>
                  <a:pt x="129540" y="89916"/>
                </a:lnTo>
                <a:lnTo>
                  <a:pt x="117538" y="81081"/>
                </a:lnTo>
                <a:lnTo>
                  <a:pt x="103251" y="77533"/>
                </a:lnTo>
                <a:lnTo>
                  <a:pt x="88519" y="79398"/>
                </a:lnTo>
                <a:lnTo>
                  <a:pt x="88392" y="79414"/>
                </a:lnTo>
                <a:lnTo>
                  <a:pt x="74676" y="86868"/>
                </a:lnTo>
                <a:lnTo>
                  <a:pt x="65841" y="98845"/>
                </a:lnTo>
                <a:lnTo>
                  <a:pt x="62293" y="112966"/>
                </a:lnTo>
                <a:lnTo>
                  <a:pt x="64174" y="127373"/>
                </a:lnTo>
                <a:lnTo>
                  <a:pt x="71628" y="140208"/>
                </a:lnTo>
                <a:lnTo>
                  <a:pt x="88519" y="159558"/>
                </a:lnTo>
                <a:lnTo>
                  <a:pt x="100584" y="115824"/>
                </a:lnTo>
                <a:lnTo>
                  <a:pt x="146724" y="109602"/>
                </a:lnTo>
                <a:close/>
              </a:path>
              <a:path w="756285" h="866139">
                <a:moveTo>
                  <a:pt x="88519" y="159558"/>
                </a:moveTo>
                <a:lnTo>
                  <a:pt x="71628" y="140208"/>
                </a:lnTo>
                <a:lnTo>
                  <a:pt x="64174" y="127373"/>
                </a:lnTo>
                <a:lnTo>
                  <a:pt x="62293" y="112966"/>
                </a:lnTo>
                <a:lnTo>
                  <a:pt x="62293" y="241758"/>
                </a:lnTo>
                <a:lnTo>
                  <a:pt x="64008" y="248412"/>
                </a:lnTo>
                <a:lnTo>
                  <a:pt x="88519" y="159558"/>
                </a:lnTo>
                <a:close/>
              </a:path>
              <a:path w="756285" h="866139">
                <a:moveTo>
                  <a:pt x="667704" y="706439"/>
                </a:moveTo>
                <a:lnTo>
                  <a:pt x="146724" y="109602"/>
                </a:lnTo>
                <a:lnTo>
                  <a:pt x="100584" y="115824"/>
                </a:lnTo>
                <a:lnTo>
                  <a:pt x="88519" y="159558"/>
                </a:lnTo>
                <a:lnTo>
                  <a:pt x="609971" y="756936"/>
                </a:lnTo>
                <a:lnTo>
                  <a:pt x="655320" y="751332"/>
                </a:lnTo>
                <a:lnTo>
                  <a:pt x="667704" y="706439"/>
                </a:lnTo>
                <a:close/>
              </a:path>
              <a:path w="756285" h="866139">
                <a:moveTo>
                  <a:pt x="693610" y="839910"/>
                </a:moveTo>
                <a:lnTo>
                  <a:pt x="693610" y="753999"/>
                </a:lnTo>
                <a:lnTo>
                  <a:pt x="690062" y="768286"/>
                </a:lnTo>
                <a:lnTo>
                  <a:pt x="681228" y="780288"/>
                </a:lnTo>
                <a:lnTo>
                  <a:pt x="667704" y="787613"/>
                </a:lnTo>
                <a:lnTo>
                  <a:pt x="667512" y="787717"/>
                </a:lnTo>
                <a:lnTo>
                  <a:pt x="652653" y="789432"/>
                </a:lnTo>
                <a:lnTo>
                  <a:pt x="638365" y="785431"/>
                </a:lnTo>
                <a:lnTo>
                  <a:pt x="626364" y="775716"/>
                </a:lnTo>
                <a:lnTo>
                  <a:pt x="609971" y="756936"/>
                </a:lnTo>
                <a:lnTo>
                  <a:pt x="519684" y="768096"/>
                </a:lnTo>
                <a:lnTo>
                  <a:pt x="693610" y="839910"/>
                </a:lnTo>
                <a:close/>
              </a:path>
              <a:path w="756285" h="866139">
                <a:moveTo>
                  <a:pt x="693610" y="753999"/>
                </a:moveTo>
                <a:lnTo>
                  <a:pt x="691729" y="739140"/>
                </a:lnTo>
                <a:lnTo>
                  <a:pt x="684276" y="725424"/>
                </a:lnTo>
                <a:lnTo>
                  <a:pt x="667704" y="706439"/>
                </a:lnTo>
                <a:lnTo>
                  <a:pt x="655320" y="751332"/>
                </a:lnTo>
                <a:lnTo>
                  <a:pt x="609971" y="756936"/>
                </a:lnTo>
                <a:lnTo>
                  <a:pt x="626364" y="775716"/>
                </a:lnTo>
                <a:lnTo>
                  <a:pt x="638365" y="785431"/>
                </a:lnTo>
                <a:lnTo>
                  <a:pt x="652653" y="789432"/>
                </a:lnTo>
                <a:lnTo>
                  <a:pt x="667512" y="787717"/>
                </a:lnTo>
                <a:lnTo>
                  <a:pt x="681228" y="780288"/>
                </a:lnTo>
                <a:lnTo>
                  <a:pt x="690062" y="768286"/>
                </a:lnTo>
                <a:lnTo>
                  <a:pt x="693610" y="753999"/>
                </a:lnTo>
                <a:close/>
              </a:path>
              <a:path w="756285" h="866139">
                <a:moveTo>
                  <a:pt x="755904" y="865632"/>
                </a:moveTo>
                <a:lnTo>
                  <a:pt x="691896" y="618744"/>
                </a:lnTo>
                <a:lnTo>
                  <a:pt x="667704" y="706439"/>
                </a:lnTo>
                <a:lnTo>
                  <a:pt x="684276" y="725424"/>
                </a:lnTo>
                <a:lnTo>
                  <a:pt x="691729" y="739140"/>
                </a:lnTo>
                <a:lnTo>
                  <a:pt x="693610" y="753999"/>
                </a:lnTo>
                <a:lnTo>
                  <a:pt x="693610" y="839910"/>
                </a:lnTo>
                <a:lnTo>
                  <a:pt x="755904" y="865632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533137" y="2605025"/>
            <a:ext cx="228600" cy="896619"/>
          </a:xfrm>
          <a:custGeom>
            <a:avLst/>
            <a:gdLst/>
            <a:ahLst/>
            <a:cxnLst/>
            <a:rect l="l" t="t" r="r" b="b"/>
            <a:pathLst>
              <a:path w="228600" h="896620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177800"/>
                </a:lnTo>
                <a:lnTo>
                  <a:pt x="76200" y="152400"/>
                </a:lnTo>
                <a:lnTo>
                  <a:pt x="79152" y="137445"/>
                </a:lnTo>
                <a:lnTo>
                  <a:pt x="87249" y="125349"/>
                </a:lnTo>
                <a:lnTo>
                  <a:pt x="99345" y="117252"/>
                </a:lnTo>
                <a:lnTo>
                  <a:pt x="114300" y="114300"/>
                </a:lnTo>
                <a:lnTo>
                  <a:pt x="128611" y="117252"/>
                </a:lnTo>
                <a:lnTo>
                  <a:pt x="140779" y="125349"/>
                </a:lnTo>
                <a:lnTo>
                  <a:pt x="149232" y="137445"/>
                </a:lnTo>
                <a:lnTo>
                  <a:pt x="152400" y="152400"/>
                </a:lnTo>
                <a:lnTo>
                  <a:pt x="152400" y="177800"/>
                </a:lnTo>
                <a:lnTo>
                  <a:pt x="228600" y="228600"/>
                </a:lnTo>
                <a:close/>
              </a:path>
              <a:path w="228600" h="896620">
                <a:moveTo>
                  <a:pt x="228600" y="667512"/>
                </a:moveTo>
                <a:lnTo>
                  <a:pt x="114300" y="743712"/>
                </a:lnTo>
                <a:lnTo>
                  <a:pt x="0" y="667512"/>
                </a:lnTo>
                <a:lnTo>
                  <a:pt x="76200" y="819912"/>
                </a:lnTo>
                <a:lnTo>
                  <a:pt x="76200" y="743712"/>
                </a:lnTo>
                <a:lnTo>
                  <a:pt x="79152" y="758666"/>
                </a:lnTo>
                <a:lnTo>
                  <a:pt x="87249" y="770763"/>
                </a:lnTo>
                <a:lnTo>
                  <a:pt x="99345" y="778859"/>
                </a:lnTo>
                <a:lnTo>
                  <a:pt x="114300" y="781812"/>
                </a:lnTo>
                <a:lnTo>
                  <a:pt x="128611" y="778859"/>
                </a:lnTo>
                <a:lnTo>
                  <a:pt x="140779" y="770763"/>
                </a:lnTo>
                <a:lnTo>
                  <a:pt x="149232" y="758666"/>
                </a:lnTo>
                <a:lnTo>
                  <a:pt x="152400" y="743712"/>
                </a:lnTo>
                <a:lnTo>
                  <a:pt x="152400" y="819912"/>
                </a:lnTo>
                <a:lnTo>
                  <a:pt x="228600" y="667512"/>
                </a:lnTo>
                <a:close/>
              </a:path>
              <a:path w="228600" h="896620">
                <a:moveTo>
                  <a:pt x="152400" y="177800"/>
                </a:moveTo>
                <a:lnTo>
                  <a:pt x="152400" y="152400"/>
                </a:lnTo>
                <a:lnTo>
                  <a:pt x="149232" y="137445"/>
                </a:lnTo>
                <a:lnTo>
                  <a:pt x="140779" y="125349"/>
                </a:lnTo>
                <a:lnTo>
                  <a:pt x="128611" y="117252"/>
                </a:lnTo>
                <a:lnTo>
                  <a:pt x="114300" y="114300"/>
                </a:lnTo>
                <a:lnTo>
                  <a:pt x="99345" y="117252"/>
                </a:lnTo>
                <a:lnTo>
                  <a:pt x="87249" y="125349"/>
                </a:lnTo>
                <a:lnTo>
                  <a:pt x="79152" y="137445"/>
                </a:lnTo>
                <a:lnTo>
                  <a:pt x="76200" y="152400"/>
                </a:lnTo>
                <a:lnTo>
                  <a:pt x="76200" y="177800"/>
                </a:lnTo>
                <a:lnTo>
                  <a:pt x="114300" y="152400"/>
                </a:lnTo>
                <a:lnTo>
                  <a:pt x="152400" y="177800"/>
                </a:lnTo>
                <a:close/>
              </a:path>
              <a:path w="228600" h="896620">
                <a:moveTo>
                  <a:pt x="152400" y="718312"/>
                </a:moveTo>
                <a:lnTo>
                  <a:pt x="152400" y="177800"/>
                </a:lnTo>
                <a:lnTo>
                  <a:pt x="114300" y="152400"/>
                </a:lnTo>
                <a:lnTo>
                  <a:pt x="76200" y="177800"/>
                </a:lnTo>
                <a:lnTo>
                  <a:pt x="76200" y="718312"/>
                </a:lnTo>
                <a:lnTo>
                  <a:pt x="114300" y="743712"/>
                </a:lnTo>
                <a:lnTo>
                  <a:pt x="152400" y="718312"/>
                </a:lnTo>
                <a:close/>
              </a:path>
              <a:path w="228600" h="896620">
                <a:moveTo>
                  <a:pt x="152400" y="819912"/>
                </a:moveTo>
                <a:lnTo>
                  <a:pt x="152400" y="743712"/>
                </a:lnTo>
                <a:lnTo>
                  <a:pt x="149232" y="758666"/>
                </a:lnTo>
                <a:lnTo>
                  <a:pt x="140779" y="770763"/>
                </a:lnTo>
                <a:lnTo>
                  <a:pt x="128611" y="778859"/>
                </a:lnTo>
                <a:lnTo>
                  <a:pt x="114300" y="781812"/>
                </a:lnTo>
                <a:lnTo>
                  <a:pt x="99345" y="778859"/>
                </a:lnTo>
                <a:lnTo>
                  <a:pt x="87249" y="770763"/>
                </a:lnTo>
                <a:lnTo>
                  <a:pt x="79152" y="758666"/>
                </a:lnTo>
                <a:lnTo>
                  <a:pt x="76200" y="743712"/>
                </a:lnTo>
                <a:lnTo>
                  <a:pt x="76200" y="819912"/>
                </a:lnTo>
                <a:lnTo>
                  <a:pt x="114300" y="896112"/>
                </a:lnTo>
                <a:lnTo>
                  <a:pt x="152400" y="819912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" name="object 44"/>
          <p:cNvGrpSpPr/>
          <p:nvPr/>
        </p:nvGrpSpPr>
        <p:grpSpPr>
          <a:xfrm>
            <a:off x="3353817" y="2891536"/>
            <a:ext cx="4197350" cy="1461770"/>
            <a:chOff x="2075688" y="3630167"/>
            <a:chExt cx="4197350" cy="1461770"/>
          </a:xfrm>
        </p:grpSpPr>
        <p:sp>
          <p:nvSpPr>
            <p:cNvPr id="45" name="object 45"/>
            <p:cNvSpPr/>
            <p:nvPr/>
          </p:nvSpPr>
          <p:spPr>
            <a:xfrm>
              <a:off x="2113788" y="4437887"/>
              <a:ext cx="4121150" cy="615950"/>
            </a:xfrm>
            <a:custGeom>
              <a:avLst/>
              <a:gdLst/>
              <a:ahLst/>
              <a:cxnLst/>
              <a:rect l="l" t="t" r="r" b="b"/>
              <a:pathLst>
                <a:path w="4121150" h="615950">
                  <a:moveTo>
                    <a:pt x="4120895" y="608075"/>
                  </a:moveTo>
                  <a:lnTo>
                    <a:pt x="4114799" y="0"/>
                  </a:lnTo>
                  <a:lnTo>
                    <a:pt x="0" y="6095"/>
                  </a:lnTo>
                  <a:lnTo>
                    <a:pt x="7619" y="615695"/>
                  </a:lnTo>
                  <a:lnTo>
                    <a:pt x="4120895" y="608075"/>
                  </a:lnTo>
                  <a:close/>
                </a:path>
              </a:pathLst>
            </a:custGeom>
            <a:solidFill>
              <a:srgbClr val="9865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113788" y="4437887"/>
              <a:ext cx="4121150" cy="615950"/>
            </a:xfrm>
            <a:custGeom>
              <a:avLst/>
              <a:gdLst/>
              <a:ahLst/>
              <a:cxnLst/>
              <a:rect l="l" t="t" r="r" b="b"/>
              <a:pathLst>
                <a:path w="4121150" h="615950">
                  <a:moveTo>
                    <a:pt x="4114799" y="0"/>
                  </a:moveTo>
                  <a:lnTo>
                    <a:pt x="4120895" y="608075"/>
                  </a:lnTo>
                  <a:lnTo>
                    <a:pt x="7619" y="615695"/>
                  </a:lnTo>
                  <a:lnTo>
                    <a:pt x="0" y="6095"/>
                  </a:lnTo>
                  <a:lnTo>
                    <a:pt x="4114799" y="0"/>
                  </a:lnTo>
                </a:path>
              </a:pathLst>
            </a:custGeom>
            <a:ln w="76199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561076" y="3630167"/>
              <a:ext cx="601980" cy="641985"/>
            </a:xfrm>
            <a:custGeom>
              <a:avLst/>
              <a:gdLst/>
              <a:ahLst/>
              <a:cxnLst/>
              <a:rect l="l" t="t" r="r" b="b"/>
              <a:pathLst>
                <a:path w="601979" h="641985">
                  <a:moveTo>
                    <a:pt x="93542" y="485958"/>
                  </a:moveTo>
                  <a:lnTo>
                    <a:pt x="73152" y="396240"/>
                  </a:lnTo>
                  <a:lnTo>
                    <a:pt x="0" y="641604"/>
                  </a:lnTo>
                  <a:lnTo>
                    <a:pt x="66103" y="617183"/>
                  </a:lnTo>
                  <a:lnTo>
                    <a:pt x="66103" y="531685"/>
                  </a:lnTo>
                  <a:lnTo>
                    <a:pt x="68508" y="517278"/>
                  </a:lnTo>
                  <a:lnTo>
                    <a:pt x="76200" y="504444"/>
                  </a:lnTo>
                  <a:lnTo>
                    <a:pt x="93542" y="485958"/>
                  </a:lnTo>
                  <a:close/>
                </a:path>
                <a:path w="601979" h="641985">
                  <a:moveTo>
                    <a:pt x="149622" y="538103"/>
                  </a:moveTo>
                  <a:lnTo>
                    <a:pt x="103632" y="530352"/>
                  </a:lnTo>
                  <a:lnTo>
                    <a:pt x="93542" y="485958"/>
                  </a:lnTo>
                  <a:lnTo>
                    <a:pt x="76200" y="504444"/>
                  </a:lnTo>
                  <a:lnTo>
                    <a:pt x="68508" y="517278"/>
                  </a:lnTo>
                  <a:lnTo>
                    <a:pt x="66103" y="531685"/>
                  </a:lnTo>
                  <a:lnTo>
                    <a:pt x="69127" y="545806"/>
                  </a:lnTo>
                  <a:lnTo>
                    <a:pt x="77724" y="557784"/>
                  </a:lnTo>
                  <a:lnTo>
                    <a:pt x="90582" y="566118"/>
                  </a:lnTo>
                  <a:lnTo>
                    <a:pt x="105156" y="568452"/>
                  </a:lnTo>
                  <a:lnTo>
                    <a:pt x="119729" y="565070"/>
                  </a:lnTo>
                  <a:lnTo>
                    <a:pt x="132588" y="556260"/>
                  </a:lnTo>
                  <a:lnTo>
                    <a:pt x="149622" y="538103"/>
                  </a:lnTo>
                  <a:close/>
                </a:path>
                <a:path w="601979" h="641985">
                  <a:moveTo>
                    <a:pt x="239268" y="553212"/>
                  </a:moveTo>
                  <a:lnTo>
                    <a:pt x="149622" y="538103"/>
                  </a:lnTo>
                  <a:lnTo>
                    <a:pt x="132588" y="556260"/>
                  </a:lnTo>
                  <a:lnTo>
                    <a:pt x="119729" y="565070"/>
                  </a:lnTo>
                  <a:lnTo>
                    <a:pt x="105156" y="568452"/>
                  </a:lnTo>
                  <a:lnTo>
                    <a:pt x="90582" y="566118"/>
                  </a:lnTo>
                  <a:lnTo>
                    <a:pt x="77724" y="557784"/>
                  </a:lnTo>
                  <a:lnTo>
                    <a:pt x="69127" y="545806"/>
                  </a:lnTo>
                  <a:lnTo>
                    <a:pt x="66103" y="531685"/>
                  </a:lnTo>
                  <a:lnTo>
                    <a:pt x="66103" y="617183"/>
                  </a:lnTo>
                  <a:lnTo>
                    <a:pt x="239268" y="553212"/>
                  </a:lnTo>
                  <a:close/>
                </a:path>
                <a:path w="601979" h="641985">
                  <a:moveTo>
                    <a:pt x="507624" y="156511"/>
                  </a:moveTo>
                  <a:lnTo>
                    <a:pt x="496824" y="111252"/>
                  </a:lnTo>
                  <a:lnTo>
                    <a:pt x="452149" y="103722"/>
                  </a:lnTo>
                  <a:lnTo>
                    <a:pt x="93542" y="485958"/>
                  </a:lnTo>
                  <a:lnTo>
                    <a:pt x="103632" y="530352"/>
                  </a:lnTo>
                  <a:lnTo>
                    <a:pt x="149622" y="538103"/>
                  </a:lnTo>
                  <a:lnTo>
                    <a:pt x="507624" y="156511"/>
                  </a:lnTo>
                  <a:close/>
                </a:path>
                <a:path w="601979" h="641985">
                  <a:moveTo>
                    <a:pt x="601980" y="0"/>
                  </a:moveTo>
                  <a:lnTo>
                    <a:pt x="361188" y="88392"/>
                  </a:lnTo>
                  <a:lnTo>
                    <a:pt x="452149" y="103722"/>
                  </a:lnTo>
                  <a:lnTo>
                    <a:pt x="469392" y="85344"/>
                  </a:lnTo>
                  <a:lnTo>
                    <a:pt x="482012" y="76747"/>
                  </a:lnTo>
                  <a:lnTo>
                    <a:pt x="496062" y="73723"/>
                  </a:lnTo>
                  <a:lnTo>
                    <a:pt x="510111" y="76128"/>
                  </a:lnTo>
                  <a:lnTo>
                    <a:pt x="522732" y="83820"/>
                  </a:lnTo>
                  <a:lnTo>
                    <a:pt x="531566" y="95797"/>
                  </a:lnTo>
                  <a:lnTo>
                    <a:pt x="535114" y="109918"/>
                  </a:lnTo>
                  <a:lnTo>
                    <a:pt x="535114" y="224278"/>
                  </a:lnTo>
                  <a:lnTo>
                    <a:pt x="601980" y="0"/>
                  </a:lnTo>
                  <a:close/>
                </a:path>
                <a:path w="601979" h="641985">
                  <a:moveTo>
                    <a:pt x="535114" y="109918"/>
                  </a:moveTo>
                  <a:lnTo>
                    <a:pt x="531566" y="95797"/>
                  </a:lnTo>
                  <a:lnTo>
                    <a:pt x="522732" y="83820"/>
                  </a:lnTo>
                  <a:lnTo>
                    <a:pt x="510111" y="76128"/>
                  </a:lnTo>
                  <a:lnTo>
                    <a:pt x="496062" y="73723"/>
                  </a:lnTo>
                  <a:lnTo>
                    <a:pt x="482012" y="76747"/>
                  </a:lnTo>
                  <a:lnTo>
                    <a:pt x="469392" y="85344"/>
                  </a:lnTo>
                  <a:lnTo>
                    <a:pt x="452149" y="103722"/>
                  </a:lnTo>
                  <a:lnTo>
                    <a:pt x="496824" y="111252"/>
                  </a:lnTo>
                  <a:lnTo>
                    <a:pt x="507624" y="156511"/>
                  </a:lnTo>
                  <a:lnTo>
                    <a:pt x="525780" y="137160"/>
                  </a:lnTo>
                  <a:lnTo>
                    <a:pt x="533233" y="124325"/>
                  </a:lnTo>
                  <a:lnTo>
                    <a:pt x="535114" y="109918"/>
                  </a:lnTo>
                  <a:close/>
                </a:path>
                <a:path w="601979" h="641985">
                  <a:moveTo>
                    <a:pt x="535114" y="224278"/>
                  </a:moveTo>
                  <a:lnTo>
                    <a:pt x="535114" y="109918"/>
                  </a:lnTo>
                  <a:lnTo>
                    <a:pt x="533233" y="124325"/>
                  </a:lnTo>
                  <a:lnTo>
                    <a:pt x="525780" y="137160"/>
                  </a:lnTo>
                  <a:lnTo>
                    <a:pt x="507624" y="156511"/>
                  </a:lnTo>
                  <a:lnTo>
                    <a:pt x="528828" y="245364"/>
                  </a:lnTo>
                  <a:lnTo>
                    <a:pt x="535114" y="224278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8" name="object 4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42153" y="2219453"/>
            <a:ext cx="108203" cy="10667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69713" y="2230121"/>
            <a:ext cx="111251" cy="108203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30801" y="2219453"/>
            <a:ext cx="108203" cy="106679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4790440" y="1524000"/>
            <a:ext cx="5735955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 marR="4076700" indent="-204470"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Programas</a:t>
            </a:r>
            <a:r>
              <a:rPr b="1" spc="-60" dirty="0">
                <a:latin typeface="Courier New"/>
                <a:cs typeface="Courier New"/>
              </a:rPr>
              <a:t> </a:t>
            </a:r>
            <a:r>
              <a:rPr b="1" spc="-35" dirty="0">
                <a:latin typeface="Courier New"/>
                <a:cs typeface="Courier New"/>
              </a:rPr>
              <a:t>de </a:t>
            </a:r>
            <a:r>
              <a:rPr b="1" spc="-10" dirty="0">
                <a:latin typeface="Courier New"/>
                <a:cs typeface="Courier New"/>
              </a:rPr>
              <a:t>Aplicação</a:t>
            </a:r>
            <a:endParaRPr>
              <a:latin typeface="Courier New"/>
              <a:cs typeface="Courier New"/>
            </a:endParaRPr>
          </a:p>
          <a:p>
            <a:pPr marL="3806825" marR="5080" algn="ctr">
              <a:lnSpc>
                <a:spcPct val="100200"/>
              </a:lnSpc>
              <a:spcBef>
                <a:spcPts val="950"/>
              </a:spcBef>
            </a:pPr>
            <a:r>
              <a:rPr sz="1600" b="1" spc="-10" dirty="0">
                <a:solidFill>
                  <a:srgbClr val="007E7E"/>
                </a:solidFill>
                <a:latin typeface="Arial"/>
                <a:cs typeface="Arial"/>
              </a:rPr>
              <a:t>Esquematizando-</a:t>
            </a:r>
            <a:r>
              <a:rPr sz="1600" b="1" spc="-25" dirty="0">
                <a:solidFill>
                  <a:srgbClr val="007E7E"/>
                </a:solidFill>
                <a:latin typeface="Arial"/>
                <a:cs typeface="Arial"/>
              </a:rPr>
              <a:t>os </a:t>
            </a:r>
            <a:r>
              <a:rPr sz="1600" b="1" dirty="0">
                <a:solidFill>
                  <a:srgbClr val="007E7E"/>
                </a:solidFill>
                <a:latin typeface="Arial"/>
                <a:cs typeface="Arial"/>
              </a:rPr>
              <a:t>segundo</a:t>
            </a:r>
            <a:r>
              <a:rPr sz="1600" b="1" spc="-35" dirty="0">
                <a:solidFill>
                  <a:srgbClr val="007E7E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007E7E"/>
                </a:solidFill>
                <a:latin typeface="Arial"/>
                <a:cs typeface="Arial"/>
              </a:rPr>
              <a:t>uma </a:t>
            </a:r>
            <a:r>
              <a:rPr sz="1600" b="1" spc="-10" dirty="0">
                <a:solidFill>
                  <a:srgbClr val="007E7E"/>
                </a:solidFill>
                <a:latin typeface="Arial"/>
                <a:cs typeface="Arial"/>
              </a:rPr>
              <a:t>estrutura padronizada!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565400" y="5897879"/>
            <a:ext cx="112014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17804" marR="5080" indent="-205740">
              <a:lnSpc>
                <a:spcPct val="100600"/>
              </a:lnSpc>
              <a:spcBef>
                <a:spcPts val="85"/>
              </a:spcBef>
            </a:pPr>
            <a:r>
              <a:rPr b="1" dirty="0">
                <a:latin typeface="Courier New"/>
                <a:cs typeface="Courier New"/>
              </a:rPr>
              <a:t>Banco</a:t>
            </a:r>
            <a:r>
              <a:rPr b="1" spc="-30" dirty="0">
                <a:latin typeface="Courier New"/>
                <a:cs typeface="Courier New"/>
              </a:rPr>
              <a:t> </a:t>
            </a:r>
            <a:r>
              <a:rPr b="1" spc="-25" dirty="0">
                <a:latin typeface="Courier New"/>
                <a:cs typeface="Courier New"/>
              </a:rPr>
              <a:t>de </a:t>
            </a:r>
            <a:r>
              <a:rPr b="1" spc="-10" dirty="0">
                <a:latin typeface="Courier New"/>
                <a:cs typeface="Courier New"/>
              </a:rPr>
              <a:t>Dados</a:t>
            </a:r>
            <a:endParaRPr>
              <a:latin typeface="Courier New"/>
              <a:cs typeface="Courier New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069329" y="3528570"/>
            <a:ext cx="3848100" cy="2249805"/>
            <a:chOff x="5791200" y="4267200"/>
            <a:chExt cx="3848100" cy="2249805"/>
          </a:xfrm>
        </p:grpSpPr>
        <p:sp>
          <p:nvSpPr>
            <p:cNvPr id="54" name="object 54"/>
            <p:cNvSpPr/>
            <p:nvPr/>
          </p:nvSpPr>
          <p:spPr>
            <a:xfrm>
              <a:off x="5791200" y="4267200"/>
              <a:ext cx="1458595" cy="1748155"/>
            </a:xfrm>
            <a:custGeom>
              <a:avLst/>
              <a:gdLst/>
              <a:ahLst/>
              <a:cxnLst/>
              <a:rect l="l" t="t" r="r" b="b"/>
              <a:pathLst>
                <a:path w="1458595" h="1748154">
                  <a:moveTo>
                    <a:pt x="184086" y="1607160"/>
                  </a:moveTo>
                  <a:lnTo>
                    <a:pt x="147828" y="1539240"/>
                  </a:lnTo>
                  <a:lnTo>
                    <a:pt x="0" y="1748028"/>
                  </a:lnTo>
                  <a:lnTo>
                    <a:pt x="130302" y="1744925"/>
                  </a:lnTo>
                  <a:lnTo>
                    <a:pt x="130302" y="1662088"/>
                  </a:lnTo>
                  <a:lnTo>
                    <a:pt x="132207" y="1647634"/>
                  </a:lnTo>
                  <a:lnTo>
                    <a:pt x="139255" y="1634609"/>
                  </a:lnTo>
                  <a:lnTo>
                    <a:pt x="150876" y="1624584"/>
                  </a:lnTo>
                  <a:lnTo>
                    <a:pt x="181356" y="1609344"/>
                  </a:lnTo>
                  <a:lnTo>
                    <a:pt x="184086" y="1607160"/>
                  </a:lnTo>
                  <a:close/>
                </a:path>
                <a:path w="1458595" h="1748154">
                  <a:moveTo>
                    <a:pt x="220071" y="1674568"/>
                  </a:moveTo>
                  <a:lnTo>
                    <a:pt x="184431" y="1607806"/>
                  </a:lnTo>
                  <a:lnTo>
                    <a:pt x="150876" y="1624584"/>
                  </a:lnTo>
                  <a:lnTo>
                    <a:pt x="139255" y="1634609"/>
                  </a:lnTo>
                  <a:lnTo>
                    <a:pt x="132207" y="1647634"/>
                  </a:lnTo>
                  <a:lnTo>
                    <a:pt x="130302" y="1662088"/>
                  </a:lnTo>
                  <a:lnTo>
                    <a:pt x="134112" y="1676400"/>
                  </a:lnTo>
                  <a:lnTo>
                    <a:pt x="144137" y="1687996"/>
                  </a:lnTo>
                  <a:lnTo>
                    <a:pt x="157162" y="1694878"/>
                  </a:lnTo>
                  <a:lnTo>
                    <a:pt x="171616" y="1696331"/>
                  </a:lnTo>
                  <a:lnTo>
                    <a:pt x="185928" y="1691640"/>
                  </a:lnTo>
                  <a:lnTo>
                    <a:pt x="220071" y="1674568"/>
                  </a:lnTo>
                  <a:close/>
                </a:path>
                <a:path w="1458595" h="1748154">
                  <a:moveTo>
                    <a:pt x="256032" y="1741932"/>
                  </a:moveTo>
                  <a:lnTo>
                    <a:pt x="220071" y="1674568"/>
                  </a:lnTo>
                  <a:lnTo>
                    <a:pt x="185928" y="1691640"/>
                  </a:lnTo>
                  <a:lnTo>
                    <a:pt x="171616" y="1696331"/>
                  </a:lnTo>
                  <a:lnTo>
                    <a:pt x="157162" y="1694878"/>
                  </a:lnTo>
                  <a:lnTo>
                    <a:pt x="144137" y="1687996"/>
                  </a:lnTo>
                  <a:lnTo>
                    <a:pt x="134112" y="1676400"/>
                  </a:lnTo>
                  <a:lnTo>
                    <a:pt x="130302" y="1662088"/>
                  </a:lnTo>
                  <a:lnTo>
                    <a:pt x="130302" y="1744925"/>
                  </a:lnTo>
                  <a:lnTo>
                    <a:pt x="251460" y="1742040"/>
                  </a:lnTo>
                  <a:lnTo>
                    <a:pt x="256032" y="1741932"/>
                  </a:lnTo>
                  <a:close/>
                </a:path>
                <a:path w="1458595" h="1748154">
                  <a:moveTo>
                    <a:pt x="184431" y="1607806"/>
                  </a:moveTo>
                  <a:lnTo>
                    <a:pt x="184086" y="1607160"/>
                  </a:lnTo>
                  <a:lnTo>
                    <a:pt x="181356" y="1609344"/>
                  </a:lnTo>
                  <a:lnTo>
                    <a:pt x="184431" y="1607806"/>
                  </a:lnTo>
                  <a:close/>
                </a:path>
                <a:path w="1458595" h="1748154">
                  <a:moveTo>
                    <a:pt x="734568" y="1244295"/>
                  </a:moveTo>
                  <a:lnTo>
                    <a:pt x="734568" y="1132332"/>
                  </a:lnTo>
                  <a:lnTo>
                    <a:pt x="708660" y="1158240"/>
                  </a:lnTo>
                  <a:lnTo>
                    <a:pt x="691896" y="1179576"/>
                  </a:lnTo>
                  <a:lnTo>
                    <a:pt x="641604" y="1229868"/>
                  </a:lnTo>
                  <a:lnTo>
                    <a:pt x="626364" y="1249680"/>
                  </a:lnTo>
                  <a:lnTo>
                    <a:pt x="601980" y="1272540"/>
                  </a:lnTo>
                  <a:lnTo>
                    <a:pt x="580644" y="1293876"/>
                  </a:lnTo>
                  <a:lnTo>
                    <a:pt x="557784" y="1312164"/>
                  </a:lnTo>
                  <a:lnTo>
                    <a:pt x="551688" y="1318260"/>
                  </a:lnTo>
                  <a:lnTo>
                    <a:pt x="534924" y="1339596"/>
                  </a:lnTo>
                  <a:lnTo>
                    <a:pt x="515112" y="1359408"/>
                  </a:lnTo>
                  <a:lnTo>
                    <a:pt x="490728" y="1379220"/>
                  </a:lnTo>
                  <a:lnTo>
                    <a:pt x="463296" y="1400556"/>
                  </a:lnTo>
                  <a:lnTo>
                    <a:pt x="443484" y="1421892"/>
                  </a:lnTo>
                  <a:lnTo>
                    <a:pt x="419100" y="1440180"/>
                  </a:lnTo>
                  <a:lnTo>
                    <a:pt x="399288" y="1455420"/>
                  </a:lnTo>
                  <a:lnTo>
                    <a:pt x="371856" y="1473708"/>
                  </a:lnTo>
                  <a:lnTo>
                    <a:pt x="352044" y="1488948"/>
                  </a:lnTo>
                  <a:lnTo>
                    <a:pt x="324612" y="1505712"/>
                  </a:lnTo>
                  <a:lnTo>
                    <a:pt x="300228" y="1525524"/>
                  </a:lnTo>
                  <a:lnTo>
                    <a:pt x="280416" y="1540764"/>
                  </a:lnTo>
                  <a:lnTo>
                    <a:pt x="252984" y="1557528"/>
                  </a:lnTo>
                  <a:lnTo>
                    <a:pt x="233172" y="1574292"/>
                  </a:lnTo>
                  <a:lnTo>
                    <a:pt x="204216" y="1591056"/>
                  </a:lnTo>
                  <a:lnTo>
                    <a:pt x="184086" y="1607160"/>
                  </a:lnTo>
                  <a:lnTo>
                    <a:pt x="184431" y="1607806"/>
                  </a:lnTo>
                  <a:lnTo>
                    <a:pt x="187452" y="1606296"/>
                  </a:lnTo>
                  <a:lnTo>
                    <a:pt x="187452" y="1613465"/>
                  </a:lnTo>
                  <a:lnTo>
                    <a:pt x="220071" y="1674568"/>
                  </a:lnTo>
                  <a:lnTo>
                    <a:pt x="222504" y="1673352"/>
                  </a:lnTo>
                  <a:lnTo>
                    <a:pt x="224028" y="1671828"/>
                  </a:lnTo>
                  <a:lnTo>
                    <a:pt x="227076" y="1670304"/>
                  </a:lnTo>
                  <a:lnTo>
                    <a:pt x="228600" y="1668780"/>
                  </a:lnTo>
                  <a:lnTo>
                    <a:pt x="251460" y="1650492"/>
                  </a:lnTo>
                  <a:lnTo>
                    <a:pt x="271272" y="1639824"/>
                  </a:lnTo>
                  <a:lnTo>
                    <a:pt x="300228" y="1616964"/>
                  </a:lnTo>
                  <a:lnTo>
                    <a:pt x="320040" y="1606296"/>
                  </a:lnTo>
                  <a:lnTo>
                    <a:pt x="347472" y="1584960"/>
                  </a:lnTo>
                  <a:lnTo>
                    <a:pt x="371856" y="1565148"/>
                  </a:lnTo>
                  <a:lnTo>
                    <a:pt x="390144" y="1554480"/>
                  </a:lnTo>
                  <a:lnTo>
                    <a:pt x="419100" y="1533144"/>
                  </a:lnTo>
                  <a:lnTo>
                    <a:pt x="438912" y="1520952"/>
                  </a:lnTo>
                  <a:lnTo>
                    <a:pt x="466344" y="1499616"/>
                  </a:lnTo>
                  <a:lnTo>
                    <a:pt x="490728" y="1481328"/>
                  </a:lnTo>
                  <a:lnTo>
                    <a:pt x="516636" y="1453896"/>
                  </a:lnTo>
                  <a:lnTo>
                    <a:pt x="537972" y="1438656"/>
                  </a:lnTo>
                  <a:lnTo>
                    <a:pt x="562356" y="1420368"/>
                  </a:lnTo>
                  <a:lnTo>
                    <a:pt x="588264" y="1392936"/>
                  </a:lnTo>
                  <a:lnTo>
                    <a:pt x="605028" y="1373936"/>
                  </a:lnTo>
                  <a:lnTo>
                    <a:pt x="605028" y="1373124"/>
                  </a:lnTo>
                  <a:lnTo>
                    <a:pt x="611124" y="1367028"/>
                  </a:lnTo>
                  <a:lnTo>
                    <a:pt x="611124" y="1367840"/>
                  </a:lnTo>
                  <a:lnTo>
                    <a:pt x="627888" y="1353312"/>
                  </a:lnTo>
                  <a:lnTo>
                    <a:pt x="679704" y="1304544"/>
                  </a:lnTo>
                  <a:lnTo>
                    <a:pt x="701040" y="1277112"/>
                  </a:lnTo>
                  <a:lnTo>
                    <a:pt x="722376" y="1257300"/>
                  </a:lnTo>
                  <a:lnTo>
                    <a:pt x="734568" y="1244295"/>
                  </a:lnTo>
                  <a:close/>
                </a:path>
                <a:path w="1458595" h="1748154">
                  <a:moveTo>
                    <a:pt x="187452" y="1613465"/>
                  </a:moveTo>
                  <a:lnTo>
                    <a:pt x="187452" y="1606296"/>
                  </a:lnTo>
                  <a:lnTo>
                    <a:pt x="184431" y="1607806"/>
                  </a:lnTo>
                  <a:lnTo>
                    <a:pt x="187452" y="1613465"/>
                  </a:lnTo>
                  <a:close/>
                </a:path>
                <a:path w="1458595" h="1748154">
                  <a:moveTo>
                    <a:pt x="611124" y="1367028"/>
                  </a:moveTo>
                  <a:lnTo>
                    <a:pt x="605028" y="1373124"/>
                  </a:lnTo>
                  <a:lnTo>
                    <a:pt x="608076" y="1370482"/>
                  </a:lnTo>
                  <a:lnTo>
                    <a:pt x="611124" y="1367028"/>
                  </a:lnTo>
                  <a:close/>
                </a:path>
                <a:path w="1458595" h="1748154">
                  <a:moveTo>
                    <a:pt x="608076" y="1370482"/>
                  </a:moveTo>
                  <a:lnTo>
                    <a:pt x="605028" y="1373124"/>
                  </a:lnTo>
                  <a:lnTo>
                    <a:pt x="605028" y="1373936"/>
                  </a:lnTo>
                  <a:lnTo>
                    <a:pt x="608076" y="1370482"/>
                  </a:lnTo>
                  <a:close/>
                </a:path>
                <a:path w="1458595" h="1748154">
                  <a:moveTo>
                    <a:pt x="611124" y="1367840"/>
                  </a:moveTo>
                  <a:lnTo>
                    <a:pt x="611124" y="1367028"/>
                  </a:lnTo>
                  <a:lnTo>
                    <a:pt x="608076" y="1370482"/>
                  </a:lnTo>
                  <a:lnTo>
                    <a:pt x="611124" y="1367840"/>
                  </a:lnTo>
                  <a:close/>
                </a:path>
                <a:path w="1458595" h="1748154">
                  <a:moveTo>
                    <a:pt x="778764" y="1196340"/>
                  </a:moveTo>
                  <a:lnTo>
                    <a:pt x="778764" y="1080516"/>
                  </a:lnTo>
                  <a:lnTo>
                    <a:pt x="754380" y="1103376"/>
                  </a:lnTo>
                  <a:lnTo>
                    <a:pt x="752856" y="1104900"/>
                  </a:lnTo>
                  <a:lnTo>
                    <a:pt x="751332" y="1107948"/>
                  </a:lnTo>
                  <a:lnTo>
                    <a:pt x="749808" y="1109472"/>
                  </a:lnTo>
                  <a:lnTo>
                    <a:pt x="729996" y="1136904"/>
                  </a:lnTo>
                  <a:lnTo>
                    <a:pt x="734568" y="1132332"/>
                  </a:lnTo>
                  <a:lnTo>
                    <a:pt x="734568" y="1244295"/>
                  </a:lnTo>
                  <a:lnTo>
                    <a:pt x="745236" y="1232916"/>
                  </a:lnTo>
                  <a:lnTo>
                    <a:pt x="768096" y="1207008"/>
                  </a:lnTo>
                  <a:lnTo>
                    <a:pt x="778764" y="1196340"/>
                  </a:lnTo>
                  <a:close/>
                </a:path>
                <a:path w="1458595" h="1748154">
                  <a:moveTo>
                    <a:pt x="880911" y="949511"/>
                  </a:moveTo>
                  <a:lnTo>
                    <a:pt x="859536" y="972312"/>
                  </a:lnTo>
                  <a:lnTo>
                    <a:pt x="856488" y="973836"/>
                  </a:lnTo>
                  <a:lnTo>
                    <a:pt x="853440" y="976884"/>
                  </a:lnTo>
                  <a:lnTo>
                    <a:pt x="838200" y="1002792"/>
                  </a:lnTo>
                  <a:lnTo>
                    <a:pt x="813816" y="1031748"/>
                  </a:lnTo>
                  <a:lnTo>
                    <a:pt x="792480" y="1057656"/>
                  </a:lnTo>
                  <a:lnTo>
                    <a:pt x="772668" y="1085088"/>
                  </a:lnTo>
                  <a:lnTo>
                    <a:pt x="778764" y="1080516"/>
                  </a:lnTo>
                  <a:lnTo>
                    <a:pt x="778764" y="1196340"/>
                  </a:lnTo>
                  <a:lnTo>
                    <a:pt x="792480" y="1182624"/>
                  </a:lnTo>
                  <a:lnTo>
                    <a:pt x="794004" y="1179576"/>
                  </a:lnTo>
                  <a:lnTo>
                    <a:pt x="807720" y="1159002"/>
                  </a:lnTo>
                  <a:lnTo>
                    <a:pt x="807720" y="1158240"/>
                  </a:lnTo>
                  <a:lnTo>
                    <a:pt x="812292" y="1152144"/>
                  </a:lnTo>
                  <a:lnTo>
                    <a:pt x="812292" y="1153668"/>
                  </a:lnTo>
                  <a:lnTo>
                    <a:pt x="835152" y="1130808"/>
                  </a:lnTo>
                  <a:lnTo>
                    <a:pt x="836676" y="1127760"/>
                  </a:lnTo>
                  <a:lnTo>
                    <a:pt x="854964" y="1100328"/>
                  </a:lnTo>
                  <a:lnTo>
                    <a:pt x="873252" y="1078992"/>
                  </a:lnTo>
                  <a:lnTo>
                    <a:pt x="877824" y="1073505"/>
                  </a:lnTo>
                  <a:lnTo>
                    <a:pt x="877824" y="954024"/>
                  </a:lnTo>
                  <a:lnTo>
                    <a:pt x="880911" y="949511"/>
                  </a:lnTo>
                  <a:close/>
                </a:path>
                <a:path w="1458595" h="1748154">
                  <a:moveTo>
                    <a:pt x="812292" y="1152144"/>
                  </a:moveTo>
                  <a:lnTo>
                    <a:pt x="807720" y="1158240"/>
                  </a:lnTo>
                  <a:lnTo>
                    <a:pt x="809244" y="1156716"/>
                  </a:lnTo>
                  <a:lnTo>
                    <a:pt x="812292" y="1152144"/>
                  </a:lnTo>
                  <a:close/>
                </a:path>
                <a:path w="1458595" h="1748154">
                  <a:moveTo>
                    <a:pt x="809244" y="1156716"/>
                  </a:moveTo>
                  <a:lnTo>
                    <a:pt x="807720" y="1158240"/>
                  </a:lnTo>
                  <a:lnTo>
                    <a:pt x="807720" y="1159002"/>
                  </a:lnTo>
                  <a:lnTo>
                    <a:pt x="809244" y="1156716"/>
                  </a:lnTo>
                  <a:close/>
                </a:path>
                <a:path w="1458595" h="1748154">
                  <a:moveTo>
                    <a:pt x="812292" y="1153668"/>
                  </a:moveTo>
                  <a:lnTo>
                    <a:pt x="812292" y="1152144"/>
                  </a:lnTo>
                  <a:lnTo>
                    <a:pt x="809244" y="1156716"/>
                  </a:lnTo>
                  <a:lnTo>
                    <a:pt x="812292" y="1153668"/>
                  </a:lnTo>
                  <a:close/>
                </a:path>
                <a:path w="1458595" h="1748154">
                  <a:moveTo>
                    <a:pt x="882396" y="947928"/>
                  </a:moveTo>
                  <a:lnTo>
                    <a:pt x="880911" y="949511"/>
                  </a:lnTo>
                  <a:lnTo>
                    <a:pt x="877824" y="954024"/>
                  </a:lnTo>
                  <a:lnTo>
                    <a:pt x="882396" y="947928"/>
                  </a:lnTo>
                  <a:close/>
                </a:path>
                <a:path w="1458595" h="1748154">
                  <a:moveTo>
                    <a:pt x="882396" y="1068019"/>
                  </a:moveTo>
                  <a:lnTo>
                    <a:pt x="882396" y="947928"/>
                  </a:lnTo>
                  <a:lnTo>
                    <a:pt x="877824" y="954024"/>
                  </a:lnTo>
                  <a:lnTo>
                    <a:pt x="877824" y="1073505"/>
                  </a:lnTo>
                  <a:lnTo>
                    <a:pt x="882396" y="1068019"/>
                  </a:lnTo>
                  <a:close/>
                </a:path>
                <a:path w="1458595" h="1748154">
                  <a:moveTo>
                    <a:pt x="1388184" y="224968"/>
                  </a:moveTo>
                  <a:lnTo>
                    <a:pt x="1317407" y="195221"/>
                  </a:lnTo>
                  <a:lnTo>
                    <a:pt x="1309116" y="213360"/>
                  </a:lnTo>
                  <a:lnTo>
                    <a:pt x="1289304" y="252984"/>
                  </a:lnTo>
                  <a:lnTo>
                    <a:pt x="1275588" y="284988"/>
                  </a:lnTo>
                  <a:lnTo>
                    <a:pt x="1257300" y="320040"/>
                  </a:lnTo>
                  <a:lnTo>
                    <a:pt x="1237488" y="355092"/>
                  </a:lnTo>
                  <a:lnTo>
                    <a:pt x="1217676" y="394716"/>
                  </a:lnTo>
                  <a:lnTo>
                    <a:pt x="1205484" y="423672"/>
                  </a:lnTo>
                  <a:lnTo>
                    <a:pt x="1185672" y="458724"/>
                  </a:lnTo>
                  <a:lnTo>
                    <a:pt x="1167384" y="493776"/>
                  </a:lnTo>
                  <a:lnTo>
                    <a:pt x="1147572" y="527304"/>
                  </a:lnTo>
                  <a:lnTo>
                    <a:pt x="1129284" y="560832"/>
                  </a:lnTo>
                  <a:lnTo>
                    <a:pt x="1109472" y="592836"/>
                  </a:lnTo>
                  <a:lnTo>
                    <a:pt x="1092708" y="624840"/>
                  </a:lnTo>
                  <a:lnTo>
                    <a:pt x="1071372" y="655320"/>
                  </a:lnTo>
                  <a:lnTo>
                    <a:pt x="1053084" y="687324"/>
                  </a:lnTo>
                  <a:lnTo>
                    <a:pt x="1034796" y="717804"/>
                  </a:lnTo>
                  <a:lnTo>
                    <a:pt x="1014984" y="748284"/>
                  </a:lnTo>
                  <a:lnTo>
                    <a:pt x="996696" y="780288"/>
                  </a:lnTo>
                  <a:lnTo>
                    <a:pt x="960120" y="835152"/>
                  </a:lnTo>
                  <a:lnTo>
                    <a:pt x="935736" y="868680"/>
                  </a:lnTo>
                  <a:lnTo>
                    <a:pt x="915924" y="897636"/>
                  </a:lnTo>
                  <a:lnTo>
                    <a:pt x="897636" y="925068"/>
                  </a:lnTo>
                  <a:lnTo>
                    <a:pt x="880911" y="949511"/>
                  </a:lnTo>
                  <a:lnTo>
                    <a:pt x="882396" y="947928"/>
                  </a:lnTo>
                  <a:lnTo>
                    <a:pt x="882396" y="1068019"/>
                  </a:lnTo>
                  <a:lnTo>
                    <a:pt x="896112" y="1051560"/>
                  </a:lnTo>
                  <a:lnTo>
                    <a:pt x="912876" y="1026414"/>
                  </a:lnTo>
                  <a:lnTo>
                    <a:pt x="912876" y="1025652"/>
                  </a:lnTo>
                  <a:lnTo>
                    <a:pt x="917448" y="1019556"/>
                  </a:lnTo>
                  <a:lnTo>
                    <a:pt x="917448" y="1021080"/>
                  </a:lnTo>
                  <a:lnTo>
                    <a:pt x="935736" y="1002792"/>
                  </a:lnTo>
                  <a:lnTo>
                    <a:pt x="938784" y="1001268"/>
                  </a:lnTo>
                  <a:lnTo>
                    <a:pt x="940308" y="998220"/>
                  </a:lnTo>
                  <a:lnTo>
                    <a:pt x="941832" y="996696"/>
                  </a:lnTo>
                  <a:lnTo>
                    <a:pt x="960120" y="967740"/>
                  </a:lnTo>
                  <a:lnTo>
                    <a:pt x="979932" y="940308"/>
                  </a:lnTo>
                  <a:lnTo>
                    <a:pt x="998220" y="911352"/>
                  </a:lnTo>
                  <a:lnTo>
                    <a:pt x="1021080" y="879348"/>
                  </a:lnTo>
                  <a:lnTo>
                    <a:pt x="1060704" y="821436"/>
                  </a:lnTo>
                  <a:lnTo>
                    <a:pt x="1080516" y="786384"/>
                  </a:lnTo>
                  <a:lnTo>
                    <a:pt x="1098804" y="760476"/>
                  </a:lnTo>
                  <a:lnTo>
                    <a:pt x="1118616" y="725424"/>
                  </a:lnTo>
                  <a:lnTo>
                    <a:pt x="1176528" y="630936"/>
                  </a:lnTo>
                  <a:lnTo>
                    <a:pt x="1194816" y="598932"/>
                  </a:lnTo>
                  <a:lnTo>
                    <a:pt x="1214628" y="565404"/>
                  </a:lnTo>
                  <a:lnTo>
                    <a:pt x="1232916" y="531876"/>
                  </a:lnTo>
                  <a:lnTo>
                    <a:pt x="1252728" y="492252"/>
                  </a:lnTo>
                  <a:lnTo>
                    <a:pt x="1271016" y="461772"/>
                  </a:lnTo>
                  <a:lnTo>
                    <a:pt x="1287780" y="425196"/>
                  </a:lnTo>
                  <a:lnTo>
                    <a:pt x="1306068" y="388620"/>
                  </a:lnTo>
                  <a:lnTo>
                    <a:pt x="1322832" y="358140"/>
                  </a:lnTo>
                  <a:lnTo>
                    <a:pt x="1344168" y="318516"/>
                  </a:lnTo>
                  <a:lnTo>
                    <a:pt x="1359408" y="283464"/>
                  </a:lnTo>
                  <a:lnTo>
                    <a:pt x="1377696" y="248412"/>
                  </a:lnTo>
                  <a:lnTo>
                    <a:pt x="1388184" y="224968"/>
                  </a:lnTo>
                  <a:close/>
                </a:path>
                <a:path w="1458595" h="1748154">
                  <a:moveTo>
                    <a:pt x="917448" y="1019556"/>
                  </a:moveTo>
                  <a:lnTo>
                    <a:pt x="912876" y="1025652"/>
                  </a:lnTo>
                  <a:lnTo>
                    <a:pt x="914400" y="1024128"/>
                  </a:lnTo>
                  <a:lnTo>
                    <a:pt x="917448" y="1019556"/>
                  </a:lnTo>
                  <a:close/>
                </a:path>
                <a:path w="1458595" h="1748154">
                  <a:moveTo>
                    <a:pt x="914400" y="1024128"/>
                  </a:moveTo>
                  <a:lnTo>
                    <a:pt x="912876" y="1025652"/>
                  </a:lnTo>
                  <a:lnTo>
                    <a:pt x="912876" y="1026414"/>
                  </a:lnTo>
                  <a:lnTo>
                    <a:pt x="914400" y="1024128"/>
                  </a:lnTo>
                  <a:close/>
                </a:path>
                <a:path w="1458595" h="1748154">
                  <a:moveTo>
                    <a:pt x="917448" y="1021080"/>
                  </a:moveTo>
                  <a:lnTo>
                    <a:pt x="917448" y="1019556"/>
                  </a:lnTo>
                  <a:lnTo>
                    <a:pt x="914400" y="1024128"/>
                  </a:lnTo>
                  <a:lnTo>
                    <a:pt x="917448" y="1021080"/>
                  </a:lnTo>
                  <a:close/>
                </a:path>
                <a:path w="1458595" h="1748154">
                  <a:moveTo>
                    <a:pt x="1458468" y="254508"/>
                  </a:moveTo>
                  <a:lnTo>
                    <a:pt x="1443228" y="0"/>
                  </a:lnTo>
                  <a:lnTo>
                    <a:pt x="1248156" y="166116"/>
                  </a:lnTo>
                  <a:lnTo>
                    <a:pt x="1317407" y="195221"/>
                  </a:lnTo>
                  <a:lnTo>
                    <a:pt x="1333500" y="160020"/>
                  </a:lnTo>
                  <a:lnTo>
                    <a:pt x="1342644" y="147280"/>
                  </a:lnTo>
                  <a:lnTo>
                    <a:pt x="1355217" y="139255"/>
                  </a:lnTo>
                  <a:lnTo>
                    <a:pt x="1369504" y="136659"/>
                  </a:lnTo>
                  <a:lnTo>
                    <a:pt x="1383792" y="140208"/>
                  </a:lnTo>
                  <a:lnTo>
                    <a:pt x="1396317" y="149352"/>
                  </a:lnTo>
                  <a:lnTo>
                    <a:pt x="1403985" y="161925"/>
                  </a:lnTo>
                  <a:lnTo>
                    <a:pt x="1406509" y="176212"/>
                  </a:lnTo>
                  <a:lnTo>
                    <a:pt x="1406509" y="232670"/>
                  </a:lnTo>
                  <a:lnTo>
                    <a:pt x="1458468" y="254508"/>
                  </a:lnTo>
                  <a:close/>
                </a:path>
                <a:path w="1458595" h="1748154">
                  <a:moveTo>
                    <a:pt x="1406509" y="176212"/>
                  </a:moveTo>
                  <a:lnTo>
                    <a:pt x="1403985" y="161925"/>
                  </a:lnTo>
                  <a:lnTo>
                    <a:pt x="1396317" y="149352"/>
                  </a:lnTo>
                  <a:lnTo>
                    <a:pt x="1383792" y="140208"/>
                  </a:lnTo>
                  <a:lnTo>
                    <a:pt x="1369504" y="136659"/>
                  </a:lnTo>
                  <a:lnTo>
                    <a:pt x="1355217" y="139255"/>
                  </a:lnTo>
                  <a:lnTo>
                    <a:pt x="1342644" y="147280"/>
                  </a:lnTo>
                  <a:lnTo>
                    <a:pt x="1333500" y="160020"/>
                  </a:lnTo>
                  <a:lnTo>
                    <a:pt x="1317407" y="195221"/>
                  </a:lnTo>
                  <a:lnTo>
                    <a:pt x="1388184" y="224968"/>
                  </a:lnTo>
                  <a:lnTo>
                    <a:pt x="1403604" y="190500"/>
                  </a:lnTo>
                  <a:lnTo>
                    <a:pt x="1406509" y="176212"/>
                  </a:lnTo>
                  <a:close/>
                </a:path>
                <a:path w="1458595" h="1748154">
                  <a:moveTo>
                    <a:pt x="1406509" y="232670"/>
                  </a:moveTo>
                  <a:lnTo>
                    <a:pt x="1406509" y="176212"/>
                  </a:lnTo>
                  <a:lnTo>
                    <a:pt x="1403604" y="190500"/>
                  </a:lnTo>
                  <a:lnTo>
                    <a:pt x="1388184" y="224968"/>
                  </a:lnTo>
                  <a:lnTo>
                    <a:pt x="1406509" y="232670"/>
                  </a:lnTo>
                  <a:close/>
                </a:path>
              </a:pathLst>
            </a:custGeom>
            <a:solidFill>
              <a:srgbClr val="00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757415" y="5181599"/>
              <a:ext cx="2844165" cy="1297305"/>
            </a:xfrm>
            <a:custGeom>
              <a:avLst/>
              <a:gdLst/>
              <a:ahLst/>
              <a:cxnLst/>
              <a:rect l="l" t="t" r="r" b="b"/>
              <a:pathLst>
                <a:path w="2844165" h="1297304">
                  <a:moveTo>
                    <a:pt x="2843783" y="647699"/>
                  </a:moveTo>
                  <a:lnTo>
                    <a:pt x="2837969" y="588682"/>
                  </a:lnTo>
                  <a:lnTo>
                    <a:pt x="2820861" y="531163"/>
                  </a:lnTo>
                  <a:lnTo>
                    <a:pt x="2792962" y="475368"/>
                  </a:lnTo>
                  <a:lnTo>
                    <a:pt x="2754777" y="421525"/>
                  </a:lnTo>
                  <a:lnTo>
                    <a:pt x="2706808" y="369861"/>
                  </a:lnTo>
                  <a:lnTo>
                    <a:pt x="2649558" y="320604"/>
                  </a:lnTo>
                  <a:lnTo>
                    <a:pt x="2617610" y="296949"/>
                  </a:lnTo>
                  <a:lnTo>
                    <a:pt x="2583531" y="273981"/>
                  </a:lnTo>
                  <a:lnTo>
                    <a:pt x="2547384" y="251728"/>
                  </a:lnTo>
                  <a:lnTo>
                    <a:pt x="2509231" y="230220"/>
                  </a:lnTo>
                  <a:lnTo>
                    <a:pt x="2469135" y="209483"/>
                  </a:lnTo>
                  <a:lnTo>
                    <a:pt x="2427160" y="189547"/>
                  </a:lnTo>
                  <a:lnTo>
                    <a:pt x="2383368" y="170440"/>
                  </a:lnTo>
                  <a:lnTo>
                    <a:pt x="2337822" y="152190"/>
                  </a:lnTo>
                  <a:lnTo>
                    <a:pt x="2290585" y="134827"/>
                  </a:lnTo>
                  <a:lnTo>
                    <a:pt x="2241720" y="118377"/>
                  </a:lnTo>
                  <a:lnTo>
                    <a:pt x="2191289" y="102871"/>
                  </a:lnTo>
                  <a:lnTo>
                    <a:pt x="2139357" y="88335"/>
                  </a:lnTo>
                  <a:lnTo>
                    <a:pt x="2085985" y="74799"/>
                  </a:lnTo>
                  <a:lnTo>
                    <a:pt x="2031237" y="62291"/>
                  </a:lnTo>
                  <a:lnTo>
                    <a:pt x="1975175" y="50839"/>
                  </a:lnTo>
                  <a:lnTo>
                    <a:pt x="1917863" y="40472"/>
                  </a:lnTo>
                  <a:lnTo>
                    <a:pt x="1859362" y="31219"/>
                  </a:lnTo>
                  <a:lnTo>
                    <a:pt x="1799738" y="23106"/>
                  </a:lnTo>
                  <a:lnTo>
                    <a:pt x="1739051" y="16164"/>
                  </a:lnTo>
                  <a:lnTo>
                    <a:pt x="1677365" y="10421"/>
                  </a:lnTo>
                  <a:lnTo>
                    <a:pt x="1614744" y="5904"/>
                  </a:lnTo>
                  <a:lnTo>
                    <a:pt x="1551249" y="2643"/>
                  </a:lnTo>
                  <a:lnTo>
                    <a:pt x="1486944" y="665"/>
                  </a:lnTo>
                  <a:lnTo>
                    <a:pt x="1421891" y="0"/>
                  </a:lnTo>
                  <a:lnTo>
                    <a:pt x="1356839" y="665"/>
                  </a:lnTo>
                  <a:lnTo>
                    <a:pt x="1292534" y="2643"/>
                  </a:lnTo>
                  <a:lnTo>
                    <a:pt x="1229039" y="5904"/>
                  </a:lnTo>
                  <a:lnTo>
                    <a:pt x="1166418" y="10421"/>
                  </a:lnTo>
                  <a:lnTo>
                    <a:pt x="1104732" y="16164"/>
                  </a:lnTo>
                  <a:lnTo>
                    <a:pt x="1044045" y="23106"/>
                  </a:lnTo>
                  <a:lnTo>
                    <a:pt x="984420" y="31219"/>
                  </a:lnTo>
                  <a:lnTo>
                    <a:pt x="925920" y="40472"/>
                  </a:lnTo>
                  <a:lnTo>
                    <a:pt x="868608" y="50839"/>
                  </a:lnTo>
                  <a:lnTo>
                    <a:pt x="812546" y="62291"/>
                  </a:lnTo>
                  <a:lnTo>
                    <a:pt x="757798" y="74799"/>
                  </a:lnTo>
                  <a:lnTo>
                    <a:pt x="704426" y="88335"/>
                  </a:lnTo>
                  <a:lnTo>
                    <a:pt x="652494" y="102871"/>
                  </a:lnTo>
                  <a:lnTo>
                    <a:pt x="602063" y="118377"/>
                  </a:lnTo>
                  <a:lnTo>
                    <a:pt x="553198" y="134827"/>
                  </a:lnTo>
                  <a:lnTo>
                    <a:pt x="505961" y="152190"/>
                  </a:lnTo>
                  <a:lnTo>
                    <a:pt x="460415" y="170440"/>
                  </a:lnTo>
                  <a:lnTo>
                    <a:pt x="416623" y="189547"/>
                  </a:lnTo>
                  <a:lnTo>
                    <a:pt x="374648" y="209483"/>
                  </a:lnTo>
                  <a:lnTo>
                    <a:pt x="334552" y="230220"/>
                  </a:lnTo>
                  <a:lnTo>
                    <a:pt x="296399" y="251728"/>
                  </a:lnTo>
                  <a:lnTo>
                    <a:pt x="260252" y="273981"/>
                  </a:lnTo>
                  <a:lnTo>
                    <a:pt x="226172" y="296949"/>
                  </a:lnTo>
                  <a:lnTo>
                    <a:pt x="194225" y="320604"/>
                  </a:lnTo>
                  <a:lnTo>
                    <a:pt x="164471" y="344917"/>
                  </a:lnTo>
                  <a:lnTo>
                    <a:pt x="111799" y="395406"/>
                  </a:lnTo>
                  <a:lnTo>
                    <a:pt x="68659" y="448188"/>
                  </a:lnTo>
                  <a:lnTo>
                    <a:pt x="35554" y="503035"/>
                  </a:lnTo>
                  <a:lnTo>
                    <a:pt x="12988" y="559721"/>
                  </a:lnTo>
                  <a:lnTo>
                    <a:pt x="1464" y="618018"/>
                  </a:lnTo>
                  <a:lnTo>
                    <a:pt x="0" y="647699"/>
                  </a:lnTo>
                  <a:lnTo>
                    <a:pt x="1464" y="677505"/>
                  </a:lnTo>
                  <a:lnTo>
                    <a:pt x="12988" y="736028"/>
                  </a:lnTo>
                  <a:lnTo>
                    <a:pt x="35554" y="792915"/>
                  </a:lnTo>
                  <a:lnTo>
                    <a:pt x="68659" y="847938"/>
                  </a:lnTo>
                  <a:lnTo>
                    <a:pt x="111799" y="900874"/>
                  </a:lnTo>
                  <a:lnTo>
                    <a:pt x="164471" y="951495"/>
                  </a:lnTo>
                  <a:lnTo>
                    <a:pt x="194225" y="975867"/>
                  </a:lnTo>
                  <a:lnTo>
                    <a:pt x="226172" y="999576"/>
                  </a:lnTo>
                  <a:lnTo>
                    <a:pt x="260252" y="1022594"/>
                  </a:lnTo>
                  <a:lnTo>
                    <a:pt x="296399" y="1044892"/>
                  </a:lnTo>
                  <a:lnTo>
                    <a:pt x="334552" y="1066442"/>
                  </a:lnTo>
                  <a:lnTo>
                    <a:pt x="374648" y="1087216"/>
                  </a:lnTo>
                  <a:lnTo>
                    <a:pt x="416623" y="1107185"/>
                  </a:lnTo>
                  <a:lnTo>
                    <a:pt x="460415" y="1126322"/>
                  </a:lnTo>
                  <a:lnTo>
                    <a:pt x="505961" y="1144599"/>
                  </a:lnTo>
                  <a:lnTo>
                    <a:pt x="553198" y="1161986"/>
                  </a:lnTo>
                  <a:lnTo>
                    <a:pt x="602063" y="1178456"/>
                  </a:lnTo>
                  <a:lnTo>
                    <a:pt x="652494" y="1193981"/>
                  </a:lnTo>
                  <a:lnTo>
                    <a:pt x="704426" y="1208531"/>
                  </a:lnTo>
                  <a:lnTo>
                    <a:pt x="757798" y="1222080"/>
                  </a:lnTo>
                  <a:lnTo>
                    <a:pt x="812546" y="1234599"/>
                  </a:lnTo>
                  <a:lnTo>
                    <a:pt x="868608" y="1246060"/>
                  </a:lnTo>
                  <a:lnTo>
                    <a:pt x="925920" y="1256434"/>
                  </a:lnTo>
                  <a:lnTo>
                    <a:pt x="984420" y="1265693"/>
                  </a:lnTo>
                  <a:lnTo>
                    <a:pt x="1044045" y="1273809"/>
                  </a:lnTo>
                  <a:lnTo>
                    <a:pt x="1104732" y="1280754"/>
                  </a:lnTo>
                  <a:lnTo>
                    <a:pt x="1166418" y="1286500"/>
                  </a:lnTo>
                  <a:lnTo>
                    <a:pt x="1229039" y="1291018"/>
                  </a:lnTo>
                  <a:lnTo>
                    <a:pt x="1292534" y="1294280"/>
                  </a:lnTo>
                  <a:lnTo>
                    <a:pt x="1356839" y="1296258"/>
                  </a:lnTo>
                  <a:lnTo>
                    <a:pt x="1421891" y="1296923"/>
                  </a:lnTo>
                  <a:lnTo>
                    <a:pt x="1486944" y="1296258"/>
                  </a:lnTo>
                  <a:lnTo>
                    <a:pt x="1551249" y="1294280"/>
                  </a:lnTo>
                  <a:lnTo>
                    <a:pt x="1614744" y="1291018"/>
                  </a:lnTo>
                  <a:lnTo>
                    <a:pt x="1677365" y="1286500"/>
                  </a:lnTo>
                  <a:lnTo>
                    <a:pt x="1739051" y="1280754"/>
                  </a:lnTo>
                  <a:lnTo>
                    <a:pt x="1799738" y="1273809"/>
                  </a:lnTo>
                  <a:lnTo>
                    <a:pt x="1859362" y="1265693"/>
                  </a:lnTo>
                  <a:lnTo>
                    <a:pt x="1917863" y="1256434"/>
                  </a:lnTo>
                  <a:lnTo>
                    <a:pt x="1975175" y="1246060"/>
                  </a:lnTo>
                  <a:lnTo>
                    <a:pt x="2031237" y="1234599"/>
                  </a:lnTo>
                  <a:lnTo>
                    <a:pt x="2085985" y="1222080"/>
                  </a:lnTo>
                  <a:lnTo>
                    <a:pt x="2139357" y="1208531"/>
                  </a:lnTo>
                  <a:lnTo>
                    <a:pt x="2191289" y="1193981"/>
                  </a:lnTo>
                  <a:lnTo>
                    <a:pt x="2241720" y="1178456"/>
                  </a:lnTo>
                  <a:lnTo>
                    <a:pt x="2290585" y="1161986"/>
                  </a:lnTo>
                  <a:lnTo>
                    <a:pt x="2337822" y="1144599"/>
                  </a:lnTo>
                  <a:lnTo>
                    <a:pt x="2383368" y="1126322"/>
                  </a:lnTo>
                  <a:lnTo>
                    <a:pt x="2427160" y="1107185"/>
                  </a:lnTo>
                  <a:lnTo>
                    <a:pt x="2469135" y="1087216"/>
                  </a:lnTo>
                  <a:lnTo>
                    <a:pt x="2509231" y="1066442"/>
                  </a:lnTo>
                  <a:lnTo>
                    <a:pt x="2547384" y="1044892"/>
                  </a:lnTo>
                  <a:lnTo>
                    <a:pt x="2583531" y="1022594"/>
                  </a:lnTo>
                  <a:lnTo>
                    <a:pt x="2617610" y="999576"/>
                  </a:lnTo>
                  <a:lnTo>
                    <a:pt x="2649558" y="975867"/>
                  </a:lnTo>
                  <a:lnTo>
                    <a:pt x="2679311" y="951495"/>
                  </a:lnTo>
                  <a:lnTo>
                    <a:pt x="2731984" y="900874"/>
                  </a:lnTo>
                  <a:lnTo>
                    <a:pt x="2775124" y="847938"/>
                  </a:lnTo>
                  <a:lnTo>
                    <a:pt x="2808229" y="792915"/>
                  </a:lnTo>
                  <a:lnTo>
                    <a:pt x="2830795" y="736028"/>
                  </a:lnTo>
                  <a:lnTo>
                    <a:pt x="2842319" y="677505"/>
                  </a:lnTo>
                  <a:lnTo>
                    <a:pt x="2843783" y="647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757415" y="5181599"/>
              <a:ext cx="2844165" cy="1297305"/>
            </a:xfrm>
            <a:custGeom>
              <a:avLst/>
              <a:gdLst/>
              <a:ahLst/>
              <a:cxnLst/>
              <a:rect l="l" t="t" r="r" b="b"/>
              <a:pathLst>
                <a:path w="2844165" h="1297304">
                  <a:moveTo>
                    <a:pt x="1421891" y="0"/>
                  </a:moveTo>
                  <a:lnTo>
                    <a:pt x="1356839" y="665"/>
                  </a:lnTo>
                  <a:lnTo>
                    <a:pt x="1292534" y="2643"/>
                  </a:lnTo>
                  <a:lnTo>
                    <a:pt x="1229039" y="5904"/>
                  </a:lnTo>
                  <a:lnTo>
                    <a:pt x="1166418" y="10421"/>
                  </a:lnTo>
                  <a:lnTo>
                    <a:pt x="1104732" y="16164"/>
                  </a:lnTo>
                  <a:lnTo>
                    <a:pt x="1044045" y="23106"/>
                  </a:lnTo>
                  <a:lnTo>
                    <a:pt x="984420" y="31219"/>
                  </a:lnTo>
                  <a:lnTo>
                    <a:pt x="925920" y="40472"/>
                  </a:lnTo>
                  <a:lnTo>
                    <a:pt x="868608" y="50839"/>
                  </a:lnTo>
                  <a:lnTo>
                    <a:pt x="812546" y="62291"/>
                  </a:lnTo>
                  <a:lnTo>
                    <a:pt x="757798" y="74799"/>
                  </a:lnTo>
                  <a:lnTo>
                    <a:pt x="704426" y="88335"/>
                  </a:lnTo>
                  <a:lnTo>
                    <a:pt x="652494" y="102871"/>
                  </a:lnTo>
                  <a:lnTo>
                    <a:pt x="602063" y="118377"/>
                  </a:lnTo>
                  <a:lnTo>
                    <a:pt x="553198" y="134827"/>
                  </a:lnTo>
                  <a:lnTo>
                    <a:pt x="505961" y="152190"/>
                  </a:lnTo>
                  <a:lnTo>
                    <a:pt x="460415" y="170440"/>
                  </a:lnTo>
                  <a:lnTo>
                    <a:pt x="416623" y="189547"/>
                  </a:lnTo>
                  <a:lnTo>
                    <a:pt x="374648" y="209483"/>
                  </a:lnTo>
                  <a:lnTo>
                    <a:pt x="334552" y="230220"/>
                  </a:lnTo>
                  <a:lnTo>
                    <a:pt x="296399" y="251728"/>
                  </a:lnTo>
                  <a:lnTo>
                    <a:pt x="260252" y="273981"/>
                  </a:lnTo>
                  <a:lnTo>
                    <a:pt x="226172" y="296949"/>
                  </a:lnTo>
                  <a:lnTo>
                    <a:pt x="194225" y="320604"/>
                  </a:lnTo>
                  <a:lnTo>
                    <a:pt x="164471" y="344917"/>
                  </a:lnTo>
                  <a:lnTo>
                    <a:pt x="111799" y="395406"/>
                  </a:lnTo>
                  <a:lnTo>
                    <a:pt x="68659" y="448188"/>
                  </a:lnTo>
                  <a:lnTo>
                    <a:pt x="35554" y="503035"/>
                  </a:lnTo>
                  <a:lnTo>
                    <a:pt x="12988" y="559721"/>
                  </a:lnTo>
                  <a:lnTo>
                    <a:pt x="1464" y="618018"/>
                  </a:lnTo>
                  <a:lnTo>
                    <a:pt x="0" y="647699"/>
                  </a:lnTo>
                  <a:lnTo>
                    <a:pt x="1464" y="677505"/>
                  </a:lnTo>
                  <a:lnTo>
                    <a:pt x="12988" y="736028"/>
                  </a:lnTo>
                  <a:lnTo>
                    <a:pt x="35554" y="792915"/>
                  </a:lnTo>
                  <a:lnTo>
                    <a:pt x="68659" y="847938"/>
                  </a:lnTo>
                  <a:lnTo>
                    <a:pt x="111799" y="900874"/>
                  </a:lnTo>
                  <a:lnTo>
                    <a:pt x="164471" y="951495"/>
                  </a:lnTo>
                  <a:lnTo>
                    <a:pt x="194225" y="975867"/>
                  </a:lnTo>
                  <a:lnTo>
                    <a:pt x="226172" y="999576"/>
                  </a:lnTo>
                  <a:lnTo>
                    <a:pt x="260252" y="1022594"/>
                  </a:lnTo>
                  <a:lnTo>
                    <a:pt x="296399" y="1044892"/>
                  </a:lnTo>
                  <a:lnTo>
                    <a:pt x="334552" y="1066442"/>
                  </a:lnTo>
                  <a:lnTo>
                    <a:pt x="374648" y="1087216"/>
                  </a:lnTo>
                  <a:lnTo>
                    <a:pt x="416623" y="1107185"/>
                  </a:lnTo>
                  <a:lnTo>
                    <a:pt x="460415" y="1126322"/>
                  </a:lnTo>
                  <a:lnTo>
                    <a:pt x="505961" y="1144599"/>
                  </a:lnTo>
                  <a:lnTo>
                    <a:pt x="553198" y="1161986"/>
                  </a:lnTo>
                  <a:lnTo>
                    <a:pt x="602063" y="1178456"/>
                  </a:lnTo>
                  <a:lnTo>
                    <a:pt x="652494" y="1193981"/>
                  </a:lnTo>
                  <a:lnTo>
                    <a:pt x="704426" y="1208531"/>
                  </a:lnTo>
                  <a:lnTo>
                    <a:pt x="757798" y="1222080"/>
                  </a:lnTo>
                  <a:lnTo>
                    <a:pt x="812546" y="1234599"/>
                  </a:lnTo>
                  <a:lnTo>
                    <a:pt x="868608" y="1246060"/>
                  </a:lnTo>
                  <a:lnTo>
                    <a:pt x="925920" y="1256434"/>
                  </a:lnTo>
                  <a:lnTo>
                    <a:pt x="984420" y="1265693"/>
                  </a:lnTo>
                  <a:lnTo>
                    <a:pt x="1044045" y="1273809"/>
                  </a:lnTo>
                  <a:lnTo>
                    <a:pt x="1104732" y="1280754"/>
                  </a:lnTo>
                  <a:lnTo>
                    <a:pt x="1166418" y="1286500"/>
                  </a:lnTo>
                  <a:lnTo>
                    <a:pt x="1229039" y="1291018"/>
                  </a:lnTo>
                  <a:lnTo>
                    <a:pt x="1292534" y="1294280"/>
                  </a:lnTo>
                  <a:lnTo>
                    <a:pt x="1356839" y="1296258"/>
                  </a:lnTo>
                  <a:lnTo>
                    <a:pt x="1421891" y="1296923"/>
                  </a:lnTo>
                  <a:lnTo>
                    <a:pt x="1486944" y="1296258"/>
                  </a:lnTo>
                  <a:lnTo>
                    <a:pt x="1551249" y="1294280"/>
                  </a:lnTo>
                  <a:lnTo>
                    <a:pt x="1614744" y="1291018"/>
                  </a:lnTo>
                  <a:lnTo>
                    <a:pt x="1677365" y="1286500"/>
                  </a:lnTo>
                  <a:lnTo>
                    <a:pt x="1739051" y="1280754"/>
                  </a:lnTo>
                  <a:lnTo>
                    <a:pt x="1799738" y="1273809"/>
                  </a:lnTo>
                  <a:lnTo>
                    <a:pt x="1859362" y="1265693"/>
                  </a:lnTo>
                  <a:lnTo>
                    <a:pt x="1917863" y="1256434"/>
                  </a:lnTo>
                  <a:lnTo>
                    <a:pt x="1975175" y="1246060"/>
                  </a:lnTo>
                  <a:lnTo>
                    <a:pt x="2031237" y="1234599"/>
                  </a:lnTo>
                  <a:lnTo>
                    <a:pt x="2085985" y="1222080"/>
                  </a:lnTo>
                  <a:lnTo>
                    <a:pt x="2139357" y="1208531"/>
                  </a:lnTo>
                  <a:lnTo>
                    <a:pt x="2191289" y="1193981"/>
                  </a:lnTo>
                  <a:lnTo>
                    <a:pt x="2241720" y="1178456"/>
                  </a:lnTo>
                  <a:lnTo>
                    <a:pt x="2290585" y="1161986"/>
                  </a:lnTo>
                  <a:lnTo>
                    <a:pt x="2337822" y="1144599"/>
                  </a:lnTo>
                  <a:lnTo>
                    <a:pt x="2383368" y="1126322"/>
                  </a:lnTo>
                  <a:lnTo>
                    <a:pt x="2427160" y="1107185"/>
                  </a:lnTo>
                  <a:lnTo>
                    <a:pt x="2469135" y="1087216"/>
                  </a:lnTo>
                  <a:lnTo>
                    <a:pt x="2509231" y="1066442"/>
                  </a:lnTo>
                  <a:lnTo>
                    <a:pt x="2547384" y="1044892"/>
                  </a:lnTo>
                  <a:lnTo>
                    <a:pt x="2583531" y="1022594"/>
                  </a:lnTo>
                  <a:lnTo>
                    <a:pt x="2617610" y="999576"/>
                  </a:lnTo>
                  <a:lnTo>
                    <a:pt x="2649558" y="975867"/>
                  </a:lnTo>
                  <a:lnTo>
                    <a:pt x="2679311" y="951495"/>
                  </a:lnTo>
                  <a:lnTo>
                    <a:pt x="2731984" y="900874"/>
                  </a:lnTo>
                  <a:lnTo>
                    <a:pt x="2775124" y="847938"/>
                  </a:lnTo>
                  <a:lnTo>
                    <a:pt x="2808229" y="792915"/>
                  </a:lnTo>
                  <a:lnTo>
                    <a:pt x="2830795" y="736028"/>
                  </a:lnTo>
                  <a:lnTo>
                    <a:pt x="2842319" y="677505"/>
                  </a:lnTo>
                  <a:lnTo>
                    <a:pt x="2843783" y="647699"/>
                  </a:lnTo>
                  <a:lnTo>
                    <a:pt x="2842319" y="618018"/>
                  </a:lnTo>
                  <a:lnTo>
                    <a:pt x="2830795" y="559721"/>
                  </a:lnTo>
                  <a:lnTo>
                    <a:pt x="2808229" y="503035"/>
                  </a:lnTo>
                  <a:lnTo>
                    <a:pt x="2775124" y="448188"/>
                  </a:lnTo>
                  <a:lnTo>
                    <a:pt x="2731984" y="395406"/>
                  </a:lnTo>
                  <a:lnTo>
                    <a:pt x="2679311" y="344917"/>
                  </a:lnTo>
                  <a:lnTo>
                    <a:pt x="2649558" y="320604"/>
                  </a:lnTo>
                  <a:lnTo>
                    <a:pt x="2617610" y="296949"/>
                  </a:lnTo>
                  <a:lnTo>
                    <a:pt x="2583531" y="273981"/>
                  </a:lnTo>
                  <a:lnTo>
                    <a:pt x="2547384" y="251728"/>
                  </a:lnTo>
                  <a:lnTo>
                    <a:pt x="2509231" y="230220"/>
                  </a:lnTo>
                  <a:lnTo>
                    <a:pt x="2469135" y="209483"/>
                  </a:lnTo>
                  <a:lnTo>
                    <a:pt x="2427160" y="189547"/>
                  </a:lnTo>
                  <a:lnTo>
                    <a:pt x="2383368" y="170440"/>
                  </a:lnTo>
                  <a:lnTo>
                    <a:pt x="2337822" y="152190"/>
                  </a:lnTo>
                  <a:lnTo>
                    <a:pt x="2290585" y="134827"/>
                  </a:lnTo>
                  <a:lnTo>
                    <a:pt x="2241720" y="118377"/>
                  </a:lnTo>
                  <a:lnTo>
                    <a:pt x="2191289" y="102871"/>
                  </a:lnTo>
                  <a:lnTo>
                    <a:pt x="2139357" y="88335"/>
                  </a:lnTo>
                  <a:lnTo>
                    <a:pt x="2085985" y="74799"/>
                  </a:lnTo>
                  <a:lnTo>
                    <a:pt x="2031237" y="62291"/>
                  </a:lnTo>
                  <a:lnTo>
                    <a:pt x="1975175" y="50839"/>
                  </a:lnTo>
                  <a:lnTo>
                    <a:pt x="1917863" y="40472"/>
                  </a:lnTo>
                  <a:lnTo>
                    <a:pt x="1859362" y="31219"/>
                  </a:lnTo>
                  <a:lnTo>
                    <a:pt x="1799738" y="23106"/>
                  </a:lnTo>
                  <a:lnTo>
                    <a:pt x="1739051" y="16164"/>
                  </a:lnTo>
                  <a:lnTo>
                    <a:pt x="1677365" y="10421"/>
                  </a:lnTo>
                  <a:lnTo>
                    <a:pt x="1614744" y="5904"/>
                  </a:lnTo>
                  <a:lnTo>
                    <a:pt x="1551249" y="2643"/>
                  </a:lnTo>
                  <a:lnTo>
                    <a:pt x="1486944" y="665"/>
                  </a:lnTo>
                  <a:lnTo>
                    <a:pt x="1421891" y="0"/>
                  </a:lnTo>
                  <a:close/>
                </a:path>
              </a:pathLst>
            </a:custGeom>
            <a:ln w="76199">
              <a:solidFill>
                <a:srgbClr val="00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8547098" y="4860034"/>
            <a:ext cx="1990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3340" algn="ctr">
              <a:spcBef>
                <a:spcPts val="95"/>
              </a:spcBef>
            </a:pPr>
            <a:r>
              <a:rPr sz="1600" b="1" spc="-10" dirty="0">
                <a:solidFill>
                  <a:srgbClr val="007E7E"/>
                </a:solidFill>
                <a:latin typeface="Arial"/>
                <a:cs typeface="Arial"/>
              </a:rPr>
              <a:t>Esquema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007E7E"/>
                </a:solidFill>
                <a:latin typeface="Arial"/>
                <a:cs typeface="Arial"/>
              </a:rPr>
              <a:t>do</a:t>
            </a:r>
            <a:r>
              <a:rPr sz="1600" b="1" spc="-20" dirty="0">
                <a:solidFill>
                  <a:srgbClr val="007E7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7E7E"/>
                </a:solidFill>
                <a:latin typeface="Arial"/>
                <a:cs typeface="Arial"/>
              </a:rPr>
              <a:t>Banco</a:t>
            </a:r>
            <a:r>
              <a:rPr sz="1600" b="1" spc="-15" dirty="0">
                <a:solidFill>
                  <a:srgbClr val="007E7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7E7E"/>
                </a:solidFill>
                <a:latin typeface="Arial"/>
                <a:cs typeface="Arial"/>
              </a:rPr>
              <a:t>de</a:t>
            </a:r>
            <a:r>
              <a:rPr sz="1600" b="1" spc="-5" dirty="0">
                <a:solidFill>
                  <a:srgbClr val="007E7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7E7E"/>
                </a:solidFill>
                <a:latin typeface="Arial"/>
                <a:cs typeface="Arial"/>
              </a:rPr>
              <a:t>Dados!</a:t>
            </a:r>
            <a:endParaRPr sz="16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0003030" y="3633724"/>
            <a:ext cx="285115" cy="990600"/>
          </a:xfrm>
          <a:custGeom>
            <a:avLst/>
            <a:gdLst/>
            <a:ahLst/>
            <a:cxnLst/>
            <a:rect l="l" t="t" r="r" b="b"/>
            <a:pathLst>
              <a:path w="285115" h="990600">
                <a:moveTo>
                  <a:pt x="284988" y="704088"/>
                </a:moveTo>
                <a:lnTo>
                  <a:pt x="0" y="704088"/>
                </a:lnTo>
                <a:lnTo>
                  <a:pt x="94488" y="893064"/>
                </a:lnTo>
                <a:lnTo>
                  <a:pt x="94488" y="751332"/>
                </a:lnTo>
                <a:lnTo>
                  <a:pt x="190500" y="751332"/>
                </a:lnTo>
                <a:lnTo>
                  <a:pt x="190500" y="895096"/>
                </a:lnTo>
                <a:lnTo>
                  <a:pt x="284988" y="704088"/>
                </a:lnTo>
                <a:close/>
              </a:path>
              <a:path w="285115" h="990600">
                <a:moveTo>
                  <a:pt x="190500" y="704088"/>
                </a:moveTo>
                <a:lnTo>
                  <a:pt x="190500" y="0"/>
                </a:lnTo>
                <a:lnTo>
                  <a:pt x="94488" y="0"/>
                </a:lnTo>
                <a:lnTo>
                  <a:pt x="94488" y="704088"/>
                </a:lnTo>
                <a:lnTo>
                  <a:pt x="190500" y="704088"/>
                </a:lnTo>
                <a:close/>
              </a:path>
              <a:path w="285115" h="990600">
                <a:moveTo>
                  <a:pt x="190500" y="895096"/>
                </a:moveTo>
                <a:lnTo>
                  <a:pt x="190500" y="751332"/>
                </a:lnTo>
                <a:lnTo>
                  <a:pt x="94488" y="751332"/>
                </a:lnTo>
                <a:lnTo>
                  <a:pt x="94488" y="893064"/>
                </a:lnTo>
                <a:lnTo>
                  <a:pt x="143256" y="990600"/>
                </a:lnTo>
                <a:lnTo>
                  <a:pt x="190500" y="895096"/>
                </a:lnTo>
                <a:close/>
              </a:path>
            </a:pathLst>
          </a:custGeom>
          <a:solidFill>
            <a:srgbClr val="007F7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371596" y="1491998"/>
            <a:ext cx="6858000" cy="2121535"/>
          </a:xfrm>
          <a:custGeom>
            <a:avLst/>
            <a:gdLst/>
            <a:ahLst/>
            <a:cxnLst/>
            <a:rect l="l" t="t" r="r" b="b"/>
            <a:pathLst>
              <a:path w="6858000" h="2121535">
                <a:moveTo>
                  <a:pt x="0" y="0"/>
                </a:moveTo>
                <a:lnTo>
                  <a:pt x="0" y="2121407"/>
                </a:lnTo>
                <a:lnTo>
                  <a:pt x="6857999" y="2121407"/>
                </a:lnTo>
                <a:lnTo>
                  <a:pt x="6857999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32049" y="2122423"/>
            <a:ext cx="18129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900" dirty="0">
                <a:latin typeface="Arial MT"/>
                <a:cs typeface="Arial MT"/>
              </a:rPr>
              <a:t>José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Almeida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64052" y="2684779"/>
            <a:ext cx="11811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900" dirty="0">
                <a:latin typeface="Arial MT"/>
                <a:cs typeface="Arial MT"/>
              </a:rPr>
              <a:t>Maria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Dias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53385" y="3224275"/>
            <a:ext cx="20415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900" dirty="0">
                <a:latin typeface="Arial MT"/>
                <a:cs typeface="Arial MT"/>
              </a:rPr>
              <a:t>Aparecido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Navarro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52441" y="2184907"/>
            <a:ext cx="29311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160">
              <a:spcBef>
                <a:spcPts val="95"/>
              </a:spcBef>
            </a:pPr>
            <a:r>
              <a:rPr sz="1900" dirty="0">
                <a:latin typeface="Arial MT"/>
                <a:cs typeface="Arial MT"/>
              </a:rPr>
              <a:t>R.</a:t>
            </a:r>
            <a:r>
              <a:rPr sz="1900" spc="4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Tulipas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89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52441" y="2725927"/>
            <a:ext cx="29311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>
              <a:spcBef>
                <a:spcPts val="95"/>
              </a:spcBef>
            </a:pPr>
            <a:r>
              <a:rPr sz="1900" dirty="0">
                <a:latin typeface="Arial MT"/>
                <a:cs typeface="Arial MT"/>
              </a:rPr>
              <a:t>Av.</a:t>
            </a:r>
            <a:r>
              <a:rPr sz="1900" spc="48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Clóvis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Penteado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57228" y="3235452"/>
            <a:ext cx="2780030" cy="198120"/>
          </a:xfrm>
          <a:custGeom>
            <a:avLst/>
            <a:gdLst/>
            <a:ahLst/>
            <a:cxnLst/>
            <a:rect l="l" t="t" r="r" b="b"/>
            <a:pathLst>
              <a:path w="2780029" h="198120">
                <a:moveTo>
                  <a:pt x="2625852" y="0"/>
                </a:moveTo>
                <a:lnTo>
                  <a:pt x="0" y="0"/>
                </a:lnTo>
                <a:lnTo>
                  <a:pt x="0" y="198120"/>
                </a:lnTo>
                <a:lnTo>
                  <a:pt x="2625852" y="198120"/>
                </a:lnTo>
                <a:lnTo>
                  <a:pt x="2625852" y="0"/>
                </a:lnTo>
                <a:close/>
              </a:path>
              <a:path w="2780029" h="198120">
                <a:moveTo>
                  <a:pt x="2779776" y="0"/>
                </a:moveTo>
                <a:lnTo>
                  <a:pt x="2702052" y="0"/>
                </a:lnTo>
                <a:lnTo>
                  <a:pt x="2702052" y="198120"/>
                </a:lnTo>
                <a:lnTo>
                  <a:pt x="2779776" y="198120"/>
                </a:lnTo>
                <a:lnTo>
                  <a:pt x="27797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826251" y="3013964"/>
            <a:ext cx="2410460" cy="518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45"/>
              </a:lnSpc>
              <a:spcBef>
                <a:spcPts val="95"/>
              </a:spcBef>
            </a:pPr>
            <a:r>
              <a:rPr sz="1900" spc="-25" dirty="0">
                <a:latin typeface="Arial MT"/>
                <a:cs typeface="Arial MT"/>
              </a:rPr>
              <a:t>98</a:t>
            </a:r>
            <a:endParaRPr sz="1900">
              <a:latin typeface="Arial MT"/>
              <a:cs typeface="Arial MT"/>
            </a:endParaRPr>
          </a:p>
          <a:p>
            <a:pPr marL="30480">
              <a:lnSpc>
                <a:spcPts val="1945"/>
              </a:lnSpc>
            </a:pPr>
            <a:r>
              <a:rPr sz="1900" dirty="0">
                <a:latin typeface="Arial MT"/>
                <a:cs typeface="Arial MT"/>
              </a:rPr>
              <a:t>R.</a:t>
            </a:r>
            <a:r>
              <a:rPr sz="1900" spc="4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Marechal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Deodoro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62998" y="2154427"/>
            <a:ext cx="10699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016-2761112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59950" y="2689351"/>
            <a:ext cx="10699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011-8548620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81286" y="3196843"/>
            <a:ext cx="10699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019-2445618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70200" y="1447800"/>
            <a:ext cx="7397750" cy="2839720"/>
            <a:chOff x="1677923" y="2407919"/>
            <a:chExt cx="7397750" cy="2839720"/>
          </a:xfrm>
        </p:grpSpPr>
        <p:sp>
          <p:nvSpPr>
            <p:cNvPr id="15" name="object 15"/>
            <p:cNvSpPr/>
            <p:nvPr/>
          </p:nvSpPr>
          <p:spPr>
            <a:xfrm>
              <a:off x="4322063" y="2452115"/>
              <a:ext cx="0" cy="1984375"/>
            </a:xfrm>
            <a:custGeom>
              <a:avLst/>
              <a:gdLst/>
              <a:ahLst/>
              <a:cxnLst/>
              <a:rect l="l" t="t" r="r" b="b"/>
              <a:pathLst>
                <a:path h="1984375">
                  <a:moveTo>
                    <a:pt x="0" y="0"/>
                  </a:moveTo>
                  <a:lnTo>
                    <a:pt x="0" y="1984247"/>
                  </a:lnTo>
                </a:path>
              </a:pathLst>
            </a:custGeom>
            <a:ln w="76199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70175" y="2446019"/>
              <a:ext cx="6867525" cy="2148840"/>
            </a:xfrm>
            <a:custGeom>
              <a:avLst/>
              <a:gdLst/>
              <a:ahLst/>
              <a:cxnLst/>
              <a:rect l="l" t="t" r="r" b="b"/>
              <a:pathLst>
                <a:path w="6867525" h="2148840">
                  <a:moveTo>
                    <a:pt x="5158739" y="0"/>
                  </a:moveTo>
                  <a:lnTo>
                    <a:pt x="5158739" y="2148839"/>
                  </a:lnTo>
                </a:path>
                <a:path w="6867525" h="2148840">
                  <a:moveTo>
                    <a:pt x="6854951" y="452627"/>
                  </a:moveTo>
                  <a:lnTo>
                    <a:pt x="3047" y="452627"/>
                  </a:lnTo>
                </a:path>
                <a:path w="6867525" h="2148840">
                  <a:moveTo>
                    <a:pt x="6854951" y="1031747"/>
                  </a:moveTo>
                  <a:lnTo>
                    <a:pt x="0" y="1031747"/>
                  </a:lnTo>
                </a:path>
                <a:path w="6867525" h="2148840">
                  <a:moveTo>
                    <a:pt x="6867143" y="1556003"/>
                  </a:moveTo>
                  <a:lnTo>
                    <a:pt x="4571" y="1556003"/>
                  </a:lnTo>
                </a:path>
              </a:pathLst>
            </a:custGeom>
            <a:ln w="76199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16023" y="3918203"/>
              <a:ext cx="4619625" cy="1290955"/>
            </a:xfrm>
            <a:custGeom>
              <a:avLst/>
              <a:gdLst/>
              <a:ahLst/>
              <a:cxnLst/>
              <a:rect l="l" t="t" r="r" b="b"/>
              <a:pathLst>
                <a:path w="4619625" h="1290954">
                  <a:moveTo>
                    <a:pt x="4619243" y="644651"/>
                  </a:moveTo>
                  <a:lnTo>
                    <a:pt x="4614872" y="604585"/>
                  </a:lnTo>
                  <a:lnTo>
                    <a:pt x="4601927" y="565174"/>
                  </a:lnTo>
                  <a:lnTo>
                    <a:pt x="4580664" y="526492"/>
                  </a:lnTo>
                  <a:lnTo>
                    <a:pt x="4551338" y="488607"/>
                  </a:lnTo>
                  <a:lnTo>
                    <a:pt x="4514203" y="451592"/>
                  </a:lnTo>
                  <a:lnTo>
                    <a:pt x="4469516" y="415516"/>
                  </a:lnTo>
                  <a:lnTo>
                    <a:pt x="4417530" y="380451"/>
                  </a:lnTo>
                  <a:lnTo>
                    <a:pt x="4358501" y="346467"/>
                  </a:lnTo>
                  <a:lnTo>
                    <a:pt x="4292684" y="313634"/>
                  </a:lnTo>
                  <a:lnTo>
                    <a:pt x="4257310" y="297673"/>
                  </a:lnTo>
                  <a:lnTo>
                    <a:pt x="4220334" y="282025"/>
                  </a:lnTo>
                  <a:lnTo>
                    <a:pt x="4181789" y="266701"/>
                  </a:lnTo>
                  <a:lnTo>
                    <a:pt x="4141706" y="251709"/>
                  </a:lnTo>
                  <a:lnTo>
                    <a:pt x="4100117" y="237059"/>
                  </a:lnTo>
                  <a:lnTo>
                    <a:pt x="4057054" y="222758"/>
                  </a:lnTo>
                  <a:lnTo>
                    <a:pt x="4012550" y="208816"/>
                  </a:lnTo>
                  <a:lnTo>
                    <a:pt x="3966635" y="195241"/>
                  </a:lnTo>
                  <a:lnTo>
                    <a:pt x="3919342" y="182043"/>
                  </a:lnTo>
                  <a:lnTo>
                    <a:pt x="3870703" y="169230"/>
                  </a:lnTo>
                  <a:lnTo>
                    <a:pt x="3820749" y="156812"/>
                  </a:lnTo>
                  <a:lnTo>
                    <a:pt x="3769512" y="144796"/>
                  </a:lnTo>
                  <a:lnTo>
                    <a:pt x="3717025" y="133192"/>
                  </a:lnTo>
                  <a:lnTo>
                    <a:pt x="3663319" y="122009"/>
                  </a:lnTo>
                  <a:lnTo>
                    <a:pt x="3608426" y="111255"/>
                  </a:lnTo>
                  <a:lnTo>
                    <a:pt x="3552378" y="100940"/>
                  </a:lnTo>
                  <a:lnTo>
                    <a:pt x="3495206" y="91072"/>
                  </a:lnTo>
                  <a:lnTo>
                    <a:pt x="3436943" y="81660"/>
                  </a:lnTo>
                  <a:lnTo>
                    <a:pt x="3377621" y="72713"/>
                  </a:lnTo>
                  <a:lnTo>
                    <a:pt x="3317271" y="64239"/>
                  </a:lnTo>
                  <a:lnTo>
                    <a:pt x="3255925" y="56248"/>
                  </a:lnTo>
                  <a:lnTo>
                    <a:pt x="3193615" y="48749"/>
                  </a:lnTo>
                  <a:lnTo>
                    <a:pt x="3130374" y="41750"/>
                  </a:lnTo>
                  <a:lnTo>
                    <a:pt x="3066232" y="35260"/>
                  </a:lnTo>
                  <a:lnTo>
                    <a:pt x="3001222" y="29288"/>
                  </a:lnTo>
                  <a:lnTo>
                    <a:pt x="2935376" y="23842"/>
                  </a:lnTo>
                  <a:lnTo>
                    <a:pt x="2868725" y="18933"/>
                  </a:lnTo>
                  <a:lnTo>
                    <a:pt x="2801302" y="14567"/>
                  </a:lnTo>
                  <a:lnTo>
                    <a:pt x="2733138" y="10755"/>
                  </a:lnTo>
                  <a:lnTo>
                    <a:pt x="2664265" y="7506"/>
                  </a:lnTo>
                  <a:lnTo>
                    <a:pt x="2594715" y="4827"/>
                  </a:lnTo>
                  <a:lnTo>
                    <a:pt x="2524520" y="2728"/>
                  </a:lnTo>
                  <a:lnTo>
                    <a:pt x="2453712" y="1218"/>
                  </a:lnTo>
                  <a:lnTo>
                    <a:pt x="2382322" y="306"/>
                  </a:lnTo>
                  <a:lnTo>
                    <a:pt x="2310383" y="0"/>
                  </a:lnTo>
                  <a:lnTo>
                    <a:pt x="2238443" y="306"/>
                  </a:lnTo>
                  <a:lnTo>
                    <a:pt x="2167049" y="1218"/>
                  </a:lnTo>
                  <a:lnTo>
                    <a:pt x="2096233" y="2728"/>
                  </a:lnTo>
                  <a:lnTo>
                    <a:pt x="2026027" y="4827"/>
                  </a:lnTo>
                  <a:lnTo>
                    <a:pt x="1956464" y="7506"/>
                  </a:lnTo>
                  <a:lnTo>
                    <a:pt x="1887575" y="10755"/>
                  </a:lnTo>
                  <a:lnTo>
                    <a:pt x="1819392" y="14567"/>
                  </a:lnTo>
                  <a:lnTo>
                    <a:pt x="1751948" y="18933"/>
                  </a:lnTo>
                  <a:lnTo>
                    <a:pt x="1685274" y="23842"/>
                  </a:lnTo>
                  <a:lnTo>
                    <a:pt x="1619402" y="29288"/>
                  </a:lnTo>
                  <a:lnTo>
                    <a:pt x="1554365" y="35260"/>
                  </a:lnTo>
                  <a:lnTo>
                    <a:pt x="1490194" y="41750"/>
                  </a:lnTo>
                  <a:lnTo>
                    <a:pt x="1426921" y="48749"/>
                  </a:lnTo>
                  <a:lnTo>
                    <a:pt x="1364579" y="56248"/>
                  </a:lnTo>
                  <a:lnTo>
                    <a:pt x="1303199" y="64239"/>
                  </a:lnTo>
                  <a:lnTo>
                    <a:pt x="1242813" y="72713"/>
                  </a:lnTo>
                  <a:lnTo>
                    <a:pt x="1183454" y="81660"/>
                  </a:lnTo>
                  <a:lnTo>
                    <a:pt x="1125153" y="91072"/>
                  </a:lnTo>
                  <a:lnTo>
                    <a:pt x="1067942" y="100940"/>
                  </a:lnTo>
                  <a:lnTo>
                    <a:pt x="1011854" y="111255"/>
                  </a:lnTo>
                  <a:lnTo>
                    <a:pt x="956920" y="122009"/>
                  </a:lnTo>
                  <a:lnTo>
                    <a:pt x="903172" y="133192"/>
                  </a:lnTo>
                  <a:lnTo>
                    <a:pt x="850643" y="144796"/>
                  </a:lnTo>
                  <a:lnTo>
                    <a:pt x="799364" y="156812"/>
                  </a:lnTo>
                  <a:lnTo>
                    <a:pt x="749367" y="169230"/>
                  </a:lnTo>
                  <a:lnTo>
                    <a:pt x="700684" y="182043"/>
                  </a:lnTo>
                  <a:lnTo>
                    <a:pt x="653348" y="195241"/>
                  </a:lnTo>
                  <a:lnTo>
                    <a:pt x="607390" y="208816"/>
                  </a:lnTo>
                  <a:lnTo>
                    <a:pt x="562843" y="222758"/>
                  </a:lnTo>
                  <a:lnTo>
                    <a:pt x="519738" y="237059"/>
                  </a:lnTo>
                  <a:lnTo>
                    <a:pt x="478107" y="251709"/>
                  </a:lnTo>
                  <a:lnTo>
                    <a:pt x="437982" y="266701"/>
                  </a:lnTo>
                  <a:lnTo>
                    <a:pt x="399396" y="282025"/>
                  </a:lnTo>
                  <a:lnTo>
                    <a:pt x="362380" y="297673"/>
                  </a:lnTo>
                  <a:lnTo>
                    <a:pt x="326967" y="313634"/>
                  </a:lnTo>
                  <a:lnTo>
                    <a:pt x="261075" y="346467"/>
                  </a:lnTo>
                  <a:lnTo>
                    <a:pt x="201976" y="380451"/>
                  </a:lnTo>
                  <a:lnTo>
                    <a:pt x="149926" y="415516"/>
                  </a:lnTo>
                  <a:lnTo>
                    <a:pt x="105182" y="451592"/>
                  </a:lnTo>
                  <a:lnTo>
                    <a:pt x="67999" y="488607"/>
                  </a:lnTo>
                  <a:lnTo>
                    <a:pt x="38633" y="526492"/>
                  </a:lnTo>
                  <a:lnTo>
                    <a:pt x="17341" y="565174"/>
                  </a:lnTo>
                  <a:lnTo>
                    <a:pt x="4377" y="604585"/>
                  </a:lnTo>
                  <a:lnTo>
                    <a:pt x="0" y="644651"/>
                  </a:lnTo>
                  <a:lnTo>
                    <a:pt x="1099" y="664764"/>
                  </a:lnTo>
                  <a:lnTo>
                    <a:pt x="9802" y="704524"/>
                  </a:lnTo>
                  <a:lnTo>
                    <a:pt x="26962" y="743603"/>
                  </a:lnTo>
                  <a:lnTo>
                    <a:pt x="52323" y="781930"/>
                  </a:lnTo>
                  <a:lnTo>
                    <a:pt x="85629" y="819433"/>
                  </a:lnTo>
                  <a:lnTo>
                    <a:pt x="126625" y="856041"/>
                  </a:lnTo>
                  <a:lnTo>
                    <a:pt x="175054" y="891680"/>
                  </a:lnTo>
                  <a:lnTo>
                    <a:pt x="230660" y="926281"/>
                  </a:lnTo>
                  <a:lnTo>
                    <a:pt x="293188" y="959771"/>
                  </a:lnTo>
                  <a:lnTo>
                    <a:pt x="362380" y="992078"/>
                  </a:lnTo>
                  <a:lnTo>
                    <a:pt x="399396" y="1007765"/>
                  </a:lnTo>
                  <a:lnTo>
                    <a:pt x="437982" y="1023130"/>
                  </a:lnTo>
                  <a:lnTo>
                    <a:pt x="478107" y="1038163"/>
                  </a:lnTo>
                  <a:lnTo>
                    <a:pt x="519738" y="1052856"/>
                  </a:lnTo>
                  <a:lnTo>
                    <a:pt x="562843" y="1067200"/>
                  </a:lnTo>
                  <a:lnTo>
                    <a:pt x="607390" y="1081185"/>
                  </a:lnTo>
                  <a:lnTo>
                    <a:pt x="653348" y="1094802"/>
                  </a:lnTo>
                  <a:lnTo>
                    <a:pt x="700684" y="1108043"/>
                  </a:lnTo>
                  <a:lnTo>
                    <a:pt x="749367" y="1120899"/>
                  </a:lnTo>
                  <a:lnTo>
                    <a:pt x="799364" y="1133361"/>
                  </a:lnTo>
                  <a:lnTo>
                    <a:pt x="850643" y="1145419"/>
                  </a:lnTo>
                  <a:lnTo>
                    <a:pt x="903172" y="1157065"/>
                  </a:lnTo>
                  <a:lnTo>
                    <a:pt x="956920" y="1168290"/>
                  </a:lnTo>
                  <a:lnTo>
                    <a:pt x="1011854" y="1179084"/>
                  </a:lnTo>
                  <a:lnTo>
                    <a:pt x="1067942" y="1189440"/>
                  </a:lnTo>
                  <a:lnTo>
                    <a:pt x="1125153" y="1199347"/>
                  </a:lnTo>
                  <a:lnTo>
                    <a:pt x="1183454" y="1208797"/>
                  </a:lnTo>
                  <a:lnTo>
                    <a:pt x="1242813" y="1217781"/>
                  </a:lnTo>
                  <a:lnTo>
                    <a:pt x="1303199" y="1226291"/>
                  </a:lnTo>
                  <a:lnTo>
                    <a:pt x="1364579" y="1234316"/>
                  </a:lnTo>
                  <a:lnTo>
                    <a:pt x="1426921" y="1241848"/>
                  </a:lnTo>
                  <a:lnTo>
                    <a:pt x="1490194" y="1248878"/>
                  </a:lnTo>
                  <a:lnTo>
                    <a:pt x="1554365" y="1255398"/>
                  </a:lnTo>
                  <a:lnTo>
                    <a:pt x="1619402" y="1261397"/>
                  </a:lnTo>
                  <a:lnTo>
                    <a:pt x="1685274" y="1266868"/>
                  </a:lnTo>
                  <a:lnTo>
                    <a:pt x="1751948" y="1271801"/>
                  </a:lnTo>
                  <a:lnTo>
                    <a:pt x="1819392" y="1276187"/>
                  </a:lnTo>
                  <a:lnTo>
                    <a:pt x="1887575" y="1280017"/>
                  </a:lnTo>
                  <a:lnTo>
                    <a:pt x="1956464" y="1283283"/>
                  </a:lnTo>
                  <a:lnTo>
                    <a:pt x="2026027" y="1285975"/>
                  </a:lnTo>
                  <a:lnTo>
                    <a:pt x="2096233" y="1288085"/>
                  </a:lnTo>
                  <a:lnTo>
                    <a:pt x="2167049" y="1289602"/>
                  </a:lnTo>
                  <a:lnTo>
                    <a:pt x="2238443" y="1290520"/>
                  </a:lnTo>
                  <a:lnTo>
                    <a:pt x="2310383" y="1290827"/>
                  </a:lnTo>
                  <a:lnTo>
                    <a:pt x="2382322" y="1290520"/>
                  </a:lnTo>
                  <a:lnTo>
                    <a:pt x="2453712" y="1289602"/>
                  </a:lnTo>
                  <a:lnTo>
                    <a:pt x="2524520" y="1288085"/>
                  </a:lnTo>
                  <a:lnTo>
                    <a:pt x="2594715" y="1285975"/>
                  </a:lnTo>
                  <a:lnTo>
                    <a:pt x="2664265" y="1283283"/>
                  </a:lnTo>
                  <a:lnTo>
                    <a:pt x="2733138" y="1280017"/>
                  </a:lnTo>
                  <a:lnTo>
                    <a:pt x="2801302" y="1276187"/>
                  </a:lnTo>
                  <a:lnTo>
                    <a:pt x="2868725" y="1271801"/>
                  </a:lnTo>
                  <a:lnTo>
                    <a:pt x="2935376" y="1266868"/>
                  </a:lnTo>
                  <a:lnTo>
                    <a:pt x="3001222" y="1261397"/>
                  </a:lnTo>
                  <a:lnTo>
                    <a:pt x="3066232" y="1255398"/>
                  </a:lnTo>
                  <a:lnTo>
                    <a:pt x="3130374" y="1248878"/>
                  </a:lnTo>
                  <a:lnTo>
                    <a:pt x="3193615" y="1241848"/>
                  </a:lnTo>
                  <a:lnTo>
                    <a:pt x="3255925" y="1234316"/>
                  </a:lnTo>
                  <a:lnTo>
                    <a:pt x="3317271" y="1226291"/>
                  </a:lnTo>
                  <a:lnTo>
                    <a:pt x="3377621" y="1217781"/>
                  </a:lnTo>
                  <a:lnTo>
                    <a:pt x="3436943" y="1208797"/>
                  </a:lnTo>
                  <a:lnTo>
                    <a:pt x="3495206" y="1199347"/>
                  </a:lnTo>
                  <a:lnTo>
                    <a:pt x="3552378" y="1189440"/>
                  </a:lnTo>
                  <a:lnTo>
                    <a:pt x="3608426" y="1179084"/>
                  </a:lnTo>
                  <a:lnTo>
                    <a:pt x="3663319" y="1168290"/>
                  </a:lnTo>
                  <a:lnTo>
                    <a:pt x="3717025" y="1157065"/>
                  </a:lnTo>
                  <a:lnTo>
                    <a:pt x="3769512" y="1145419"/>
                  </a:lnTo>
                  <a:lnTo>
                    <a:pt x="3820749" y="1133361"/>
                  </a:lnTo>
                  <a:lnTo>
                    <a:pt x="3870703" y="1120899"/>
                  </a:lnTo>
                  <a:lnTo>
                    <a:pt x="3919342" y="1108043"/>
                  </a:lnTo>
                  <a:lnTo>
                    <a:pt x="3966635" y="1094802"/>
                  </a:lnTo>
                  <a:lnTo>
                    <a:pt x="4012550" y="1081185"/>
                  </a:lnTo>
                  <a:lnTo>
                    <a:pt x="4057054" y="1067200"/>
                  </a:lnTo>
                  <a:lnTo>
                    <a:pt x="4100117" y="1052856"/>
                  </a:lnTo>
                  <a:lnTo>
                    <a:pt x="4141706" y="1038163"/>
                  </a:lnTo>
                  <a:lnTo>
                    <a:pt x="4181789" y="1023130"/>
                  </a:lnTo>
                  <a:lnTo>
                    <a:pt x="4220334" y="1007765"/>
                  </a:lnTo>
                  <a:lnTo>
                    <a:pt x="4257310" y="992078"/>
                  </a:lnTo>
                  <a:lnTo>
                    <a:pt x="4292684" y="976076"/>
                  </a:lnTo>
                  <a:lnTo>
                    <a:pt x="4358501" y="943169"/>
                  </a:lnTo>
                  <a:lnTo>
                    <a:pt x="4417530" y="909115"/>
                  </a:lnTo>
                  <a:lnTo>
                    <a:pt x="4469516" y="873986"/>
                  </a:lnTo>
                  <a:lnTo>
                    <a:pt x="4514203" y="837853"/>
                  </a:lnTo>
                  <a:lnTo>
                    <a:pt x="4551338" y="800789"/>
                  </a:lnTo>
                  <a:lnTo>
                    <a:pt x="4580664" y="762865"/>
                  </a:lnTo>
                  <a:lnTo>
                    <a:pt x="4601927" y="724153"/>
                  </a:lnTo>
                  <a:lnTo>
                    <a:pt x="4614872" y="684725"/>
                  </a:lnTo>
                  <a:lnTo>
                    <a:pt x="4619243" y="6446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16023" y="3918203"/>
              <a:ext cx="4619625" cy="1290955"/>
            </a:xfrm>
            <a:custGeom>
              <a:avLst/>
              <a:gdLst/>
              <a:ahLst/>
              <a:cxnLst/>
              <a:rect l="l" t="t" r="r" b="b"/>
              <a:pathLst>
                <a:path w="4619625" h="1290954">
                  <a:moveTo>
                    <a:pt x="2310383" y="0"/>
                  </a:moveTo>
                  <a:lnTo>
                    <a:pt x="2238443" y="306"/>
                  </a:lnTo>
                  <a:lnTo>
                    <a:pt x="2167049" y="1218"/>
                  </a:lnTo>
                  <a:lnTo>
                    <a:pt x="2096233" y="2728"/>
                  </a:lnTo>
                  <a:lnTo>
                    <a:pt x="2026027" y="4827"/>
                  </a:lnTo>
                  <a:lnTo>
                    <a:pt x="1956464" y="7506"/>
                  </a:lnTo>
                  <a:lnTo>
                    <a:pt x="1887575" y="10755"/>
                  </a:lnTo>
                  <a:lnTo>
                    <a:pt x="1819392" y="14567"/>
                  </a:lnTo>
                  <a:lnTo>
                    <a:pt x="1751948" y="18933"/>
                  </a:lnTo>
                  <a:lnTo>
                    <a:pt x="1685274" y="23842"/>
                  </a:lnTo>
                  <a:lnTo>
                    <a:pt x="1619402" y="29288"/>
                  </a:lnTo>
                  <a:lnTo>
                    <a:pt x="1554365" y="35260"/>
                  </a:lnTo>
                  <a:lnTo>
                    <a:pt x="1490194" y="41750"/>
                  </a:lnTo>
                  <a:lnTo>
                    <a:pt x="1426921" y="48749"/>
                  </a:lnTo>
                  <a:lnTo>
                    <a:pt x="1364579" y="56248"/>
                  </a:lnTo>
                  <a:lnTo>
                    <a:pt x="1303199" y="64239"/>
                  </a:lnTo>
                  <a:lnTo>
                    <a:pt x="1242813" y="72713"/>
                  </a:lnTo>
                  <a:lnTo>
                    <a:pt x="1183454" y="81660"/>
                  </a:lnTo>
                  <a:lnTo>
                    <a:pt x="1125153" y="91072"/>
                  </a:lnTo>
                  <a:lnTo>
                    <a:pt x="1067942" y="100940"/>
                  </a:lnTo>
                  <a:lnTo>
                    <a:pt x="1011854" y="111255"/>
                  </a:lnTo>
                  <a:lnTo>
                    <a:pt x="956920" y="122009"/>
                  </a:lnTo>
                  <a:lnTo>
                    <a:pt x="903172" y="133192"/>
                  </a:lnTo>
                  <a:lnTo>
                    <a:pt x="850643" y="144796"/>
                  </a:lnTo>
                  <a:lnTo>
                    <a:pt x="799364" y="156812"/>
                  </a:lnTo>
                  <a:lnTo>
                    <a:pt x="749367" y="169230"/>
                  </a:lnTo>
                  <a:lnTo>
                    <a:pt x="700684" y="182043"/>
                  </a:lnTo>
                  <a:lnTo>
                    <a:pt x="653348" y="195241"/>
                  </a:lnTo>
                  <a:lnTo>
                    <a:pt x="607390" y="208816"/>
                  </a:lnTo>
                  <a:lnTo>
                    <a:pt x="562843" y="222758"/>
                  </a:lnTo>
                  <a:lnTo>
                    <a:pt x="519738" y="237059"/>
                  </a:lnTo>
                  <a:lnTo>
                    <a:pt x="478107" y="251709"/>
                  </a:lnTo>
                  <a:lnTo>
                    <a:pt x="437982" y="266701"/>
                  </a:lnTo>
                  <a:lnTo>
                    <a:pt x="399396" y="282025"/>
                  </a:lnTo>
                  <a:lnTo>
                    <a:pt x="362380" y="297673"/>
                  </a:lnTo>
                  <a:lnTo>
                    <a:pt x="326967" y="313634"/>
                  </a:lnTo>
                  <a:lnTo>
                    <a:pt x="261075" y="346467"/>
                  </a:lnTo>
                  <a:lnTo>
                    <a:pt x="201976" y="380451"/>
                  </a:lnTo>
                  <a:lnTo>
                    <a:pt x="149926" y="415516"/>
                  </a:lnTo>
                  <a:lnTo>
                    <a:pt x="105182" y="451592"/>
                  </a:lnTo>
                  <a:lnTo>
                    <a:pt x="67999" y="488607"/>
                  </a:lnTo>
                  <a:lnTo>
                    <a:pt x="38633" y="526492"/>
                  </a:lnTo>
                  <a:lnTo>
                    <a:pt x="17341" y="565174"/>
                  </a:lnTo>
                  <a:lnTo>
                    <a:pt x="4377" y="604585"/>
                  </a:lnTo>
                  <a:lnTo>
                    <a:pt x="0" y="644651"/>
                  </a:lnTo>
                  <a:lnTo>
                    <a:pt x="1099" y="664764"/>
                  </a:lnTo>
                  <a:lnTo>
                    <a:pt x="9802" y="704524"/>
                  </a:lnTo>
                  <a:lnTo>
                    <a:pt x="26962" y="743603"/>
                  </a:lnTo>
                  <a:lnTo>
                    <a:pt x="52323" y="781930"/>
                  </a:lnTo>
                  <a:lnTo>
                    <a:pt x="85629" y="819433"/>
                  </a:lnTo>
                  <a:lnTo>
                    <a:pt x="126625" y="856041"/>
                  </a:lnTo>
                  <a:lnTo>
                    <a:pt x="175054" y="891680"/>
                  </a:lnTo>
                  <a:lnTo>
                    <a:pt x="230660" y="926281"/>
                  </a:lnTo>
                  <a:lnTo>
                    <a:pt x="293188" y="959771"/>
                  </a:lnTo>
                  <a:lnTo>
                    <a:pt x="362380" y="992078"/>
                  </a:lnTo>
                  <a:lnTo>
                    <a:pt x="399396" y="1007765"/>
                  </a:lnTo>
                  <a:lnTo>
                    <a:pt x="437982" y="1023130"/>
                  </a:lnTo>
                  <a:lnTo>
                    <a:pt x="478107" y="1038163"/>
                  </a:lnTo>
                  <a:lnTo>
                    <a:pt x="519738" y="1052856"/>
                  </a:lnTo>
                  <a:lnTo>
                    <a:pt x="562843" y="1067200"/>
                  </a:lnTo>
                  <a:lnTo>
                    <a:pt x="607390" y="1081185"/>
                  </a:lnTo>
                  <a:lnTo>
                    <a:pt x="653348" y="1094802"/>
                  </a:lnTo>
                  <a:lnTo>
                    <a:pt x="700684" y="1108043"/>
                  </a:lnTo>
                  <a:lnTo>
                    <a:pt x="749367" y="1120899"/>
                  </a:lnTo>
                  <a:lnTo>
                    <a:pt x="799364" y="1133361"/>
                  </a:lnTo>
                  <a:lnTo>
                    <a:pt x="850643" y="1145419"/>
                  </a:lnTo>
                  <a:lnTo>
                    <a:pt x="903172" y="1157065"/>
                  </a:lnTo>
                  <a:lnTo>
                    <a:pt x="956920" y="1168290"/>
                  </a:lnTo>
                  <a:lnTo>
                    <a:pt x="1011854" y="1179084"/>
                  </a:lnTo>
                  <a:lnTo>
                    <a:pt x="1067942" y="1189440"/>
                  </a:lnTo>
                  <a:lnTo>
                    <a:pt x="1125153" y="1199347"/>
                  </a:lnTo>
                  <a:lnTo>
                    <a:pt x="1183454" y="1208797"/>
                  </a:lnTo>
                  <a:lnTo>
                    <a:pt x="1242813" y="1217781"/>
                  </a:lnTo>
                  <a:lnTo>
                    <a:pt x="1303199" y="1226291"/>
                  </a:lnTo>
                  <a:lnTo>
                    <a:pt x="1364579" y="1234316"/>
                  </a:lnTo>
                  <a:lnTo>
                    <a:pt x="1426921" y="1241848"/>
                  </a:lnTo>
                  <a:lnTo>
                    <a:pt x="1490194" y="1248878"/>
                  </a:lnTo>
                  <a:lnTo>
                    <a:pt x="1554365" y="1255398"/>
                  </a:lnTo>
                  <a:lnTo>
                    <a:pt x="1619402" y="1261397"/>
                  </a:lnTo>
                  <a:lnTo>
                    <a:pt x="1685274" y="1266868"/>
                  </a:lnTo>
                  <a:lnTo>
                    <a:pt x="1751948" y="1271801"/>
                  </a:lnTo>
                  <a:lnTo>
                    <a:pt x="1819392" y="1276187"/>
                  </a:lnTo>
                  <a:lnTo>
                    <a:pt x="1887575" y="1280017"/>
                  </a:lnTo>
                  <a:lnTo>
                    <a:pt x="1956464" y="1283283"/>
                  </a:lnTo>
                  <a:lnTo>
                    <a:pt x="2026027" y="1285975"/>
                  </a:lnTo>
                  <a:lnTo>
                    <a:pt x="2096233" y="1288085"/>
                  </a:lnTo>
                  <a:lnTo>
                    <a:pt x="2167049" y="1289602"/>
                  </a:lnTo>
                  <a:lnTo>
                    <a:pt x="2238443" y="1290520"/>
                  </a:lnTo>
                  <a:lnTo>
                    <a:pt x="2310383" y="1290827"/>
                  </a:lnTo>
                  <a:lnTo>
                    <a:pt x="2382322" y="1290520"/>
                  </a:lnTo>
                  <a:lnTo>
                    <a:pt x="2453712" y="1289602"/>
                  </a:lnTo>
                  <a:lnTo>
                    <a:pt x="2524520" y="1288085"/>
                  </a:lnTo>
                  <a:lnTo>
                    <a:pt x="2594715" y="1285975"/>
                  </a:lnTo>
                  <a:lnTo>
                    <a:pt x="2664265" y="1283283"/>
                  </a:lnTo>
                  <a:lnTo>
                    <a:pt x="2733138" y="1280017"/>
                  </a:lnTo>
                  <a:lnTo>
                    <a:pt x="2801302" y="1276187"/>
                  </a:lnTo>
                  <a:lnTo>
                    <a:pt x="2868725" y="1271801"/>
                  </a:lnTo>
                  <a:lnTo>
                    <a:pt x="2935376" y="1266868"/>
                  </a:lnTo>
                  <a:lnTo>
                    <a:pt x="3001222" y="1261397"/>
                  </a:lnTo>
                  <a:lnTo>
                    <a:pt x="3066232" y="1255398"/>
                  </a:lnTo>
                  <a:lnTo>
                    <a:pt x="3130374" y="1248878"/>
                  </a:lnTo>
                  <a:lnTo>
                    <a:pt x="3193615" y="1241848"/>
                  </a:lnTo>
                  <a:lnTo>
                    <a:pt x="3255925" y="1234316"/>
                  </a:lnTo>
                  <a:lnTo>
                    <a:pt x="3317271" y="1226291"/>
                  </a:lnTo>
                  <a:lnTo>
                    <a:pt x="3377621" y="1217781"/>
                  </a:lnTo>
                  <a:lnTo>
                    <a:pt x="3436943" y="1208797"/>
                  </a:lnTo>
                  <a:lnTo>
                    <a:pt x="3495206" y="1199347"/>
                  </a:lnTo>
                  <a:lnTo>
                    <a:pt x="3552378" y="1189440"/>
                  </a:lnTo>
                  <a:lnTo>
                    <a:pt x="3608426" y="1179084"/>
                  </a:lnTo>
                  <a:lnTo>
                    <a:pt x="3663319" y="1168290"/>
                  </a:lnTo>
                  <a:lnTo>
                    <a:pt x="3717025" y="1157065"/>
                  </a:lnTo>
                  <a:lnTo>
                    <a:pt x="3769512" y="1145419"/>
                  </a:lnTo>
                  <a:lnTo>
                    <a:pt x="3820749" y="1133361"/>
                  </a:lnTo>
                  <a:lnTo>
                    <a:pt x="3870703" y="1120899"/>
                  </a:lnTo>
                  <a:lnTo>
                    <a:pt x="3919342" y="1108043"/>
                  </a:lnTo>
                  <a:lnTo>
                    <a:pt x="3966635" y="1094802"/>
                  </a:lnTo>
                  <a:lnTo>
                    <a:pt x="4012550" y="1081185"/>
                  </a:lnTo>
                  <a:lnTo>
                    <a:pt x="4057054" y="1067200"/>
                  </a:lnTo>
                  <a:lnTo>
                    <a:pt x="4100117" y="1052856"/>
                  </a:lnTo>
                  <a:lnTo>
                    <a:pt x="4141706" y="1038163"/>
                  </a:lnTo>
                  <a:lnTo>
                    <a:pt x="4181789" y="1023130"/>
                  </a:lnTo>
                  <a:lnTo>
                    <a:pt x="4220334" y="1007765"/>
                  </a:lnTo>
                  <a:lnTo>
                    <a:pt x="4257310" y="992078"/>
                  </a:lnTo>
                  <a:lnTo>
                    <a:pt x="4292684" y="976076"/>
                  </a:lnTo>
                  <a:lnTo>
                    <a:pt x="4358501" y="943169"/>
                  </a:lnTo>
                  <a:lnTo>
                    <a:pt x="4417530" y="909115"/>
                  </a:lnTo>
                  <a:lnTo>
                    <a:pt x="4469516" y="873986"/>
                  </a:lnTo>
                  <a:lnTo>
                    <a:pt x="4514203" y="837853"/>
                  </a:lnTo>
                  <a:lnTo>
                    <a:pt x="4551338" y="800789"/>
                  </a:lnTo>
                  <a:lnTo>
                    <a:pt x="4580664" y="762865"/>
                  </a:lnTo>
                  <a:lnTo>
                    <a:pt x="4601927" y="724153"/>
                  </a:lnTo>
                  <a:lnTo>
                    <a:pt x="4614872" y="684725"/>
                  </a:lnTo>
                  <a:lnTo>
                    <a:pt x="4619243" y="644651"/>
                  </a:lnTo>
                  <a:lnTo>
                    <a:pt x="4618145" y="624540"/>
                  </a:lnTo>
                  <a:lnTo>
                    <a:pt x="4609455" y="584793"/>
                  </a:lnTo>
                  <a:lnTo>
                    <a:pt x="4592319" y="545738"/>
                  </a:lnTo>
                  <a:lnTo>
                    <a:pt x="4566993" y="507445"/>
                  </a:lnTo>
                  <a:lnTo>
                    <a:pt x="4533731" y="469986"/>
                  </a:lnTo>
                  <a:lnTo>
                    <a:pt x="4492788" y="433432"/>
                  </a:lnTo>
                  <a:lnTo>
                    <a:pt x="4444419" y="397853"/>
                  </a:lnTo>
                  <a:lnTo>
                    <a:pt x="4388880" y="363319"/>
                  </a:lnTo>
                  <a:lnTo>
                    <a:pt x="4326425" y="329902"/>
                  </a:lnTo>
                  <a:lnTo>
                    <a:pt x="4257310" y="297673"/>
                  </a:lnTo>
                  <a:lnTo>
                    <a:pt x="4220334" y="282025"/>
                  </a:lnTo>
                  <a:lnTo>
                    <a:pt x="4181789" y="266701"/>
                  </a:lnTo>
                  <a:lnTo>
                    <a:pt x="4141706" y="251709"/>
                  </a:lnTo>
                  <a:lnTo>
                    <a:pt x="4100117" y="237059"/>
                  </a:lnTo>
                  <a:lnTo>
                    <a:pt x="4057054" y="222758"/>
                  </a:lnTo>
                  <a:lnTo>
                    <a:pt x="4012550" y="208816"/>
                  </a:lnTo>
                  <a:lnTo>
                    <a:pt x="3966635" y="195241"/>
                  </a:lnTo>
                  <a:lnTo>
                    <a:pt x="3919342" y="182043"/>
                  </a:lnTo>
                  <a:lnTo>
                    <a:pt x="3870703" y="169230"/>
                  </a:lnTo>
                  <a:lnTo>
                    <a:pt x="3820749" y="156812"/>
                  </a:lnTo>
                  <a:lnTo>
                    <a:pt x="3769512" y="144796"/>
                  </a:lnTo>
                  <a:lnTo>
                    <a:pt x="3717025" y="133192"/>
                  </a:lnTo>
                  <a:lnTo>
                    <a:pt x="3663319" y="122009"/>
                  </a:lnTo>
                  <a:lnTo>
                    <a:pt x="3608426" y="111255"/>
                  </a:lnTo>
                  <a:lnTo>
                    <a:pt x="3552378" y="100940"/>
                  </a:lnTo>
                  <a:lnTo>
                    <a:pt x="3495206" y="91072"/>
                  </a:lnTo>
                  <a:lnTo>
                    <a:pt x="3436943" y="81660"/>
                  </a:lnTo>
                  <a:lnTo>
                    <a:pt x="3377621" y="72713"/>
                  </a:lnTo>
                  <a:lnTo>
                    <a:pt x="3317271" y="64239"/>
                  </a:lnTo>
                  <a:lnTo>
                    <a:pt x="3255925" y="56248"/>
                  </a:lnTo>
                  <a:lnTo>
                    <a:pt x="3193615" y="48749"/>
                  </a:lnTo>
                  <a:lnTo>
                    <a:pt x="3130374" y="41750"/>
                  </a:lnTo>
                  <a:lnTo>
                    <a:pt x="3066232" y="35260"/>
                  </a:lnTo>
                  <a:lnTo>
                    <a:pt x="3001222" y="29288"/>
                  </a:lnTo>
                  <a:lnTo>
                    <a:pt x="2935376" y="23842"/>
                  </a:lnTo>
                  <a:lnTo>
                    <a:pt x="2868725" y="18933"/>
                  </a:lnTo>
                  <a:lnTo>
                    <a:pt x="2801302" y="14567"/>
                  </a:lnTo>
                  <a:lnTo>
                    <a:pt x="2733138" y="10755"/>
                  </a:lnTo>
                  <a:lnTo>
                    <a:pt x="2664265" y="7506"/>
                  </a:lnTo>
                  <a:lnTo>
                    <a:pt x="2594715" y="4827"/>
                  </a:lnTo>
                  <a:lnTo>
                    <a:pt x="2524520" y="2728"/>
                  </a:lnTo>
                  <a:lnTo>
                    <a:pt x="2453712" y="1218"/>
                  </a:lnTo>
                  <a:lnTo>
                    <a:pt x="2382322" y="306"/>
                  </a:lnTo>
                  <a:lnTo>
                    <a:pt x="2310383" y="0"/>
                  </a:lnTo>
                  <a:close/>
                </a:path>
              </a:pathLst>
            </a:custGeom>
            <a:ln w="76199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77667" y="4436363"/>
              <a:ext cx="2537460" cy="393700"/>
            </a:xfrm>
            <a:custGeom>
              <a:avLst/>
              <a:gdLst/>
              <a:ahLst/>
              <a:cxnLst/>
              <a:rect l="l" t="t" r="r" b="b"/>
              <a:pathLst>
                <a:path w="2537460" h="393700">
                  <a:moveTo>
                    <a:pt x="2537459" y="393191"/>
                  </a:moveTo>
                  <a:lnTo>
                    <a:pt x="2537459" y="0"/>
                  </a:lnTo>
                  <a:lnTo>
                    <a:pt x="0" y="0"/>
                  </a:lnTo>
                  <a:lnTo>
                    <a:pt x="0" y="393191"/>
                  </a:lnTo>
                  <a:lnTo>
                    <a:pt x="2537459" y="3931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997452" y="3449827"/>
            <a:ext cx="22815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4000" b="1" spc="-10" dirty="0">
                <a:solidFill>
                  <a:srgbClr val="7E007E"/>
                </a:solidFill>
                <a:latin typeface="Arial"/>
                <a:cs typeface="Arial"/>
              </a:rPr>
              <a:t>Esquema</a:t>
            </a:r>
            <a:endParaRPr sz="4000">
              <a:latin typeface="Arial"/>
              <a:cs typeface="Arial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587729"/>
              </p:ext>
            </p:extLst>
          </p:nvPr>
        </p:nvGraphicFramePr>
        <p:xfrm>
          <a:off x="3819652" y="4919472"/>
          <a:ext cx="6633843" cy="683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5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1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695">
                <a:tc>
                  <a:txBody>
                    <a:bodyPr/>
                    <a:lstStyle/>
                    <a:p>
                      <a:pPr marL="250825">
                        <a:lnSpc>
                          <a:spcPts val="3170"/>
                        </a:lnSpc>
                        <a:spcBef>
                          <a:spcPts val="1515"/>
                        </a:spcBef>
                      </a:pPr>
                      <a:r>
                        <a:rPr sz="3200" b="1" spc="-20" dirty="0">
                          <a:latin typeface="Arial"/>
                          <a:cs typeface="Arial"/>
                        </a:rPr>
                        <a:t>Nome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192405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L="641350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2800" b="1" spc="-10" dirty="0">
                          <a:latin typeface="Arial"/>
                          <a:cs typeface="Arial"/>
                        </a:rPr>
                        <a:t>Endereço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6383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2800" b="1" spc="-10" dirty="0">
                          <a:latin typeface="Arial"/>
                          <a:cs typeface="Arial"/>
                        </a:rPr>
                        <a:t>Telefone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42240" marB="0">
                    <a:lnL w="76200">
                      <a:solidFill>
                        <a:srgbClr val="7F007F"/>
                      </a:solidFill>
                      <a:prstDash val="solid"/>
                    </a:lnL>
                    <a:solidFill>
                      <a:srgbClr val="7F0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solidFill>
                      <a:srgbClr val="7F0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4056887" y="1598169"/>
            <a:ext cx="732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spc="-20" dirty="0">
                <a:latin typeface="Arial"/>
                <a:cs typeface="Arial"/>
              </a:rPr>
              <a:t>Nome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58127" y="1614931"/>
            <a:ext cx="1066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0" dirty="0">
                <a:latin typeface="Arial"/>
                <a:cs typeface="Arial"/>
              </a:rPr>
              <a:t>Endereço</a:t>
            </a:r>
            <a:endParaRPr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926067" y="1605789"/>
            <a:ext cx="1071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spc="-10" dirty="0">
                <a:latin typeface="Arial"/>
                <a:cs typeface="Arial"/>
              </a:rPr>
              <a:t>Telefone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432045" y="4227577"/>
            <a:ext cx="299085" cy="683260"/>
            <a:chOff x="4239767" y="5187696"/>
            <a:chExt cx="299085" cy="683260"/>
          </a:xfrm>
        </p:grpSpPr>
        <p:sp>
          <p:nvSpPr>
            <p:cNvPr id="26" name="object 26"/>
            <p:cNvSpPr/>
            <p:nvPr/>
          </p:nvSpPr>
          <p:spPr>
            <a:xfrm>
              <a:off x="4277867" y="5225795"/>
              <a:ext cx="227329" cy="645160"/>
            </a:xfrm>
            <a:custGeom>
              <a:avLst/>
              <a:gdLst/>
              <a:ahLst/>
              <a:cxnLst/>
              <a:rect l="l" t="t" r="r" b="b"/>
              <a:pathLst>
                <a:path w="227329" h="645160">
                  <a:moveTo>
                    <a:pt x="227075" y="644651"/>
                  </a:moveTo>
                  <a:lnTo>
                    <a:pt x="227075" y="643127"/>
                  </a:lnTo>
                  <a:lnTo>
                    <a:pt x="225551" y="640079"/>
                  </a:lnTo>
                  <a:lnTo>
                    <a:pt x="225551" y="638555"/>
                  </a:lnTo>
                  <a:lnTo>
                    <a:pt x="224027" y="635507"/>
                  </a:lnTo>
                  <a:lnTo>
                    <a:pt x="222503" y="630935"/>
                  </a:lnTo>
                  <a:lnTo>
                    <a:pt x="220979" y="627887"/>
                  </a:lnTo>
                  <a:lnTo>
                    <a:pt x="220979" y="623315"/>
                  </a:lnTo>
                  <a:lnTo>
                    <a:pt x="219455" y="617219"/>
                  </a:lnTo>
                  <a:lnTo>
                    <a:pt x="216407" y="612647"/>
                  </a:lnTo>
                  <a:lnTo>
                    <a:pt x="214883" y="606551"/>
                  </a:lnTo>
                  <a:lnTo>
                    <a:pt x="211835" y="600455"/>
                  </a:lnTo>
                  <a:lnTo>
                    <a:pt x="210311" y="594359"/>
                  </a:lnTo>
                  <a:lnTo>
                    <a:pt x="207263" y="585215"/>
                  </a:lnTo>
                  <a:lnTo>
                    <a:pt x="204215" y="579119"/>
                  </a:lnTo>
                  <a:lnTo>
                    <a:pt x="201167" y="569975"/>
                  </a:lnTo>
                  <a:lnTo>
                    <a:pt x="198119" y="562355"/>
                  </a:lnTo>
                  <a:lnTo>
                    <a:pt x="182879" y="516635"/>
                  </a:lnTo>
                  <a:lnTo>
                    <a:pt x="179831" y="505967"/>
                  </a:lnTo>
                  <a:lnTo>
                    <a:pt x="175259" y="496823"/>
                  </a:lnTo>
                  <a:lnTo>
                    <a:pt x="172211" y="486155"/>
                  </a:lnTo>
                  <a:lnTo>
                    <a:pt x="167639" y="473963"/>
                  </a:lnTo>
                  <a:lnTo>
                    <a:pt x="163067" y="464819"/>
                  </a:lnTo>
                  <a:lnTo>
                    <a:pt x="160019" y="452627"/>
                  </a:lnTo>
                  <a:lnTo>
                    <a:pt x="155447" y="441959"/>
                  </a:lnTo>
                  <a:lnTo>
                    <a:pt x="152399" y="429767"/>
                  </a:lnTo>
                  <a:lnTo>
                    <a:pt x="147827" y="419099"/>
                  </a:lnTo>
                  <a:lnTo>
                    <a:pt x="144779" y="406907"/>
                  </a:lnTo>
                  <a:lnTo>
                    <a:pt x="135635" y="382523"/>
                  </a:lnTo>
                  <a:lnTo>
                    <a:pt x="131063" y="371855"/>
                  </a:lnTo>
                  <a:lnTo>
                    <a:pt x="126491" y="359663"/>
                  </a:lnTo>
                  <a:lnTo>
                    <a:pt x="123443" y="347471"/>
                  </a:lnTo>
                  <a:lnTo>
                    <a:pt x="105155" y="298703"/>
                  </a:lnTo>
                  <a:lnTo>
                    <a:pt x="102107" y="286511"/>
                  </a:lnTo>
                  <a:lnTo>
                    <a:pt x="97535" y="275843"/>
                  </a:lnTo>
                  <a:lnTo>
                    <a:pt x="92963" y="262127"/>
                  </a:lnTo>
                  <a:lnTo>
                    <a:pt x="89915" y="251459"/>
                  </a:lnTo>
                  <a:lnTo>
                    <a:pt x="85343" y="239267"/>
                  </a:lnTo>
                  <a:lnTo>
                    <a:pt x="80771" y="228599"/>
                  </a:lnTo>
                  <a:lnTo>
                    <a:pt x="76199" y="216407"/>
                  </a:lnTo>
                  <a:lnTo>
                    <a:pt x="73151" y="205739"/>
                  </a:lnTo>
                  <a:lnTo>
                    <a:pt x="68579" y="193547"/>
                  </a:lnTo>
                  <a:lnTo>
                    <a:pt x="64007" y="182879"/>
                  </a:lnTo>
                  <a:lnTo>
                    <a:pt x="60959" y="172211"/>
                  </a:lnTo>
                  <a:lnTo>
                    <a:pt x="57911" y="160019"/>
                  </a:lnTo>
                  <a:lnTo>
                    <a:pt x="53339" y="150875"/>
                  </a:lnTo>
                  <a:lnTo>
                    <a:pt x="47243" y="129539"/>
                  </a:lnTo>
                  <a:lnTo>
                    <a:pt x="42671" y="120395"/>
                  </a:lnTo>
                  <a:lnTo>
                    <a:pt x="39623" y="109727"/>
                  </a:lnTo>
                  <a:lnTo>
                    <a:pt x="36575" y="100583"/>
                  </a:lnTo>
                  <a:lnTo>
                    <a:pt x="32003" y="92963"/>
                  </a:lnTo>
                  <a:lnTo>
                    <a:pt x="28955" y="83819"/>
                  </a:lnTo>
                  <a:lnTo>
                    <a:pt x="25907" y="76199"/>
                  </a:lnTo>
                  <a:lnTo>
                    <a:pt x="24383" y="67055"/>
                  </a:lnTo>
                  <a:lnTo>
                    <a:pt x="22859" y="59435"/>
                  </a:lnTo>
                  <a:lnTo>
                    <a:pt x="19811" y="53339"/>
                  </a:lnTo>
                  <a:lnTo>
                    <a:pt x="16763" y="45719"/>
                  </a:lnTo>
                  <a:lnTo>
                    <a:pt x="15239" y="39623"/>
                  </a:lnTo>
                  <a:lnTo>
                    <a:pt x="12191" y="33527"/>
                  </a:lnTo>
                  <a:lnTo>
                    <a:pt x="10667" y="28955"/>
                  </a:lnTo>
                  <a:lnTo>
                    <a:pt x="9143" y="22859"/>
                  </a:lnTo>
                  <a:lnTo>
                    <a:pt x="7619" y="18287"/>
                  </a:lnTo>
                  <a:lnTo>
                    <a:pt x="6095" y="15239"/>
                  </a:lnTo>
                  <a:lnTo>
                    <a:pt x="4571" y="10667"/>
                  </a:lnTo>
                  <a:lnTo>
                    <a:pt x="3047" y="7619"/>
                  </a:lnTo>
                  <a:lnTo>
                    <a:pt x="1523" y="6095"/>
                  </a:lnTo>
                  <a:lnTo>
                    <a:pt x="1523" y="1523"/>
                  </a:lnTo>
                  <a:lnTo>
                    <a:pt x="0" y="1523"/>
                  </a:lnTo>
                  <a:lnTo>
                    <a:pt x="0" y="0"/>
                  </a:lnTo>
                  <a:lnTo>
                    <a:pt x="227075" y="6446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39767" y="5187696"/>
              <a:ext cx="299085" cy="683260"/>
            </a:xfrm>
            <a:custGeom>
              <a:avLst/>
              <a:gdLst/>
              <a:ahLst/>
              <a:cxnLst/>
              <a:rect l="l" t="t" r="r" b="b"/>
              <a:pathLst>
                <a:path w="299085" h="683260">
                  <a:moveTo>
                    <a:pt x="65762" y="11961"/>
                  </a:moveTo>
                  <a:lnTo>
                    <a:pt x="65151" y="11049"/>
                  </a:lnTo>
                  <a:lnTo>
                    <a:pt x="53054" y="2952"/>
                  </a:lnTo>
                  <a:lnTo>
                    <a:pt x="38100" y="0"/>
                  </a:lnTo>
                  <a:lnTo>
                    <a:pt x="23145" y="2952"/>
                  </a:lnTo>
                  <a:lnTo>
                    <a:pt x="11049" y="11049"/>
                  </a:lnTo>
                  <a:lnTo>
                    <a:pt x="2914" y="23202"/>
                  </a:lnTo>
                  <a:lnTo>
                    <a:pt x="2914" y="23338"/>
                  </a:lnTo>
                  <a:lnTo>
                    <a:pt x="0" y="38100"/>
                  </a:lnTo>
                  <a:lnTo>
                    <a:pt x="0" y="39624"/>
                  </a:lnTo>
                  <a:lnTo>
                    <a:pt x="1524" y="47453"/>
                  </a:lnTo>
                  <a:lnTo>
                    <a:pt x="1524" y="39624"/>
                  </a:lnTo>
                  <a:lnTo>
                    <a:pt x="38100" y="76200"/>
                  </a:lnTo>
                  <a:lnTo>
                    <a:pt x="38100" y="1524"/>
                  </a:lnTo>
                  <a:lnTo>
                    <a:pt x="39624" y="1524"/>
                  </a:lnTo>
                  <a:lnTo>
                    <a:pt x="54578" y="4476"/>
                  </a:lnTo>
                  <a:lnTo>
                    <a:pt x="65762" y="11961"/>
                  </a:lnTo>
                  <a:close/>
                </a:path>
                <a:path w="299085" h="683260">
                  <a:moveTo>
                    <a:pt x="39624" y="77724"/>
                  </a:moveTo>
                  <a:lnTo>
                    <a:pt x="1524" y="39624"/>
                  </a:lnTo>
                  <a:lnTo>
                    <a:pt x="1524" y="47453"/>
                  </a:lnTo>
                  <a:lnTo>
                    <a:pt x="2914" y="54597"/>
                  </a:lnTo>
                  <a:lnTo>
                    <a:pt x="5792" y="58821"/>
                  </a:lnTo>
                  <a:lnTo>
                    <a:pt x="11049" y="66675"/>
                  </a:lnTo>
                  <a:lnTo>
                    <a:pt x="23145" y="74771"/>
                  </a:lnTo>
                  <a:lnTo>
                    <a:pt x="38100" y="77724"/>
                  </a:lnTo>
                  <a:lnTo>
                    <a:pt x="39624" y="77724"/>
                  </a:lnTo>
                  <a:close/>
                </a:path>
                <a:path w="299085" h="683260">
                  <a:moveTo>
                    <a:pt x="2914" y="54597"/>
                  </a:moveTo>
                  <a:lnTo>
                    <a:pt x="1524" y="47453"/>
                  </a:lnTo>
                  <a:lnTo>
                    <a:pt x="1524" y="51816"/>
                  </a:lnTo>
                  <a:lnTo>
                    <a:pt x="2914" y="54597"/>
                  </a:lnTo>
                  <a:close/>
                </a:path>
                <a:path w="299085" h="683260">
                  <a:moveTo>
                    <a:pt x="7620" y="64008"/>
                  </a:moveTo>
                  <a:lnTo>
                    <a:pt x="6157" y="59552"/>
                  </a:lnTo>
                  <a:lnTo>
                    <a:pt x="5988" y="59114"/>
                  </a:lnTo>
                  <a:lnTo>
                    <a:pt x="2914" y="54521"/>
                  </a:lnTo>
                  <a:lnTo>
                    <a:pt x="7620" y="64008"/>
                  </a:lnTo>
                  <a:close/>
                </a:path>
                <a:path w="299085" h="683260">
                  <a:moveTo>
                    <a:pt x="39624" y="153924"/>
                  </a:moveTo>
                  <a:lnTo>
                    <a:pt x="39624" y="77724"/>
                  </a:lnTo>
                  <a:lnTo>
                    <a:pt x="38100" y="77724"/>
                  </a:lnTo>
                  <a:lnTo>
                    <a:pt x="23145" y="74771"/>
                  </a:lnTo>
                  <a:lnTo>
                    <a:pt x="11049" y="66675"/>
                  </a:lnTo>
                  <a:lnTo>
                    <a:pt x="5988" y="59114"/>
                  </a:lnTo>
                  <a:lnTo>
                    <a:pt x="6157" y="59621"/>
                  </a:lnTo>
                  <a:lnTo>
                    <a:pt x="7620" y="62478"/>
                  </a:lnTo>
                  <a:lnTo>
                    <a:pt x="10668" y="68580"/>
                  </a:lnTo>
                  <a:lnTo>
                    <a:pt x="10668" y="70104"/>
                  </a:lnTo>
                  <a:lnTo>
                    <a:pt x="12192" y="77724"/>
                  </a:lnTo>
                  <a:lnTo>
                    <a:pt x="15240" y="86868"/>
                  </a:lnTo>
                  <a:lnTo>
                    <a:pt x="16764" y="89916"/>
                  </a:lnTo>
                  <a:lnTo>
                    <a:pt x="16764" y="88392"/>
                  </a:lnTo>
                  <a:lnTo>
                    <a:pt x="18288" y="92964"/>
                  </a:lnTo>
                  <a:lnTo>
                    <a:pt x="18288" y="97536"/>
                  </a:lnTo>
                  <a:lnTo>
                    <a:pt x="19812" y="99060"/>
                  </a:lnTo>
                  <a:lnTo>
                    <a:pt x="22860" y="105156"/>
                  </a:lnTo>
                  <a:lnTo>
                    <a:pt x="25908" y="112776"/>
                  </a:lnTo>
                  <a:lnTo>
                    <a:pt x="25908" y="118872"/>
                  </a:lnTo>
                  <a:lnTo>
                    <a:pt x="32004" y="134112"/>
                  </a:lnTo>
                  <a:lnTo>
                    <a:pt x="33528" y="143256"/>
                  </a:lnTo>
                  <a:lnTo>
                    <a:pt x="35052" y="144780"/>
                  </a:lnTo>
                  <a:lnTo>
                    <a:pt x="36576" y="147828"/>
                  </a:lnTo>
                  <a:lnTo>
                    <a:pt x="36576" y="149352"/>
                  </a:lnTo>
                  <a:lnTo>
                    <a:pt x="38100" y="151892"/>
                  </a:lnTo>
                  <a:lnTo>
                    <a:pt x="38100" y="150876"/>
                  </a:lnTo>
                  <a:lnTo>
                    <a:pt x="39624" y="153924"/>
                  </a:lnTo>
                  <a:close/>
                </a:path>
                <a:path w="299085" h="683260">
                  <a:moveTo>
                    <a:pt x="10668" y="68580"/>
                  </a:moveTo>
                  <a:lnTo>
                    <a:pt x="6157" y="59552"/>
                  </a:lnTo>
                  <a:lnTo>
                    <a:pt x="7620" y="64008"/>
                  </a:lnTo>
                  <a:lnTo>
                    <a:pt x="9144" y="67056"/>
                  </a:lnTo>
                  <a:lnTo>
                    <a:pt x="10668" y="68580"/>
                  </a:lnTo>
                  <a:close/>
                </a:path>
                <a:path w="299085" h="683260">
                  <a:moveTo>
                    <a:pt x="10668" y="70104"/>
                  </a:moveTo>
                  <a:lnTo>
                    <a:pt x="10668" y="68580"/>
                  </a:lnTo>
                  <a:lnTo>
                    <a:pt x="9144" y="67056"/>
                  </a:lnTo>
                  <a:lnTo>
                    <a:pt x="7620" y="64008"/>
                  </a:lnTo>
                  <a:lnTo>
                    <a:pt x="9144" y="68580"/>
                  </a:lnTo>
                  <a:lnTo>
                    <a:pt x="10668" y="70104"/>
                  </a:lnTo>
                  <a:close/>
                </a:path>
                <a:path w="299085" h="683260">
                  <a:moveTo>
                    <a:pt x="18288" y="92964"/>
                  </a:moveTo>
                  <a:lnTo>
                    <a:pt x="16764" y="88392"/>
                  </a:lnTo>
                  <a:lnTo>
                    <a:pt x="16764" y="89916"/>
                  </a:lnTo>
                  <a:lnTo>
                    <a:pt x="18288" y="92964"/>
                  </a:lnTo>
                  <a:close/>
                </a:path>
                <a:path w="299085" h="683260">
                  <a:moveTo>
                    <a:pt x="25908" y="117348"/>
                  </a:moveTo>
                  <a:lnTo>
                    <a:pt x="25908" y="112776"/>
                  </a:lnTo>
                  <a:lnTo>
                    <a:pt x="22860" y="105156"/>
                  </a:lnTo>
                  <a:lnTo>
                    <a:pt x="24384" y="112776"/>
                  </a:lnTo>
                  <a:lnTo>
                    <a:pt x="24384" y="114300"/>
                  </a:lnTo>
                  <a:lnTo>
                    <a:pt x="25908" y="117348"/>
                  </a:lnTo>
                  <a:close/>
                </a:path>
                <a:path w="299085" h="683260">
                  <a:moveTo>
                    <a:pt x="73950" y="26706"/>
                  </a:moveTo>
                  <a:lnTo>
                    <a:pt x="73152" y="22663"/>
                  </a:lnTo>
                  <a:lnTo>
                    <a:pt x="73152" y="23003"/>
                  </a:lnTo>
                  <a:lnTo>
                    <a:pt x="65762" y="11961"/>
                  </a:lnTo>
                  <a:lnTo>
                    <a:pt x="54578" y="4476"/>
                  </a:lnTo>
                  <a:lnTo>
                    <a:pt x="39624" y="1524"/>
                  </a:lnTo>
                  <a:lnTo>
                    <a:pt x="38100" y="1524"/>
                  </a:lnTo>
                  <a:lnTo>
                    <a:pt x="71628" y="35052"/>
                  </a:lnTo>
                  <a:lnTo>
                    <a:pt x="71628" y="22860"/>
                  </a:lnTo>
                  <a:lnTo>
                    <a:pt x="73152" y="25908"/>
                  </a:lnTo>
                  <a:lnTo>
                    <a:pt x="73950" y="26706"/>
                  </a:lnTo>
                  <a:close/>
                </a:path>
                <a:path w="299085" h="683260">
                  <a:moveTo>
                    <a:pt x="76200" y="258064"/>
                  </a:moveTo>
                  <a:lnTo>
                    <a:pt x="76200" y="39624"/>
                  </a:lnTo>
                  <a:lnTo>
                    <a:pt x="38100" y="1524"/>
                  </a:lnTo>
                  <a:lnTo>
                    <a:pt x="38100" y="76200"/>
                  </a:lnTo>
                  <a:lnTo>
                    <a:pt x="39624" y="77724"/>
                  </a:lnTo>
                  <a:lnTo>
                    <a:pt x="39624" y="153924"/>
                  </a:lnTo>
                  <a:lnTo>
                    <a:pt x="41148" y="156972"/>
                  </a:lnTo>
                  <a:lnTo>
                    <a:pt x="41148" y="158496"/>
                  </a:lnTo>
                  <a:lnTo>
                    <a:pt x="44196" y="169164"/>
                  </a:lnTo>
                  <a:lnTo>
                    <a:pt x="44196" y="170688"/>
                  </a:lnTo>
                  <a:lnTo>
                    <a:pt x="45720" y="173736"/>
                  </a:lnTo>
                  <a:lnTo>
                    <a:pt x="45720" y="175260"/>
                  </a:lnTo>
                  <a:lnTo>
                    <a:pt x="48768" y="181356"/>
                  </a:lnTo>
                  <a:lnTo>
                    <a:pt x="48768" y="178308"/>
                  </a:lnTo>
                  <a:lnTo>
                    <a:pt x="51816" y="188976"/>
                  </a:lnTo>
                  <a:lnTo>
                    <a:pt x="67056" y="234696"/>
                  </a:lnTo>
                  <a:lnTo>
                    <a:pt x="71628" y="245364"/>
                  </a:lnTo>
                  <a:lnTo>
                    <a:pt x="74676" y="252984"/>
                  </a:lnTo>
                  <a:lnTo>
                    <a:pt x="76200" y="258064"/>
                  </a:lnTo>
                  <a:close/>
                </a:path>
                <a:path w="299085" h="683260">
                  <a:moveTo>
                    <a:pt x="41148" y="156972"/>
                  </a:moveTo>
                  <a:lnTo>
                    <a:pt x="38100" y="150876"/>
                  </a:lnTo>
                  <a:lnTo>
                    <a:pt x="39319" y="153924"/>
                  </a:lnTo>
                  <a:lnTo>
                    <a:pt x="41148" y="156972"/>
                  </a:lnTo>
                  <a:close/>
                </a:path>
                <a:path w="299085" h="683260">
                  <a:moveTo>
                    <a:pt x="39319" y="153924"/>
                  </a:moveTo>
                  <a:lnTo>
                    <a:pt x="38100" y="150876"/>
                  </a:lnTo>
                  <a:lnTo>
                    <a:pt x="38100" y="151892"/>
                  </a:lnTo>
                  <a:lnTo>
                    <a:pt x="39319" y="153924"/>
                  </a:lnTo>
                  <a:close/>
                </a:path>
                <a:path w="299085" h="683260">
                  <a:moveTo>
                    <a:pt x="41148" y="158496"/>
                  </a:moveTo>
                  <a:lnTo>
                    <a:pt x="41148" y="156972"/>
                  </a:lnTo>
                  <a:lnTo>
                    <a:pt x="39319" y="153924"/>
                  </a:lnTo>
                  <a:lnTo>
                    <a:pt x="41148" y="158496"/>
                  </a:lnTo>
                  <a:close/>
                </a:path>
                <a:path w="299085" h="683260">
                  <a:moveTo>
                    <a:pt x="50292" y="184404"/>
                  </a:moveTo>
                  <a:lnTo>
                    <a:pt x="48768" y="178308"/>
                  </a:lnTo>
                  <a:lnTo>
                    <a:pt x="48768" y="181356"/>
                  </a:lnTo>
                  <a:lnTo>
                    <a:pt x="50292" y="184404"/>
                  </a:lnTo>
                  <a:close/>
                </a:path>
                <a:path w="299085" h="683260">
                  <a:moveTo>
                    <a:pt x="75734" y="29549"/>
                  </a:moveTo>
                  <a:lnTo>
                    <a:pt x="74676" y="24187"/>
                  </a:lnTo>
                  <a:lnTo>
                    <a:pt x="74676" y="24527"/>
                  </a:lnTo>
                  <a:lnTo>
                    <a:pt x="66675" y="12573"/>
                  </a:lnTo>
                  <a:lnTo>
                    <a:pt x="65762" y="11961"/>
                  </a:lnTo>
                  <a:lnTo>
                    <a:pt x="73152" y="23003"/>
                  </a:lnTo>
                  <a:lnTo>
                    <a:pt x="73152" y="22663"/>
                  </a:lnTo>
                  <a:lnTo>
                    <a:pt x="73950" y="26706"/>
                  </a:lnTo>
                  <a:lnTo>
                    <a:pt x="74676" y="27432"/>
                  </a:lnTo>
                  <a:lnTo>
                    <a:pt x="75734" y="29549"/>
                  </a:lnTo>
                  <a:close/>
                </a:path>
                <a:path w="299085" h="683260">
                  <a:moveTo>
                    <a:pt x="76200" y="38862"/>
                  </a:moveTo>
                  <a:lnTo>
                    <a:pt x="76200" y="38100"/>
                  </a:lnTo>
                  <a:lnTo>
                    <a:pt x="73950" y="26706"/>
                  </a:lnTo>
                  <a:lnTo>
                    <a:pt x="73152" y="25908"/>
                  </a:lnTo>
                  <a:lnTo>
                    <a:pt x="71628" y="22860"/>
                  </a:lnTo>
                  <a:lnTo>
                    <a:pt x="76200" y="38862"/>
                  </a:lnTo>
                  <a:close/>
                </a:path>
                <a:path w="299085" h="683260">
                  <a:moveTo>
                    <a:pt x="77724" y="263144"/>
                  </a:moveTo>
                  <a:lnTo>
                    <a:pt x="77724" y="44196"/>
                  </a:lnTo>
                  <a:lnTo>
                    <a:pt x="71628" y="22860"/>
                  </a:lnTo>
                  <a:lnTo>
                    <a:pt x="71628" y="35052"/>
                  </a:lnTo>
                  <a:lnTo>
                    <a:pt x="76200" y="39624"/>
                  </a:lnTo>
                  <a:lnTo>
                    <a:pt x="76200" y="258064"/>
                  </a:lnTo>
                  <a:lnTo>
                    <a:pt x="77724" y="263144"/>
                  </a:lnTo>
                  <a:close/>
                </a:path>
                <a:path w="299085" h="683260">
                  <a:moveTo>
                    <a:pt x="77724" y="44196"/>
                  </a:moveTo>
                  <a:lnTo>
                    <a:pt x="77724" y="39624"/>
                  </a:lnTo>
                  <a:lnTo>
                    <a:pt x="75734" y="29549"/>
                  </a:lnTo>
                  <a:lnTo>
                    <a:pt x="74676" y="27432"/>
                  </a:lnTo>
                  <a:lnTo>
                    <a:pt x="73950" y="26706"/>
                  </a:lnTo>
                  <a:lnTo>
                    <a:pt x="76200" y="38100"/>
                  </a:lnTo>
                  <a:lnTo>
                    <a:pt x="76200" y="38862"/>
                  </a:lnTo>
                  <a:lnTo>
                    <a:pt x="77724" y="44196"/>
                  </a:lnTo>
                  <a:close/>
                </a:path>
                <a:path w="299085" h="683260">
                  <a:moveTo>
                    <a:pt x="91440" y="303276"/>
                  </a:moveTo>
                  <a:lnTo>
                    <a:pt x="91440" y="74676"/>
                  </a:lnTo>
                  <a:lnTo>
                    <a:pt x="89916" y="68580"/>
                  </a:lnTo>
                  <a:lnTo>
                    <a:pt x="89916" y="67056"/>
                  </a:lnTo>
                  <a:lnTo>
                    <a:pt x="88392" y="65532"/>
                  </a:lnTo>
                  <a:lnTo>
                    <a:pt x="88392" y="64008"/>
                  </a:lnTo>
                  <a:lnTo>
                    <a:pt x="85344" y="56388"/>
                  </a:lnTo>
                  <a:lnTo>
                    <a:pt x="85344" y="54864"/>
                  </a:lnTo>
                  <a:lnTo>
                    <a:pt x="83820" y="51816"/>
                  </a:lnTo>
                  <a:lnTo>
                    <a:pt x="82296" y="45720"/>
                  </a:lnTo>
                  <a:lnTo>
                    <a:pt x="79248" y="38100"/>
                  </a:lnTo>
                  <a:lnTo>
                    <a:pt x="79248" y="36576"/>
                  </a:lnTo>
                  <a:lnTo>
                    <a:pt x="75734" y="29549"/>
                  </a:lnTo>
                  <a:lnTo>
                    <a:pt x="77724" y="39624"/>
                  </a:lnTo>
                  <a:lnTo>
                    <a:pt x="77724" y="263144"/>
                  </a:lnTo>
                  <a:lnTo>
                    <a:pt x="79248" y="268224"/>
                  </a:lnTo>
                  <a:lnTo>
                    <a:pt x="82296" y="280416"/>
                  </a:lnTo>
                  <a:lnTo>
                    <a:pt x="86868" y="291084"/>
                  </a:lnTo>
                  <a:lnTo>
                    <a:pt x="91440" y="303276"/>
                  </a:lnTo>
                  <a:close/>
                </a:path>
                <a:path w="299085" h="683260">
                  <a:moveTo>
                    <a:pt x="253484" y="671352"/>
                  </a:moveTo>
                  <a:lnTo>
                    <a:pt x="253484" y="539400"/>
                  </a:lnTo>
                  <a:lnTo>
                    <a:pt x="250888" y="553974"/>
                  </a:lnTo>
                  <a:lnTo>
                    <a:pt x="242863" y="566261"/>
                  </a:lnTo>
                  <a:lnTo>
                    <a:pt x="230124" y="574548"/>
                  </a:lnTo>
                  <a:lnTo>
                    <a:pt x="215193" y="577238"/>
                  </a:lnTo>
                  <a:lnTo>
                    <a:pt x="201168" y="574396"/>
                  </a:lnTo>
                  <a:lnTo>
                    <a:pt x="200977" y="574357"/>
                  </a:lnTo>
                  <a:lnTo>
                    <a:pt x="188761" y="566618"/>
                  </a:lnTo>
                  <a:lnTo>
                    <a:pt x="179832" y="554736"/>
                  </a:lnTo>
                  <a:lnTo>
                    <a:pt x="178308" y="548640"/>
                  </a:lnTo>
                  <a:lnTo>
                    <a:pt x="171430" y="528008"/>
                  </a:lnTo>
                  <a:lnTo>
                    <a:pt x="82296" y="504444"/>
                  </a:lnTo>
                  <a:lnTo>
                    <a:pt x="253484" y="671352"/>
                  </a:lnTo>
                  <a:close/>
                </a:path>
                <a:path w="299085" h="683260">
                  <a:moveTo>
                    <a:pt x="99060" y="321564"/>
                  </a:moveTo>
                  <a:lnTo>
                    <a:pt x="99060" y="99060"/>
                  </a:lnTo>
                  <a:lnTo>
                    <a:pt x="97536" y="92964"/>
                  </a:lnTo>
                  <a:lnTo>
                    <a:pt x="97536" y="88392"/>
                  </a:lnTo>
                  <a:lnTo>
                    <a:pt x="96012" y="85344"/>
                  </a:lnTo>
                  <a:lnTo>
                    <a:pt x="96012" y="82296"/>
                  </a:lnTo>
                  <a:lnTo>
                    <a:pt x="92964" y="76200"/>
                  </a:lnTo>
                  <a:lnTo>
                    <a:pt x="89916" y="68580"/>
                  </a:lnTo>
                  <a:lnTo>
                    <a:pt x="91440" y="74676"/>
                  </a:lnTo>
                  <a:lnTo>
                    <a:pt x="91440" y="303276"/>
                  </a:lnTo>
                  <a:lnTo>
                    <a:pt x="96012" y="312420"/>
                  </a:lnTo>
                  <a:lnTo>
                    <a:pt x="99060" y="321564"/>
                  </a:lnTo>
                  <a:close/>
                </a:path>
                <a:path w="299085" h="683260">
                  <a:moveTo>
                    <a:pt x="98145" y="94488"/>
                  </a:moveTo>
                  <a:lnTo>
                    <a:pt x="97536" y="91440"/>
                  </a:lnTo>
                  <a:lnTo>
                    <a:pt x="97536" y="92964"/>
                  </a:lnTo>
                  <a:lnTo>
                    <a:pt x="98145" y="94488"/>
                  </a:lnTo>
                  <a:close/>
                </a:path>
                <a:path w="299085" h="683260">
                  <a:moveTo>
                    <a:pt x="99060" y="99060"/>
                  </a:moveTo>
                  <a:lnTo>
                    <a:pt x="98145" y="94488"/>
                  </a:lnTo>
                  <a:lnTo>
                    <a:pt x="97536" y="92964"/>
                  </a:lnTo>
                  <a:lnTo>
                    <a:pt x="99060" y="99060"/>
                  </a:lnTo>
                  <a:close/>
                </a:path>
                <a:path w="299085" h="683260">
                  <a:moveTo>
                    <a:pt x="105918" y="116586"/>
                  </a:moveTo>
                  <a:lnTo>
                    <a:pt x="100584" y="100584"/>
                  </a:lnTo>
                  <a:lnTo>
                    <a:pt x="98145" y="94488"/>
                  </a:lnTo>
                  <a:lnTo>
                    <a:pt x="99060" y="99060"/>
                  </a:lnTo>
                  <a:lnTo>
                    <a:pt x="99060" y="321564"/>
                  </a:lnTo>
                  <a:lnTo>
                    <a:pt x="100584" y="326136"/>
                  </a:lnTo>
                  <a:lnTo>
                    <a:pt x="103632" y="333756"/>
                  </a:lnTo>
                  <a:lnTo>
                    <a:pt x="103632" y="112776"/>
                  </a:lnTo>
                  <a:lnTo>
                    <a:pt x="105918" y="116586"/>
                  </a:lnTo>
                  <a:close/>
                </a:path>
                <a:path w="299085" h="683260">
                  <a:moveTo>
                    <a:pt x="106680" y="118872"/>
                  </a:moveTo>
                  <a:lnTo>
                    <a:pt x="105918" y="116586"/>
                  </a:lnTo>
                  <a:lnTo>
                    <a:pt x="103632" y="112776"/>
                  </a:lnTo>
                  <a:lnTo>
                    <a:pt x="106680" y="118872"/>
                  </a:lnTo>
                  <a:close/>
                </a:path>
                <a:path w="299085" h="683260">
                  <a:moveTo>
                    <a:pt x="106680" y="344932"/>
                  </a:moveTo>
                  <a:lnTo>
                    <a:pt x="106680" y="118872"/>
                  </a:lnTo>
                  <a:lnTo>
                    <a:pt x="103632" y="112776"/>
                  </a:lnTo>
                  <a:lnTo>
                    <a:pt x="103632" y="333756"/>
                  </a:lnTo>
                  <a:lnTo>
                    <a:pt x="106680" y="344932"/>
                  </a:lnTo>
                  <a:close/>
                </a:path>
                <a:path w="299085" h="683260">
                  <a:moveTo>
                    <a:pt x="117348" y="378460"/>
                  </a:moveTo>
                  <a:lnTo>
                    <a:pt x="117348" y="147828"/>
                  </a:lnTo>
                  <a:lnTo>
                    <a:pt x="114300" y="138684"/>
                  </a:lnTo>
                  <a:lnTo>
                    <a:pt x="111252" y="128016"/>
                  </a:lnTo>
                  <a:lnTo>
                    <a:pt x="109728" y="124968"/>
                  </a:lnTo>
                  <a:lnTo>
                    <a:pt x="109728" y="123444"/>
                  </a:lnTo>
                  <a:lnTo>
                    <a:pt x="108204" y="120396"/>
                  </a:lnTo>
                  <a:lnTo>
                    <a:pt x="105918" y="116586"/>
                  </a:lnTo>
                  <a:lnTo>
                    <a:pt x="106680" y="118872"/>
                  </a:lnTo>
                  <a:lnTo>
                    <a:pt x="106680" y="344932"/>
                  </a:lnTo>
                  <a:lnTo>
                    <a:pt x="108204" y="350520"/>
                  </a:lnTo>
                  <a:lnTo>
                    <a:pt x="111252" y="361188"/>
                  </a:lnTo>
                  <a:lnTo>
                    <a:pt x="115824" y="374904"/>
                  </a:lnTo>
                  <a:lnTo>
                    <a:pt x="117348" y="378460"/>
                  </a:lnTo>
                  <a:close/>
                </a:path>
                <a:path w="299085" h="683260">
                  <a:moveTo>
                    <a:pt x="237744" y="509570"/>
                  </a:moveTo>
                  <a:lnTo>
                    <a:pt x="237744" y="492252"/>
                  </a:lnTo>
                  <a:lnTo>
                    <a:pt x="236220" y="487680"/>
                  </a:lnTo>
                  <a:lnTo>
                    <a:pt x="236220" y="481584"/>
                  </a:lnTo>
                  <a:lnTo>
                    <a:pt x="230124" y="466344"/>
                  </a:lnTo>
                  <a:lnTo>
                    <a:pt x="225552" y="454152"/>
                  </a:lnTo>
                  <a:lnTo>
                    <a:pt x="220980" y="443484"/>
                  </a:lnTo>
                  <a:lnTo>
                    <a:pt x="219456" y="435864"/>
                  </a:lnTo>
                  <a:lnTo>
                    <a:pt x="213360" y="420624"/>
                  </a:lnTo>
                  <a:lnTo>
                    <a:pt x="210312" y="408432"/>
                  </a:lnTo>
                  <a:lnTo>
                    <a:pt x="201168" y="384048"/>
                  </a:lnTo>
                  <a:lnTo>
                    <a:pt x="196596" y="373380"/>
                  </a:lnTo>
                  <a:lnTo>
                    <a:pt x="192024" y="359664"/>
                  </a:lnTo>
                  <a:lnTo>
                    <a:pt x="187452" y="347472"/>
                  </a:lnTo>
                  <a:lnTo>
                    <a:pt x="184404" y="336804"/>
                  </a:lnTo>
                  <a:lnTo>
                    <a:pt x="178308" y="323088"/>
                  </a:lnTo>
                  <a:lnTo>
                    <a:pt x="176784" y="315468"/>
                  </a:lnTo>
                  <a:lnTo>
                    <a:pt x="172212" y="300228"/>
                  </a:lnTo>
                  <a:lnTo>
                    <a:pt x="158496" y="263652"/>
                  </a:lnTo>
                  <a:lnTo>
                    <a:pt x="153924" y="252984"/>
                  </a:lnTo>
                  <a:lnTo>
                    <a:pt x="149352" y="240792"/>
                  </a:lnTo>
                  <a:lnTo>
                    <a:pt x="147828" y="234696"/>
                  </a:lnTo>
                  <a:lnTo>
                    <a:pt x="143256" y="217932"/>
                  </a:lnTo>
                  <a:lnTo>
                    <a:pt x="138684" y="207264"/>
                  </a:lnTo>
                  <a:lnTo>
                    <a:pt x="135636" y="199644"/>
                  </a:lnTo>
                  <a:lnTo>
                    <a:pt x="131064" y="184404"/>
                  </a:lnTo>
                  <a:lnTo>
                    <a:pt x="126492" y="173736"/>
                  </a:lnTo>
                  <a:lnTo>
                    <a:pt x="124968" y="167640"/>
                  </a:lnTo>
                  <a:lnTo>
                    <a:pt x="121920" y="156972"/>
                  </a:lnTo>
                  <a:lnTo>
                    <a:pt x="121920" y="155448"/>
                  </a:lnTo>
                  <a:lnTo>
                    <a:pt x="120396" y="153924"/>
                  </a:lnTo>
                  <a:lnTo>
                    <a:pt x="118872" y="150876"/>
                  </a:lnTo>
                  <a:lnTo>
                    <a:pt x="115824" y="141732"/>
                  </a:lnTo>
                  <a:lnTo>
                    <a:pt x="117348" y="147828"/>
                  </a:lnTo>
                  <a:lnTo>
                    <a:pt x="117348" y="378460"/>
                  </a:lnTo>
                  <a:lnTo>
                    <a:pt x="120396" y="385572"/>
                  </a:lnTo>
                  <a:lnTo>
                    <a:pt x="124968" y="397764"/>
                  </a:lnTo>
                  <a:lnTo>
                    <a:pt x="129540" y="411480"/>
                  </a:lnTo>
                  <a:lnTo>
                    <a:pt x="134112" y="423672"/>
                  </a:lnTo>
                  <a:lnTo>
                    <a:pt x="137160" y="432816"/>
                  </a:lnTo>
                  <a:lnTo>
                    <a:pt x="143256" y="446532"/>
                  </a:lnTo>
                  <a:lnTo>
                    <a:pt x="146304" y="454152"/>
                  </a:lnTo>
                  <a:lnTo>
                    <a:pt x="149352" y="469392"/>
                  </a:lnTo>
                  <a:lnTo>
                    <a:pt x="153924" y="481584"/>
                  </a:lnTo>
                  <a:lnTo>
                    <a:pt x="158496" y="492252"/>
                  </a:lnTo>
                  <a:lnTo>
                    <a:pt x="161544" y="499872"/>
                  </a:lnTo>
                  <a:lnTo>
                    <a:pt x="164592" y="512064"/>
                  </a:lnTo>
                  <a:lnTo>
                    <a:pt x="164592" y="513588"/>
                  </a:lnTo>
                  <a:lnTo>
                    <a:pt x="166116" y="515112"/>
                  </a:lnTo>
                  <a:lnTo>
                    <a:pt x="166116" y="516636"/>
                  </a:lnTo>
                  <a:lnTo>
                    <a:pt x="170688" y="525780"/>
                  </a:lnTo>
                  <a:lnTo>
                    <a:pt x="171430" y="528008"/>
                  </a:lnTo>
                  <a:lnTo>
                    <a:pt x="214884" y="539496"/>
                  </a:lnTo>
                  <a:lnTo>
                    <a:pt x="236220" y="511565"/>
                  </a:lnTo>
                  <a:lnTo>
                    <a:pt x="236220" y="487680"/>
                  </a:lnTo>
                  <a:lnTo>
                    <a:pt x="237526" y="490728"/>
                  </a:lnTo>
                  <a:lnTo>
                    <a:pt x="237526" y="509855"/>
                  </a:lnTo>
                  <a:lnTo>
                    <a:pt x="237744" y="509570"/>
                  </a:lnTo>
                  <a:close/>
                </a:path>
                <a:path w="299085" h="683260">
                  <a:moveTo>
                    <a:pt x="253484" y="539400"/>
                  </a:moveTo>
                  <a:lnTo>
                    <a:pt x="249936" y="524256"/>
                  </a:lnTo>
                  <a:lnTo>
                    <a:pt x="248412" y="519684"/>
                  </a:lnTo>
                  <a:lnTo>
                    <a:pt x="246888" y="513588"/>
                  </a:lnTo>
                  <a:lnTo>
                    <a:pt x="242690" y="503094"/>
                  </a:lnTo>
                  <a:lnTo>
                    <a:pt x="214884" y="539496"/>
                  </a:lnTo>
                  <a:lnTo>
                    <a:pt x="171430" y="528008"/>
                  </a:lnTo>
                  <a:lnTo>
                    <a:pt x="178308" y="548640"/>
                  </a:lnTo>
                  <a:lnTo>
                    <a:pt x="179832" y="554736"/>
                  </a:lnTo>
                  <a:lnTo>
                    <a:pt x="188761" y="566618"/>
                  </a:lnTo>
                  <a:lnTo>
                    <a:pt x="200977" y="574357"/>
                  </a:lnTo>
                  <a:lnTo>
                    <a:pt x="214884" y="577176"/>
                  </a:lnTo>
                  <a:lnTo>
                    <a:pt x="215193" y="577238"/>
                  </a:lnTo>
                  <a:lnTo>
                    <a:pt x="230124" y="574548"/>
                  </a:lnTo>
                  <a:lnTo>
                    <a:pt x="242690" y="566373"/>
                  </a:lnTo>
                  <a:lnTo>
                    <a:pt x="242863" y="566261"/>
                  </a:lnTo>
                  <a:lnTo>
                    <a:pt x="250888" y="553974"/>
                  </a:lnTo>
                  <a:lnTo>
                    <a:pt x="253484" y="539400"/>
                  </a:lnTo>
                  <a:close/>
                </a:path>
                <a:path w="299085" h="683260">
                  <a:moveTo>
                    <a:pt x="237744" y="492252"/>
                  </a:moveTo>
                  <a:lnTo>
                    <a:pt x="237526" y="490728"/>
                  </a:lnTo>
                  <a:lnTo>
                    <a:pt x="236220" y="487680"/>
                  </a:lnTo>
                  <a:lnTo>
                    <a:pt x="237744" y="492252"/>
                  </a:lnTo>
                  <a:close/>
                </a:path>
                <a:path w="299085" h="683260">
                  <a:moveTo>
                    <a:pt x="242690" y="503094"/>
                  </a:moveTo>
                  <a:lnTo>
                    <a:pt x="240792" y="498348"/>
                  </a:lnTo>
                  <a:lnTo>
                    <a:pt x="237526" y="490728"/>
                  </a:lnTo>
                  <a:lnTo>
                    <a:pt x="237744" y="492252"/>
                  </a:lnTo>
                  <a:lnTo>
                    <a:pt x="237744" y="509570"/>
                  </a:lnTo>
                  <a:lnTo>
                    <a:pt x="242690" y="503094"/>
                  </a:lnTo>
                  <a:close/>
                </a:path>
                <a:path w="299085" h="683260">
                  <a:moveTo>
                    <a:pt x="298704" y="429768"/>
                  </a:moveTo>
                  <a:lnTo>
                    <a:pt x="242690" y="503094"/>
                  </a:lnTo>
                  <a:lnTo>
                    <a:pt x="246888" y="513588"/>
                  </a:lnTo>
                  <a:lnTo>
                    <a:pt x="248412" y="519684"/>
                  </a:lnTo>
                  <a:lnTo>
                    <a:pt x="249936" y="524256"/>
                  </a:lnTo>
                  <a:lnTo>
                    <a:pt x="253484" y="539400"/>
                  </a:lnTo>
                  <a:lnTo>
                    <a:pt x="253484" y="671352"/>
                  </a:lnTo>
                  <a:lnTo>
                    <a:pt x="265176" y="682752"/>
                  </a:lnTo>
                  <a:lnTo>
                    <a:pt x="298704" y="429768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Título 27">
            <a:extLst>
              <a:ext uri="{FF2B5EF4-FFF2-40B4-BE49-F238E27FC236}">
                <a16:creationId xmlns:a16="http://schemas.microsoft.com/office/drawing/2014/main" id="{2A95DC55-9129-70C1-2629-F92EDF71C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</a:t>
            </a:r>
            <a:r>
              <a:rPr lang="pt-BR" spc="-105" dirty="0"/>
              <a:t> </a:t>
            </a:r>
            <a:r>
              <a:rPr lang="pt-BR" spc="-25" dirty="0"/>
              <a:t>DE </a:t>
            </a:r>
            <a:r>
              <a:rPr lang="pt-BR" dirty="0"/>
              <a:t>BANCO</a:t>
            </a:r>
            <a:r>
              <a:rPr lang="pt-BR" spc="-50" dirty="0"/>
              <a:t> </a:t>
            </a:r>
            <a:r>
              <a:rPr lang="pt-BR" dirty="0"/>
              <a:t>DE</a:t>
            </a:r>
            <a:r>
              <a:rPr lang="pt-BR" spc="-35" dirty="0"/>
              <a:t> </a:t>
            </a:r>
            <a:r>
              <a:rPr lang="pt-BR" spc="-10" dirty="0"/>
              <a:t>DADOS</a:t>
            </a:r>
            <a:endParaRPr lang="pt-BR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60600" y="1524000"/>
            <a:ext cx="9220200" cy="17334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95"/>
              </a:spcBef>
            </a:pPr>
            <a:r>
              <a:rPr sz="3200" b="1" i="1" spc="-200" dirty="0">
                <a:latin typeface="Times New Roman"/>
                <a:cs typeface="Times New Roman"/>
              </a:rPr>
              <a:t>É</a:t>
            </a:r>
            <a:r>
              <a:rPr sz="3200" b="1" i="1" spc="-10" dirty="0">
                <a:latin typeface="Times New Roman"/>
                <a:cs typeface="Times New Roman"/>
              </a:rPr>
              <a:t> </a:t>
            </a:r>
            <a:r>
              <a:rPr sz="3200" b="1" i="1" spc="-95" dirty="0">
                <a:latin typeface="Times New Roman"/>
                <a:cs typeface="Times New Roman"/>
              </a:rPr>
              <a:t>uma</a:t>
            </a:r>
            <a:r>
              <a:rPr sz="3200" b="1" i="1" spc="-105" dirty="0">
                <a:latin typeface="Times New Roman"/>
                <a:cs typeface="Times New Roman"/>
              </a:rPr>
              <a:t> </a:t>
            </a:r>
            <a:r>
              <a:rPr sz="3200" b="1" i="1" spc="-60" dirty="0">
                <a:latin typeface="Times New Roman"/>
                <a:cs typeface="Times New Roman"/>
              </a:rPr>
              <a:t>forma</a:t>
            </a:r>
            <a:r>
              <a:rPr sz="3200" b="1" i="1" spc="-12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de</a:t>
            </a:r>
            <a:r>
              <a:rPr sz="3200" b="1" i="1" spc="-70" dirty="0">
                <a:latin typeface="Times New Roman"/>
                <a:cs typeface="Times New Roman"/>
              </a:rPr>
              <a:t> </a:t>
            </a:r>
            <a:r>
              <a:rPr sz="3200" b="1" i="1" spc="-10" dirty="0">
                <a:latin typeface="Times New Roman"/>
                <a:cs typeface="Times New Roman"/>
              </a:rPr>
              <a:t>representação</a:t>
            </a:r>
            <a:r>
              <a:rPr sz="3200" b="1" i="1" spc="-80" dirty="0">
                <a:latin typeface="Times New Roman"/>
                <a:cs typeface="Times New Roman"/>
              </a:rPr>
              <a:t> </a:t>
            </a:r>
            <a:r>
              <a:rPr sz="3200" b="1" i="1" spc="-10" dirty="0">
                <a:latin typeface="Times New Roman"/>
                <a:cs typeface="Times New Roman"/>
              </a:rPr>
              <a:t>estruturada </a:t>
            </a:r>
            <a:r>
              <a:rPr sz="3200" i="1" dirty="0">
                <a:latin typeface="Times New Roman"/>
                <a:cs typeface="Times New Roman"/>
              </a:rPr>
              <a:t>dos</a:t>
            </a:r>
            <a:r>
              <a:rPr sz="3200" i="1" spc="-4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dados,</a:t>
            </a:r>
            <a:r>
              <a:rPr sz="3200" i="1" spc="-2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segundo</a:t>
            </a:r>
            <a:r>
              <a:rPr sz="3200" i="1" spc="-35" dirty="0">
                <a:latin typeface="Times New Roman"/>
                <a:cs typeface="Times New Roman"/>
              </a:rPr>
              <a:t> </a:t>
            </a:r>
            <a:r>
              <a:rPr sz="32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um</a:t>
            </a:r>
            <a:r>
              <a:rPr sz="3200" i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determinado</a:t>
            </a:r>
            <a:r>
              <a:rPr sz="3200" i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padrão</a:t>
            </a:r>
            <a:r>
              <a:rPr sz="3200" b="1" i="1" spc="-10" dirty="0">
                <a:latin typeface="Times New Roman"/>
                <a:cs typeface="Times New Roman"/>
              </a:rPr>
              <a:t>, </a:t>
            </a:r>
            <a:r>
              <a:rPr sz="3200" b="1" i="1" dirty="0">
                <a:latin typeface="Times New Roman"/>
                <a:cs typeface="Times New Roman"/>
              </a:rPr>
              <a:t>para</a:t>
            </a:r>
            <a:r>
              <a:rPr sz="3200" b="1" i="1" spc="-90" dirty="0">
                <a:latin typeface="Times New Roman"/>
                <a:cs typeface="Times New Roman"/>
              </a:rPr>
              <a:t> </a:t>
            </a:r>
            <a:r>
              <a:rPr sz="3200" b="1" i="1" spc="-10" dirty="0">
                <a:latin typeface="Times New Roman"/>
                <a:cs typeface="Times New Roman"/>
              </a:rPr>
              <a:t>que</a:t>
            </a:r>
            <a:r>
              <a:rPr sz="3200" b="1" i="1" spc="-85" dirty="0">
                <a:latin typeface="Times New Roman"/>
                <a:cs typeface="Times New Roman"/>
              </a:rPr>
              <a:t> </a:t>
            </a:r>
            <a:r>
              <a:rPr sz="3200" b="1" i="1" spc="-10" dirty="0">
                <a:latin typeface="Times New Roman"/>
                <a:cs typeface="Times New Roman"/>
              </a:rPr>
              <a:t>possam</a:t>
            </a:r>
            <a:r>
              <a:rPr sz="3200" b="1" i="1" spc="-8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ser</a:t>
            </a:r>
            <a:r>
              <a:rPr sz="3200" b="1" i="1" spc="-7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“entendidos”</a:t>
            </a:r>
            <a:r>
              <a:rPr sz="3200" b="1" i="1" spc="-9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pelo</a:t>
            </a:r>
            <a:r>
              <a:rPr sz="3200" b="1" i="1" spc="-90" dirty="0">
                <a:latin typeface="Times New Roman"/>
                <a:cs typeface="Times New Roman"/>
              </a:rPr>
              <a:t> </a:t>
            </a:r>
            <a:r>
              <a:rPr sz="3200" b="1" i="1" spc="-45" dirty="0">
                <a:latin typeface="Times New Roman"/>
                <a:cs typeface="Times New Roman"/>
              </a:rPr>
              <a:t>SGBD </a:t>
            </a:r>
            <a:r>
              <a:rPr sz="3200" i="1" spc="-10" dirty="0">
                <a:latin typeface="Times New Roman"/>
                <a:cs typeface="Times New Roman"/>
              </a:rPr>
              <a:t>utilizado.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65400" y="3638423"/>
            <a:ext cx="3994785" cy="1487805"/>
          </a:xfrm>
          <a:custGeom>
            <a:avLst/>
            <a:gdLst/>
            <a:ahLst/>
            <a:cxnLst/>
            <a:rect l="l" t="t" r="r" b="b"/>
            <a:pathLst>
              <a:path w="3994785" h="1487804">
                <a:moveTo>
                  <a:pt x="1997970" y="0"/>
                </a:moveTo>
                <a:lnTo>
                  <a:pt x="1930683" y="412"/>
                </a:lnTo>
                <a:lnTo>
                  <a:pt x="1863952" y="1643"/>
                </a:lnTo>
                <a:lnTo>
                  <a:pt x="1797814" y="3677"/>
                </a:lnTo>
                <a:lnTo>
                  <a:pt x="1732302" y="6504"/>
                </a:lnTo>
                <a:lnTo>
                  <a:pt x="1667452" y="10109"/>
                </a:lnTo>
                <a:lnTo>
                  <a:pt x="1603298" y="14479"/>
                </a:lnTo>
                <a:lnTo>
                  <a:pt x="1539876" y="19603"/>
                </a:lnTo>
                <a:lnTo>
                  <a:pt x="1477221" y="25466"/>
                </a:lnTo>
                <a:lnTo>
                  <a:pt x="1415367" y="32056"/>
                </a:lnTo>
                <a:lnTo>
                  <a:pt x="1354349" y="39361"/>
                </a:lnTo>
                <a:lnTo>
                  <a:pt x="1294204" y="47367"/>
                </a:lnTo>
                <a:lnTo>
                  <a:pt x="1234964" y="56061"/>
                </a:lnTo>
                <a:lnTo>
                  <a:pt x="1176666" y="65430"/>
                </a:lnTo>
                <a:lnTo>
                  <a:pt x="1119345" y="75462"/>
                </a:lnTo>
                <a:lnTo>
                  <a:pt x="1063034" y="86143"/>
                </a:lnTo>
                <a:lnTo>
                  <a:pt x="1007771" y="97462"/>
                </a:lnTo>
                <a:lnTo>
                  <a:pt x="953588" y="109404"/>
                </a:lnTo>
                <a:lnTo>
                  <a:pt x="900522" y="121957"/>
                </a:lnTo>
                <a:lnTo>
                  <a:pt x="848607" y="135108"/>
                </a:lnTo>
                <a:lnTo>
                  <a:pt x="797879" y="148844"/>
                </a:lnTo>
                <a:lnTo>
                  <a:pt x="748372" y="163152"/>
                </a:lnTo>
                <a:lnTo>
                  <a:pt x="700121" y="178019"/>
                </a:lnTo>
                <a:lnTo>
                  <a:pt x="653161" y="193433"/>
                </a:lnTo>
                <a:lnTo>
                  <a:pt x="607527" y="209381"/>
                </a:lnTo>
                <a:lnTo>
                  <a:pt x="563255" y="225849"/>
                </a:lnTo>
                <a:lnTo>
                  <a:pt x="520378" y="242824"/>
                </a:lnTo>
                <a:lnTo>
                  <a:pt x="478933" y="260295"/>
                </a:lnTo>
                <a:lnTo>
                  <a:pt x="438954" y="278247"/>
                </a:lnTo>
                <a:lnTo>
                  <a:pt x="400476" y="296669"/>
                </a:lnTo>
                <a:lnTo>
                  <a:pt x="363534" y="315546"/>
                </a:lnTo>
                <a:lnTo>
                  <a:pt x="328163" y="334867"/>
                </a:lnTo>
                <a:lnTo>
                  <a:pt x="294398" y="354617"/>
                </a:lnTo>
                <a:lnTo>
                  <a:pt x="231825" y="395358"/>
                </a:lnTo>
                <a:lnTo>
                  <a:pt x="176097" y="437665"/>
                </a:lnTo>
                <a:lnTo>
                  <a:pt x="127492" y="481436"/>
                </a:lnTo>
                <a:lnTo>
                  <a:pt x="86290" y="526566"/>
                </a:lnTo>
                <a:lnTo>
                  <a:pt x="52771" y="572952"/>
                </a:lnTo>
                <a:lnTo>
                  <a:pt x="27215" y="620492"/>
                </a:lnTo>
                <a:lnTo>
                  <a:pt x="9902" y="669083"/>
                </a:lnTo>
                <a:lnTo>
                  <a:pt x="1111" y="718620"/>
                </a:lnTo>
                <a:lnTo>
                  <a:pt x="0" y="743711"/>
                </a:lnTo>
                <a:lnTo>
                  <a:pt x="1111" y="768713"/>
                </a:lnTo>
                <a:lnTo>
                  <a:pt x="9902" y="818094"/>
                </a:lnTo>
                <a:lnTo>
                  <a:pt x="27215" y="866554"/>
                </a:lnTo>
                <a:lnTo>
                  <a:pt x="52771" y="913991"/>
                </a:lnTo>
                <a:lnTo>
                  <a:pt x="86290" y="960298"/>
                </a:lnTo>
                <a:lnTo>
                  <a:pt x="127492" y="1005370"/>
                </a:lnTo>
                <a:lnTo>
                  <a:pt x="176097" y="1049103"/>
                </a:lnTo>
                <a:lnTo>
                  <a:pt x="231825" y="1091391"/>
                </a:lnTo>
                <a:lnTo>
                  <a:pt x="294398" y="1132129"/>
                </a:lnTo>
                <a:lnTo>
                  <a:pt x="328163" y="1151884"/>
                </a:lnTo>
                <a:lnTo>
                  <a:pt x="363534" y="1171212"/>
                </a:lnTo>
                <a:lnTo>
                  <a:pt x="400476" y="1190101"/>
                </a:lnTo>
                <a:lnTo>
                  <a:pt x="438954" y="1208536"/>
                </a:lnTo>
                <a:lnTo>
                  <a:pt x="478933" y="1226505"/>
                </a:lnTo>
                <a:lnTo>
                  <a:pt x="520378" y="1243994"/>
                </a:lnTo>
                <a:lnTo>
                  <a:pt x="563255" y="1260991"/>
                </a:lnTo>
                <a:lnTo>
                  <a:pt x="607527" y="1277483"/>
                </a:lnTo>
                <a:lnTo>
                  <a:pt x="653161" y="1293455"/>
                </a:lnTo>
                <a:lnTo>
                  <a:pt x="700121" y="1308896"/>
                </a:lnTo>
                <a:lnTo>
                  <a:pt x="748372" y="1323791"/>
                </a:lnTo>
                <a:lnTo>
                  <a:pt x="797879" y="1338128"/>
                </a:lnTo>
                <a:lnTo>
                  <a:pt x="848607" y="1351894"/>
                </a:lnTo>
                <a:lnTo>
                  <a:pt x="900522" y="1365076"/>
                </a:lnTo>
                <a:lnTo>
                  <a:pt x="953588" y="1377660"/>
                </a:lnTo>
                <a:lnTo>
                  <a:pt x="1007771" y="1389633"/>
                </a:lnTo>
                <a:lnTo>
                  <a:pt x="1063034" y="1400982"/>
                </a:lnTo>
                <a:lnTo>
                  <a:pt x="1119345" y="1411694"/>
                </a:lnTo>
                <a:lnTo>
                  <a:pt x="1176666" y="1421757"/>
                </a:lnTo>
                <a:lnTo>
                  <a:pt x="1234964" y="1431155"/>
                </a:lnTo>
                <a:lnTo>
                  <a:pt x="1294204" y="1439878"/>
                </a:lnTo>
                <a:lnTo>
                  <a:pt x="1354349" y="1447911"/>
                </a:lnTo>
                <a:lnTo>
                  <a:pt x="1415367" y="1455241"/>
                </a:lnTo>
                <a:lnTo>
                  <a:pt x="1477221" y="1461855"/>
                </a:lnTo>
                <a:lnTo>
                  <a:pt x="1539876" y="1467740"/>
                </a:lnTo>
                <a:lnTo>
                  <a:pt x="1603298" y="1472884"/>
                </a:lnTo>
                <a:lnTo>
                  <a:pt x="1667452" y="1477272"/>
                </a:lnTo>
                <a:lnTo>
                  <a:pt x="1732302" y="1480891"/>
                </a:lnTo>
                <a:lnTo>
                  <a:pt x="1797814" y="1483729"/>
                </a:lnTo>
                <a:lnTo>
                  <a:pt x="1863952" y="1485773"/>
                </a:lnTo>
                <a:lnTo>
                  <a:pt x="1930683" y="1487009"/>
                </a:lnTo>
                <a:lnTo>
                  <a:pt x="1997970" y="1487423"/>
                </a:lnTo>
                <a:lnTo>
                  <a:pt x="2065165" y="1487009"/>
                </a:lnTo>
                <a:lnTo>
                  <a:pt x="2131808" y="1485773"/>
                </a:lnTo>
                <a:lnTo>
                  <a:pt x="2197862" y="1483729"/>
                </a:lnTo>
                <a:lnTo>
                  <a:pt x="2263293" y="1480891"/>
                </a:lnTo>
                <a:lnTo>
                  <a:pt x="2328067" y="1477272"/>
                </a:lnTo>
                <a:lnTo>
                  <a:pt x="2392147" y="1472884"/>
                </a:lnTo>
                <a:lnTo>
                  <a:pt x="2455498" y="1467740"/>
                </a:lnTo>
                <a:lnTo>
                  <a:pt x="2518087" y="1461855"/>
                </a:lnTo>
                <a:lnTo>
                  <a:pt x="2579877" y="1455241"/>
                </a:lnTo>
                <a:lnTo>
                  <a:pt x="2640833" y="1447911"/>
                </a:lnTo>
                <a:lnTo>
                  <a:pt x="2700922" y="1439878"/>
                </a:lnTo>
                <a:lnTo>
                  <a:pt x="2760106" y="1431155"/>
                </a:lnTo>
                <a:lnTo>
                  <a:pt x="2818352" y="1421757"/>
                </a:lnTo>
                <a:lnTo>
                  <a:pt x="2875625" y="1411694"/>
                </a:lnTo>
                <a:lnTo>
                  <a:pt x="2931888" y="1400982"/>
                </a:lnTo>
                <a:lnTo>
                  <a:pt x="2987108" y="1389633"/>
                </a:lnTo>
                <a:lnTo>
                  <a:pt x="3041250" y="1377660"/>
                </a:lnTo>
                <a:lnTo>
                  <a:pt x="3094277" y="1365076"/>
                </a:lnTo>
                <a:lnTo>
                  <a:pt x="3146155" y="1351894"/>
                </a:lnTo>
                <a:lnTo>
                  <a:pt x="3196850" y="1338128"/>
                </a:lnTo>
                <a:lnTo>
                  <a:pt x="3246325" y="1323791"/>
                </a:lnTo>
                <a:lnTo>
                  <a:pt x="3294547" y="1308896"/>
                </a:lnTo>
                <a:lnTo>
                  <a:pt x="3341479" y="1293455"/>
                </a:lnTo>
                <a:lnTo>
                  <a:pt x="3387087" y="1277483"/>
                </a:lnTo>
                <a:lnTo>
                  <a:pt x="3431336" y="1260991"/>
                </a:lnTo>
                <a:lnTo>
                  <a:pt x="3474191" y="1243994"/>
                </a:lnTo>
                <a:lnTo>
                  <a:pt x="3515616" y="1226505"/>
                </a:lnTo>
                <a:lnTo>
                  <a:pt x="3555577" y="1208536"/>
                </a:lnTo>
                <a:lnTo>
                  <a:pt x="3594039" y="1190101"/>
                </a:lnTo>
                <a:lnTo>
                  <a:pt x="3630966" y="1171212"/>
                </a:lnTo>
                <a:lnTo>
                  <a:pt x="3666324" y="1151884"/>
                </a:lnTo>
                <a:lnTo>
                  <a:pt x="3700077" y="1132129"/>
                </a:lnTo>
                <a:lnTo>
                  <a:pt x="3762629" y="1091391"/>
                </a:lnTo>
                <a:lnTo>
                  <a:pt x="3818342" y="1049103"/>
                </a:lnTo>
                <a:lnTo>
                  <a:pt x="3866935" y="1005370"/>
                </a:lnTo>
                <a:lnTo>
                  <a:pt x="3908129" y="960298"/>
                </a:lnTo>
                <a:lnTo>
                  <a:pt x="3941643" y="913991"/>
                </a:lnTo>
                <a:lnTo>
                  <a:pt x="3967196" y="866554"/>
                </a:lnTo>
                <a:lnTo>
                  <a:pt x="3984507" y="818094"/>
                </a:lnTo>
                <a:lnTo>
                  <a:pt x="3993298" y="768713"/>
                </a:lnTo>
                <a:lnTo>
                  <a:pt x="3994410" y="743711"/>
                </a:lnTo>
                <a:lnTo>
                  <a:pt x="3993298" y="718620"/>
                </a:lnTo>
                <a:lnTo>
                  <a:pt x="3984507" y="669083"/>
                </a:lnTo>
                <a:lnTo>
                  <a:pt x="3967196" y="620492"/>
                </a:lnTo>
                <a:lnTo>
                  <a:pt x="3941643" y="572952"/>
                </a:lnTo>
                <a:lnTo>
                  <a:pt x="3908129" y="526566"/>
                </a:lnTo>
                <a:lnTo>
                  <a:pt x="3866935" y="481436"/>
                </a:lnTo>
                <a:lnTo>
                  <a:pt x="3818342" y="437665"/>
                </a:lnTo>
                <a:lnTo>
                  <a:pt x="3762629" y="395358"/>
                </a:lnTo>
                <a:lnTo>
                  <a:pt x="3700077" y="354617"/>
                </a:lnTo>
                <a:lnTo>
                  <a:pt x="3666324" y="334867"/>
                </a:lnTo>
                <a:lnTo>
                  <a:pt x="3630966" y="315546"/>
                </a:lnTo>
                <a:lnTo>
                  <a:pt x="3594039" y="296669"/>
                </a:lnTo>
                <a:lnTo>
                  <a:pt x="3555577" y="278247"/>
                </a:lnTo>
                <a:lnTo>
                  <a:pt x="3515616" y="260295"/>
                </a:lnTo>
                <a:lnTo>
                  <a:pt x="3474191" y="242824"/>
                </a:lnTo>
                <a:lnTo>
                  <a:pt x="3431336" y="225849"/>
                </a:lnTo>
                <a:lnTo>
                  <a:pt x="3387087" y="209381"/>
                </a:lnTo>
                <a:lnTo>
                  <a:pt x="3341479" y="193433"/>
                </a:lnTo>
                <a:lnTo>
                  <a:pt x="3294547" y="178019"/>
                </a:lnTo>
                <a:lnTo>
                  <a:pt x="3246325" y="163152"/>
                </a:lnTo>
                <a:lnTo>
                  <a:pt x="3196850" y="148844"/>
                </a:lnTo>
                <a:lnTo>
                  <a:pt x="3146155" y="135108"/>
                </a:lnTo>
                <a:lnTo>
                  <a:pt x="3094277" y="121957"/>
                </a:lnTo>
                <a:lnTo>
                  <a:pt x="3041250" y="109404"/>
                </a:lnTo>
                <a:lnTo>
                  <a:pt x="2987108" y="97462"/>
                </a:lnTo>
                <a:lnTo>
                  <a:pt x="2931888" y="86143"/>
                </a:lnTo>
                <a:lnTo>
                  <a:pt x="2875625" y="75462"/>
                </a:lnTo>
                <a:lnTo>
                  <a:pt x="2818352" y="65430"/>
                </a:lnTo>
                <a:lnTo>
                  <a:pt x="2760106" y="56061"/>
                </a:lnTo>
                <a:lnTo>
                  <a:pt x="2700922" y="47367"/>
                </a:lnTo>
                <a:lnTo>
                  <a:pt x="2640833" y="39361"/>
                </a:lnTo>
                <a:lnTo>
                  <a:pt x="2579877" y="32056"/>
                </a:lnTo>
                <a:lnTo>
                  <a:pt x="2518087" y="25466"/>
                </a:lnTo>
                <a:lnTo>
                  <a:pt x="2455498" y="19603"/>
                </a:lnTo>
                <a:lnTo>
                  <a:pt x="2392147" y="14479"/>
                </a:lnTo>
                <a:lnTo>
                  <a:pt x="2328067" y="10109"/>
                </a:lnTo>
                <a:lnTo>
                  <a:pt x="2263293" y="6504"/>
                </a:lnTo>
                <a:lnTo>
                  <a:pt x="2197862" y="3677"/>
                </a:lnTo>
                <a:lnTo>
                  <a:pt x="2131808" y="1643"/>
                </a:lnTo>
                <a:lnTo>
                  <a:pt x="2065165" y="412"/>
                </a:lnTo>
                <a:lnTo>
                  <a:pt x="1997970" y="0"/>
                </a:lnTo>
                <a:close/>
              </a:path>
            </a:pathLst>
          </a:custGeom>
          <a:ln w="76199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46709" y="4262752"/>
            <a:ext cx="25349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dirty="0">
                <a:solidFill>
                  <a:srgbClr val="650065"/>
                </a:solidFill>
                <a:latin typeface="Times New Roman"/>
                <a:cs typeface="Times New Roman"/>
              </a:rPr>
              <a:t>um</a:t>
            </a:r>
            <a:r>
              <a:rPr sz="2000" b="1" i="1" spc="-45" dirty="0">
                <a:solidFill>
                  <a:srgbClr val="650065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650065"/>
                </a:solidFill>
                <a:latin typeface="Times New Roman"/>
                <a:cs typeface="Times New Roman"/>
              </a:rPr>
              <a:t>determinado</a:t>
            </a:r>
            <a:r>
              <a:rPr sz="2000" b="1" i="1" spc="-35" dirty="0">
                <a:solidFill>
                  <a:srgbClr val="650065"/>
                </a:solidFill>
                <a:latin typeface="Times New Roman"/>
                <a:cs typeface="Times New Roman"/>
              </a:rPr>
              <a:t> </a:t>
            </a:r>
            <a:r>
              <a:rPr sz="2000" b="1" i="1" spc="-10" dirty="0">
                <a:solidFill>
                  <a:srgbClr val="650065"/>
                </a:solidFill>
                <a:latin typeface="Times New Roman"/>
                <a:cs typeface="Times New Roman"/>
              </a:rPr>
              <a:t>padrão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50128" y="4264275"/>
            <a:ext cx="3170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dirty="0">
                <a:solidFill>
                  <a:srgbClr val="7E007E"/>
                </a:solidFill>
                <a:latin typeface="Arial"/>
                <a:cs typeface="Arial"/>
              </a:rPr>
              <a:t>Modelos</a:t>
            </a:r>
            <a:r>
              <a:rPr sz="2800" b="1" spc="-65" dirty="0">
                <a:solidFill>
                  <a:srgbClr val="7E007E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7E007E"/>
                </a:solidFill>
                <a:latin typeface="Arial"/>
                <a:cs typeface="Arial"/>
              </a:rPr>
              <a:t>de</a:t>
            </a:r>
            <a:r>
              <a:rPr sz="2800" b="1" spc="-65" dirty="0">
                <a:solidFill>
                  <a:srgbClr val="7E007E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7E007E"/>
                </a:solidFill>
                <a:latin typeface="Arial"/>
                <a:cs typeface="Arial"/>
              </a:rPr>
              <a:t>Dados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69538" y="4315078"/>
            <a:ext cx="937260" cy="228600"/>
          </a:xfrm>
          <a:custGeom>
            <a:avLst/>
            <a:gdLst/>
            <a:ahLst/>
            <a:cxnLst/>
            <a:rect l="l" t="t" r="r" b="b"/>
            <a:pathLst>
              <a:path w="937260" h="228600">
                <a:moveTo>
                  <a:pt x="228600" y="76200"/>
                </a:moveTo>
                <a:lnTo>
                  <a:pt x="228600" y="0"/>
                </a:lnTo>
                <a:lnTo>
                  <a:pt x="0" y="114300"/>
                </a:lnTo>
                <a:lnTo>
                  <a:pt x="190500" y="209550"/>
                </a:lnTo>
                <a:lnTo>
                  <a:pt x="190500" y="76200"/>
                </a:lnTo>
                <a:lnTo>
                  <a:pt x="228600" y="76200"/>
                </a:lnTo>
                <a:close/>
              </a:path>
              <a:path w="937260" h="228600">
                <a:moveTo>
                  <a:pt x="746760" y="152400"/>
                </a:moveTo>
                <a:lnTo>
                  <a:pt x="746760" y="76200"/>
                </a:lnTo>
                <a:lnTo>
                  <a:pt x="190500" y="76200"/>
                </a:lnTo>
                <a:lnTo>
                  <a:pt x="190500" y="152400"/>
                </a:lnTo>
                <a:lnTo>
                  <a:pt x="746760" y="152400"/>
                </a:lnTo>
                <a:close/>
              </a:path>
              <a:path w="937260" h="228600">
                <a:moveTo>
                  <a:pt x="228600" y="228600"/>
                </a:moveTo>
                <a:lnTo>
                  <a:pt x="228600" y="152400"/>
                </a:lnTo>
                <a:lnTo>
                  <a:pt x="190500" y="152400"/>
                </a:lnTo>
                <a:lnTo>
                  <a:pt x="190500" y="209550"/>
                </a:lnTo>
                <a:lnTo>
                  <a:pt x="228600" y="228600"/>
                </a:lnTo>
                <a:close/>
              </a:path>
              <a:path w="937260" h="228600">
                <a:moveTo>
                  <a:pt x="937260" y="114300"/>
                </a:moveTo>
                <a:lnTo>
                  <a:pt x="708660" y="0"/>
                </a:lnTo>
                <a:lnTo>
                  <a:pt x="708660" y="76200"/>
                </a:lnTo>
                <a:lnTo>
                  <a:pt x="746760" y="76200"/>
                </a:lnTo>
                <a:lnTo>
                  <a:pt x="746760" y="209550"/>
                </a:lnTo>
                <a:lnTo>
                  <a:pt x="937260" y="114300"/>
                </a:lnTo>
                <a:close/>
              </a:path>
              <a:path w="937260" h="228600">
                <a:moveTo>
                  <a:pt x="746760" y="209550"/>
                </a:moveTo>
                <a:lnTo>
                  <a:pt x="746760" y="152400"/>
                </a:lnTo>
                <a:lnTo>
                  <a:pt x="708660" y="152400"/>
                </a:lnTo>
                <a:lnTo>
                  <a:pt x="708660" y="228600"/>
                </a:lnTo>
                <a:lnTo>
                  <a:pt x="746760" y="209550"/>
                </a:lnTo>
                <a:close/>
              </a:path>
            </a:pathLst>
          </a:custGeom>
          <a:solidFill>
            <a:srgbClr val="6500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BF6C6ED6-05D4-E648-2FAA-62208E1D7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</a:t>
            </a:r>
            <a:r>
              <a:rPr lang="pt-BR" spc="-105" dirty="0"/>
              <a:t> </a:t>
            </a:r>
            <a:r>
              <a:rPr lang="pt-BR" spc="-25" dirty="0"/>
              <a:t>de </a:t>
            </a:r>
            <a:r>
              <a:rPr lang="pt-BR" dirty="0"/>
              <a:t>Banco</a:t>
            </a:r>
            <a:r>
              <a:rPr lang="pt-BR" spc="-50" dirty="0"/>
              <a:t> </a:t>
            </a:r>
            <a:r>
              <a:rPr lang="pt-BR" dirty="0"/>
              <a:t>de</a:t>
            </a:r>
            <a:r>
              <a:rPr lang="pt-BR" spc="-35" dirty="0"/>
              <a:t> </a:t>
            </a:r>
            <a:r>
              <a:rPr lang="pt-BR" spc="-10" dirty="0"/>
              <a:t>Dados</a:t>
            </a:r>
            <a:endParaRPr lang="pt-BR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6ED5B5D-9759-D950-8E86-07025BE7F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</a:t>
            </a:r>
            <a:r>
              <a:rPr lang="pt-BR" spc="-45" dirty="0"/>
              <a:t> </a:t>
            </a:r>
            <a:r>
              <a:rPr lang="pt-BR" dirty="0"/>
              <a:t>DE</a:t>
            </a:r>
            <a:r>
              <a:rPr lang="pt-BR" spc="-50" dirty="0"/>
              <a:t> </a:t>
            </a:r>
            <a:r>
              <a:rPr lang="pt-BR" spc="-10" dirty="0"/>
              <a:t>DADOS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1955800" y="1447800"/>
            <a:ext cx="9906000" cy="3323026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54965" marR="50800" indent="-34290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7627"/>
              <a:buFont typeface="Segoe UI Symbol"/>
              <a:buChar char="■"/>
              <a:tabLst>
                <a:tab pos="354965" algn="l"/>
              </a:tabLst>
            </a:pPr>
            <a:r>
              <a:rPr sz="2950" spc="-290" dirty="0">
                <a:latin typeface="Verdana"/>
                <a:cs typeface="Verdana"/>
              </a:rPr>
              <a:t>Coleção</a:t>
            </a:r>
            <a:r>
              <a:rPr sz="2950" spc="-150" dirty="0">
                <a:latin typeface="Verdana"/>
                <a:cs typeface="Verdana"/>
              </a:rPr>
              <a:t> </a:t>
            </a:r>
            <a:r>
              <a:rPr sz="2950" spc="-290" dirty="0">
                <a:latin typeface="Verdana"/>
                <a:cs typeface="Verdana"/>
              </a:rPr>
              <a:t>de</a:t>
            </a:r>
            <a:r>
              <a:rPr sz="2950" spc="-145" dirty="0">
                <a:latin typeface="Verdana"/>
                <a:cs typeface="Verdana"/>
              </a:rPr>
              <a:t> </a:t>
            </a:r>
            <a:r>
              <a:rPr sz="2950" spc="-310" dirty="0">
                <a:latin typeface="Verdana"/>
                <a:cs typeface="Verdana"/>
              </a:rPr>
              <a:t>elementos</a:t>
            </a:r>
            <a:r>
              <a:rPr sz="2950" spc="-150" dirty="0">
                <a:latin typeface="Verdana"/>
                <a:cs typeface="Verdana"/>
              </a:rPr>
              <a:t> </a:t>
            </a:r>
            <a:r>
              <a:rPr sz="2950" spc="-300" dirty="0">
                <a:latin typeface="Verdana"/>
                <a:cs typeface="Verdana"/>
              </a:rPr>
              <a:t>de</a:t>
            </a:r>
            <a:r>
              <a:rPr sz="2950" spc="-145" dirty="0">
                <a:latin typeface="Verdana"/>
                <a:cs typeface="Verdana"/>
              </a:rPr>
              <a:t> </a:t>
            </a:r>
            <a:r>
              <a:rPr sz="2950" spc="-290" dirty="0">
                <a:latin typeface="Verdana"/>
                <a:cs typeface="Verdana"/>
              </a:rPr>
              <a:t>representação</a:t>
            </a:r>
            <a:r>
              <a:rPr sz="2950" spc="-140" dirty="0">
                <a:latin typeface="Verdana"/>
                <a:cs typeface="Verdana"/>
              </a:rPr>
              <a:t> </a:t>
            </a:r>
            <a:r>
              <a:rPr sz="2950" spc="-390" dirty="0">
                <a:latin typeface="Verdana"/>
                <a:cs typeface="Verdana"/>
              </a:rPr>
              <a:t>com </a:t>
            </a:r>
            <a:r>
              <a:rPr sz="2950" spc="-285" dirty="0">
                <a:latin typeface="Verdana"/>
                <a:cs typeface="Verdana"/>
              </a:rPr>
              <a:t>propriedades</a:t>
            </a:r>
            <a:r>
              <a:rPr sz="2950" spc="-140" dirty="0">
                <a:latin typeface="Verdana"/>
                <a:cs typeface="Verdana"/>
              </a:rPr>
              <a:t> </a:t>
            </a:r>
            <a:r>
              <a:rPr sz="2950" spc="-310" dirty="0">
                <a:latin typeface="Verdana"/>
                <a:cs typeface="Verdana"/>
              </a:rPr>
              <a:t>semânticas</a:t>
            </a:r>
            <a:r>
              <a:rPr sz="2950" spc="-140" dirty="0">
                <a:latin typeface="Verdana"/>
                <a:cs typeface="Verdana"/>
              </a:rPr>
              <a:t> </a:t>
            </a:r>
            <a:r>
              <a:rPr sz="2950" spc="-300" dirty="0">
                <a:latin typeface="Verdana"/>
                <a:cs typeface="Verdana"/>
              </a:rPr>
              <a:t>e</a:t>
            </a:r>
            <a:r>
              <a:rPr sz="2950" spc="-140" dirty="0">
                <a:latin typeface="Verdana"/>
                <a:cs typeface="Verdana"/>
              </a:rPr>
              <a:t> </a:t>
            </a:r>
            <a:r>
              <a:rPr sz="2950" spc="-265" dirty="0">
                <a:latin typeface="Verdana"/>
                <a:cs typeface="Verdana"/>
              </a:rPr>
              <a:t>sintáticas</a:t>
            </a:r>
            <a:r>
              <a:rPr sz="2950" spc="-140" dirty="0">
                <a:latin typeface="Verdana"/>
                <a:cs typeface="Verdana"/>
              </a:rPr>
              <a:t> </a:t>
            </a:r>
            <a:r>
              <a:rPr sz="2950" spc="-320" dirty="0">
                <a:latin typeface="Verdana"/>
                <a:cs typeface="Verdana"/>
              </a:rPr>
              <a:t>pré-</a:t>
            </a:r>
            <a:r>
              <a:rPr sz="2950" spc="-270" dirty="0">
                <a:latin typeface="Verdana"/>
                <a:cs typeface="Verdana"/>
              </a:rPr>
              <a:t>definidas.</a:t>
            </a:r>
            <a:endParaRPr sz="2950" dirty="0">
              <a:latin typeface="Verdana"/>
              <a:cs typeface="Verdana"/>
            </a:endParaRPr>
          </a:p>
          <a:p>
            <a:pPr marL="354965" marR="5080" indent="-34290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7627"/>
              <a:buFont typeface="Segoe UI Symbol"/>
              <a:buChar char="■"/>
              <a:tabLst>
                <a:tab pos="354965" algn="l"/>
              </a:tabLst>
            </a:pPr>
            <a:r>
              <a:rPr sz="2950" spc="-450" dirty="0">
                <a:latin typeface="Verdana"/>
                <a:cs typeface="Verdana"/>
              </a:rPr>
              <a:t>Um</a:t>
            </a:r>
            <a:r>
              <a:rPr sz="2950" spc="-150" dirty="0">
                <a:latin typeface="Verdana"/>
                <a:cs typeface="Verdana"/>
              </a:rPr>
              <a:t> </a:t>
            </a:r>
            <a:r>
              <a:rPr sz="2950" spc="-310" dirty="0">
                <a:latin typeface="Verdana"/>
                <a:cs typeface="Verdana"/>
              </a:rPr>
              <a:t>elemento</a:t>
            </a:r>
            <a:r>
              <a:rPr sz="2950" spc="-145" dirty="0">
                <a:latin typeface="Verdana"/>
                <a:cs typeface="Verdana"/>
              </a:rPr>
              <a:t> </a:t>
            </a:r>
            <a:r>
              <a:rPr sz="2950" spc="-300" dirty="0">
                <a:latin typeface="Verdana"/>
                <a:cs typeface="Verdana"/>
              </a:rPr>
              <a:t>ou</a:t>
            </a:r>
            <a:r>
              <a:rPr sz="2950" spc="-150" dirty="0">
                <a:latin typeface="Verdana"/>
                <a:cs typeface="Verdana"/>
              </a:rPr>
              <a:t> </a:t>
            </a:r>
            <a:r>
              <a:rPr sz="2950" spc="-430" dirty="0">
                <a:latin typeface="Verdana"/>
                <a:cs typeface="Verdana"/>
              </a:rPr>
              <a:t>um</a:t>
            </a:r>
            <a:r>
              <a:rPr sz="2950" spc="-155" dirty="0">
                <a:latin typeface="Verdana"/>
                <a:cs typeface="Verdana"/>
              </a:rPr>
              <a:t> </a:t>
            </a:r>
            <a:r>
              <a:rPr sz="2950" spc="-285" dirty="0">
                <a:latin typeface="Verdana"/>
                <a:cs typeface="Verdana"/>
              </a:rPr>
              <a:t>conjunto</a:t>
            </a:r>
            <a:r>
              <a:rPr sz="2950" spc="-145" dirty="0">
                <a:latin typeface="Verdana"/>
                <a:cs typeface="Verdana"/>
              </a:rPr>
              <a:t> </a:t>
            </a:r>
            <a:r>
              <a:rPr sz="2950" spc="-300" dirty="0">
                <a:latin typeface="Verdana"/>
                <a:cs typeface="Verdana"/>
              </a:rPr>
              <a:t>de</a:t>
            </a:r>
            <a:r>
              <a:rPr sz="2950" spc="-150" dirty="0">
                <a:latin typeface="Verdana"/>
                <a:cs typeface="Verdana"/>
              </a:rPr>
              <a:t> </a:t>
            </a:r>
            <a:r>
              <a:rPr sz="2950" spc="-320" dirty="0">
                <a:latin typeface="Verdana"/>
                <a:cs typeface="Verdana"/>
              </a:rPr>
              <a:t>elementos </a:t>
            </a:r>
            <a:r>
              <a:rPr sz="2950" spc="-300" dirty="0">
                <a:latin typeface="Verdana"/>
                <a:cs typeface="Verdana"/>
              </a:rPr>
              <a:t>de</a:t>
            </a:r>
            <a:r>
              <a:rPr sz="2950" spc="-145" dirty="0">
                <a:latin typeface="Verdana"/>
                <a:cs typeface="Verdana"/>
              </a:rPr>
              <a:t> </a:t>
            </a:r>
            <a:r>
              <a:rPr sz="2950" spc="-290" dirty="0">
                <a:latin typeface="Verdana"/>
                <a:cs typeface="Verdana"/>
              </a:rPr>
              <a:t>representação</a:t>
            </a:r>
            <a:r>
              <a:rPr sz="2950" spc="-130" dirty="0">
                <a:latin typeface="Verdana"/>
                <a:cs typeface="Verdana"/>
              </a:rPr>
              <a:t> </a:t>
            </a:r>
            <a:r>
              <a:rPr sz="2950" spc="-300" dirty="0">
                <a:latin typeface="Verdana"/>
                <a:cs typeface="Verdana"/>
              </a:rPr>
              <a:t>são</a:t>
            </a:r>
            <a:r>
              <a:rPr sz="2950" spc="-130" dirty="0">
                <a:latin typeface="Verdana"/>
                <a:cs typeface="Verdana"/>
              </a:rPr>
              <a:t> </a:t>
            </a:r>
            <a:r>
              <a:rPr sz="2950" spc="-300" dirty="0">
                <a:latin typeface="Verdana"/>
                <a:cs typeface="Verdana"/>
              </a:rPr>
              <a:t>agrupados</a:t>
            </a:r>
            <a:r>
              <a:rPr sz="2950" spc="-155" dirty="0">
                <a:latin typeface="Verdana"/>
                <a:cs typeface="Verdana"/>
              </a:rPr>
              <a:t> </a:t>
            </a:r>
            <a:r>
              <a:rPr sz="2950" spc="-350" dirty="0">
                <a:latin typeface="Verdana"/>
                <a:cs typeface="Verdana"/>
              </a:rPr>
              <a:t>e </a:t>
            </a:r>
            <a:r>
              <a:rPr sz="2950" spc="-285" dirty="0">
                <a:latin typeface="Verdana"/>
                <a:cs typeface="Verdana"/>
              </a:rPr>
              <a:t>organizados</a:t>
            </a:r>
            <a:r>
              <a:rPr sz="2950" spc="-155" dirty="0">
                <a:latin typeface="Verdana"/>
                <a:cs typeface="Verdana"/>
              </a:rPr>
              <a:t> </a:t>
            </a:r>
            <a:r>
              <a:rPr sz="2950" spc="-300" dirty="0">
                <a:latin typeface="Verdana"/>
                <a:cs typeface="Verdana"/>
              </a:rPr>
              <a:t>para</a:t>
            </a:r>
            <a:r>
              <a:rPr sz="2950" spc="-155" dirty="0">
                <a:latin typeface="Verdana"/>
                <a:cs typeface="Verdana"/>
              </a:rPr>
              <a:t> </a:t>
            </a:r>
            <a:r>
              <a:rPr sz="2950" spc="-285" dirty="0">
                <a:latin typeface="Verdana"/>
                <a:cs typeface="Verdana"/>
              </a:rPr>
              <a:t>representar</a:t>
            </a:r>
            <a:r>
              <a:rPr sz="2950" spc="-155" dirty="0">
                <a:latin typeface="Verdana"/>
                <a:cs typeface="Verdana"/>
              </a:rPr>
              <a:t> </a:t>
            </a:r>
            <a:r>
              <a:rPr sz="2950" spc="-395" dirty="0">
                <a:latin typeface="Verdana"/>
                <a:cs typeface="Verdana"/>
              </a:rPr>
              <a:t>uma</a:t>
            </a:r>
            <a:r>
              <a:rPr sz="2950" spc="-160" dirty="0">
                <a:latin typeface="Verdana"/>
                <a:cs typeface="Verdana"/>
              </a:rPr>
              <a:t> </a:t>
            </a:r>
            <a:r>
              <a:rPr sz="2950" spc="-285" dirty="0">
                <a:latin typeface="Verdana"/>
                <a:cs typeface="Verdana"/>
              </a:rPr>
              <a:t>porção</a:t>
            </a:r>
            <a:r>
              <a:rPr sz="2950" spc="-145" dirty="0">
                <a:latin typeface="Verdana"/>
                <a:cs typeface="Verdana"/>
              </a:rPr>
              <a:t> </a:t>
            </a:r>
            <a:r>
              <a:rPr sz="2950" spc="-315" dirty="0">
                <a:latin typeface="Verdana"/>
                <a:cs typeface="Verdana"/>
              </a:rPr>
              <a:t>do </a:t>
            </a:r>
            <a:r>
              <a:rPr sz="2950" spc="-335" dirty="0">
                <a:latin typeface="Verdana"/>
                <a:cs typeface="Verdana"/>
              </a:rPr>
              <a:t>“mundo</a:t>
            </a:r>
            <a:r>
              <a:rPr sz="2950" spc="-135" dirty="0">
                <a:latin typeface="Verdana"/>
                <a:cs typeface="Verdana"/>
              </a:rPr>
              <a:t> </a:t>
            </a:r>
            <a:r>
              <a:rPr sz="2950" spc="-254" dirty="0">
                <a:latin typeface="Verdana"/>
                <a:cs typeface="Verdana"/>
              </a:rPr>
              <a:t>real”,</a:t>
            </a:r>
            <a:r>
              <a:rPr sz="2950" spc="-135" dirty="0">
                <a:latin typeface="Verdana"/>
                <a:cs typeface="Verdana"/>
              </a:rPr>
              <a:t> </a:t>
            </a:r>
            <a:r>
              <a:rPr sz="2950" spc="-270" dirty="0">
                <a:latin typeface="Verdana"/>
                <a:cs typeface="Verdana"/>
              </a:rPr>
              <a:t>constituindo</a:t>
            </a:r>
            <a:r>
              <a:rPr sz="2950" spc="-140" dirty="0">
                <a:latin typeface="Verdana"/>
                <a:cs typeface="Verdana"/>
              </a:rPr>
              <a:t> </a:t>
            </a:r>
            <a:r>
              <a:rPr sz="2950" spc="-430" dirty="0">
                <a:latin typeface="Verdana"/>
                <a:cs typeface="Verdana"/>
              </a:rPr>
              <a:t>um</a:t>
            </a:r>
            <a:r>
              <a:rPr sz="2950" spc="-140" dirty="0">
                <a:latin typeface="Verdana"/>
                <a:cs typeface="Verdana"/>
              </a:rPr>
              <a:t> </a:t>
            </a:r>
            <a:r>
              <a:rPr sz="2950" spc="-330" dirty="0">
                <a:latin typeface="Verdana"/>
                <a:cs typeface="Verdana"/>
              </a:rPr>
              <a:t>“esquema</a:t>
            </a:r>
            <a:r>
              <a:rPr sz="2950" spc="-145" dirty="0">
                <a:latin typeface="Verdana"/>
                <a:cs typeface="Verdana"/>
              </a:rPr>
              <a:t> </a:t>
            </a:r>
            <a:r>
              <a:rPr sz="2950" spc="-325" dirty="0">
                <a:latin typeface="Verdana"/>
                <a:cs typeface="Verdana"/>
              </a:rPr>
              <a:t>de </a:t>
            </a:r>
            <a:r>
              <a:rPr sz="2950" spc="-290" dirty="0">
                <a:latin typeface="Verdana"/>
                <a:cs typeface="Verdana"/>
              </a:rPr>
              <a:t>dados”</a:t>
            </a:r>
            <a:r>
              <a:rPr sz="2950" spc="-135" dirty="0">
                <a:latin typeface="Verdana"/>
                <a:cs typeface="Verdana"/>
              </a:rPr>
              <a:t> </a:t>
            </a:r>
            <a:r>
              <a:rPr sz="2950" spc="-300" dirty="0">
                <a:latin typeface="Verdana"/>
                <a:cs typeface="Verdana"/>
              </a:rPr>
              <a:t>compreensível</a:t>
            </a:r>
            <a:r>
              <a:rPr sz="2950" spc="-135" dirty="0">
                <a:latin typeface="Verdana"/>
                <a:cs typeface="Verdana"/>
              </a:rPr>
              <a:t> </a:t>
            </a:r>
            <a:r>
              <a:rPr sz="2950" spc="-270" dirty="0">
                <a:latin typeface="Verdana"/>
                <a:cs typeface="Verdana"/>
              </a:rPr>
              <a:t>pelo</a:t>
            </a:r>
            <a:r>
              <a:rPr sz="2950" spc="-130" dirty="0">
                <a:latin typeface="Verdana"/>
                <a:cs typeface="Verdana"/>
              </a:rPr>
              <a:t> </a:t>
            </a:r>
            <a:r>
              <a:rPr sz="2950" spc="-290" dirty="0">
                <a:latin typeface="Verdana"/>
                <a:cs typeface="Verdana"/>
              </a:rPr>
              <a:t>gerenciador.</a:t>
            </a:r>
            <a:endParaRPr sz="29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74592" y="2194052"/>
            <a:ext cx="6478905" cy="136588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26670" rIns="0" bIns="0" rtlCol="0">
            <a:spAutoFit/>
          </a:bodyPr>
          <a:lstStyle/>
          <a:p>
            <a:pPr marL="12700" marR="5080" indent="394335">
              <a:lnSpc>
                <a:spcPts val="5270"/>
              </a:lnSpc>
              <a:spcBef>
                <a:spcPts val="210"/>
              </a:spcBef>
            </a:pPr>
            <a:r>
              <a:rPr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MER</a:t>
            </a:r>
            <a:r>
              <a:rPr spc="-5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(Modelo</a:t>
            </a:r>
            <a:r>
              <a:rPr spc="-4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de</a:t>
            </a:r>
            <a:r>
              <a:rPr spc="-5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spc="-1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dados </a:t>
            </a:r>
            <a:r>
              <a:rPr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Entidade</a:t>
            </a:r>
            <a:r>
              <a:rPr spc="-13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spc="-1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Relacionamento)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7CBC851E-9A93-CC34-6EAF-582387F63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</a:t>
            </a:r>
            <a:r>
              <a:rPr lang="pt-BR" spc="-60" dirty="0"/>
              <a:t> </a:t>
            </a:r>
            <a:r>
              <a:rPr lang="pt-BR" dirty="0"/>
              <a:t>DE</a:t>
            </a:r>
            <a:r>
              <a:rPr lang="pt-BR" spc="-70" dirty="0"/>
              <a:t> </a:t>
            </a:r>
            <a:r>
              <a:rPr lang="pt-BR" dirty="0"/>
              <a:t>DADOS</a:t>
            </a:r>
            <a:r>
              <a:rPr lang="pt-BR" spc="-65" dirty="0"/>
              <a:t> </a:t>
            </a:r>
            <a:r>
              <a:rPr lang="pt-BR" spc="-10" dirty="0"/>
              <a:t>ENTIDADE-RELACIONAMENTO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3479800" y="1524000"/>
            <a:ext cx="5356225" cy="11931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6235" indent="-343535">
              <a:spcBef>
                <a:spcPts val="855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6235" algn="l"/>
              </a:tabLst>
            </a:pPr>
            <a:r>
              <a:rPr sz="3200" dirty="0">
                <a:latin typeface="Tahoma"/>
                <a:cs typeface="Tahoma"/>
              </a:rPr>
              <a:t>Peter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Chen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–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1976</a:t>
            </a:r>
            <a:endParaRPr sz="3200">
              <a:latin typeface="Tahoma"/>
              <a:cs typeface="Tahoma"/>
            </a:endParaRPr>
          </a:p>
          <a:p>
            <a:pPr marL="356235" indent="-343535">
              <a:spcBef>
                <a:spcPts val="755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6235" algn="l"/>
              </a:tabLst>
            </a:pPr>
            <a:r>
              <a:rPr sz="3200" dirty="0">
                <a:latin typeface="Tahoma"/>
                <a:cs typeface="Tahoma"/>
              </a:rPr>
              <a:t>Modelo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dados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semântico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98111" y="2810155"/>
            <a:ext cx="4968240" cy="3329940"/>
          </a:xfrm>
          <a:custGeom>
            <a:avLst/>
            <a:gdLst/>
            <a:ahLst/>
            <a:cxnLst/>
            <a:rect l="l" t="t" r="r" b="b"/>
            <a:pathLst>
              <a:path w="4968240" h="3329940">
                <a:moveTo>
                  <a:pt x="448055" y="1106423"/>
                </a:moveTo>
                <a:lnTo>
                  <a:pt x="398006" y="1113557"/>
                </a:lnTo>
                <a:lnTo>
                  <a:pt x="349818" y="1125047"/>
                </a:lnTo>
                <a:lnTo>
                  <a:pt x="303727" y="1140659"/>
                </a:lnTo>
                <a:lnTo>
                  <a:pt x="259968" y="1160155"/>
                </a:lnTo>
                <a:lnTo>
                  <a:pt x="218778" y="1183301"/>
                </a:lnTo>
                <a:lnTo>
                  <a:pt x="180392" y="1209860"/>
                </a:lnTo>
                <a:lnTo>
                  <a:pt x="145046" y="1239598"/>
                </a:lnTo>
                <a:lnTo>
                  <a:pt x="112976" y="1272278"/>
                </a:lnTo>
                <a:lnTo>
                  <a:pt x="84417" y="1307665"/>
                </a:lnTo>
                <a:lnTo>
                  <a:pt x="59605" y="1345522"/>
                </a:lnTo>
                <a:lnTo>
                  <a:pt x="38775" y="1385615"/>
                </a:lnTo>
                <a:lnTo>
                  <a:pt x="22165" y="1427707"/>
                </a:lnTo>
                <a:lnTo>
                  <a:pt x="10008" y="1471563"/>
                </a:lnTo>
                <a:lnTo>
                  <a:pt x="2541" y="1516947"/>
                </a:lnTo>
                <a:lnTo>
                  <a:pt x="0" y="1563623"/>
                </a:lnTo>
                <a:lnTo>
                  <a:pt x="2798" y="1611709"/>
                </a:lnTo>
                <a:lnTo>
                  <a:pt x="11045" y="1658806"/>
                </a:lnTo>
                <a:lnTo>
                  <a:pt x="24524" y="1704569"/>
                </a:lnTo>
                <a:lnTo>
                  <a:pt x="43013" y="1748649"/>
                </a:lnTo>
                <a:lnTo>
                  <a:pt x="66293" y="1790699"/>
                </a:lnTo>
                <a:lnTo>
                  <a:pt x="94146" y="1830372"/>
                </a:lnTo>
                <a:lnTo>
                  <a:pt x="126351" y="1867320"/>
                </a:lnTo>
                <a:lnTo>
                  <a:pt x="162690" y="1901196"/>
                </a:lnTo>
                <a:lnTo>
                  <a:pt x="202941" y="1931651"/>
                </a:lnTo>
                <a:lnTo>
                  <a:pt x="246887" y="1958339"/>
                </a:lnTo>
                <a:lnTo>
                  <a:pt x="209059" y="1991303"/>
                </a:lnTo>
                <a:lnTo>
                  <a:pt x="179263" y="2031798"/>
                </a:lnTo>
                <a:lnTo>
                  <a:pt x="154586" y="2074852"/>
                </a:lnTo>
                <a:lnTo>
                  <a:pt x="135160" y="2120066"/>
                </a:lnTo>
                <a:lnTo>
                  <a:pt x="121120" y="2167039"/>
                </a:lnTo>
                <a:lnTo>
                  <a:pt x="112598" y="2215371"/>
                </a:lnTo>
                <a:lnTo>
                  <a:pt x="109727" y="2264663"/>
                </a:lnTo>
                <a:lnTo>
                  <a:pt x="112311" y="2311488"/>
                </a:lnTo>
                <a:lnTo>
                  <a:pt x="119895" y="2356943"/>
                </a:lnTo>
                <a:lnTo>
                  <a:pt x="132230" y="2400799"/>
                </a:lnTo>
                <a:lnTo>
                  <a:pt x="149066" y="2442829"/>
                </a:lnTo>
                <a:lnTo>
                  <a:pt x="170152" y="2482805"/>
                </a:lnTo>
                <a:lnTo>
                  <a:pt x="195238" y="2520499"/>
                </a:lnTo>
                <a:lnTo>
                  <a:pt x="224075" y="2555684"/>
                </a:lnTo>
                <a:lnTo>
                  <a:pt x="256412" y="2588132"/>
                </a:lnTo>
                <a:lnTo>
                  <a:pt x="292000" y="2617616"/>
                </a:lnTo>
                <a:lnTo>
                  <a:pt x="330588" y="2643907"/>
                </a:lnTo>
                <a:lnTo>
                  <a:pt x="371927" y="2666778"/>
                </a:lnTo>
                <a:lnTo>
                  <a:pt x="415766" y="2686002"/>
                </a:lnTo>
                <a:lnTo>
                  <a:pt x="461855" y="2701350"/>
                </a:lnTo>
                <a:lnTo>
                  <a:pt x="509944" y="2712594"/>
                </a:lnTo>
                <a:lnTo>
                  <a:pt x="559784" y="2719508"/>
                </a:lnTo>
                <a:lnTo>
                  <a:pt x="611123" y="2721863"/>
                </a:lnTo>
                <a:lnTo>
                  <a:pt x="625101" y="2721602"/>
                </a:lnTo>
                <a:lnTo>
                  <a:pt x="639508" y="2720911"/>
                </a:lnTo>
                <a:lnTo>
                  <a:pt x="654200" y="2719935"/>
                </a:lnTo>
                <a:lnTo>
                  <a:pt x="669035" y="2718815"/>
                </a:lnTo>
                <a:lnTo>
                  <a:pt x="665987" y="2721863"/>
                </a:lnTo>
                <a:lnTo>
                  <a:pt x="692124" y="2760773"/>
                </a:lnTo>
                <a:lnTo>
                  <a:pt x="720418" y="2798058"/>
                </a:lnTo>
                <a:lnTo>
                  <a:pt x="750771" y="2833663"/>
                </a:lnTo>
                <a:lnTo>
                  <a:pt x="783087" y="2867534"/>
                </a:lnTo>
                <a:lnTo>
                  <a:pt x="817268" y="2899615"/>
                </a:lnTo>
                <a:lnTo>
                  <a:pt x="853216" y="2929853"/>
                </a:lnTo>
                <a:lnTo>
                  <a:pt x="890835" y="2958193"/>
                </a:lnTo>
                <a:lnTo>
                  <a:pt x="930027" y="2984579"/>
                </a:lnTo>
                <a:lnTo>
                  <a:pt x="970695" y="3008958"/>
                </a:lnTo>
                <a:lnTo>
                  <a:pt x="1012741" y="3031274"/>
                </a:lnTo>
                <a:lnTo>
                  <a:pt x="1056069" y="3051473"/>
                </a:lnTo>
                <a:lnTo>
                  <a:pt x="1100580" y="3069501"/>
                </a:lnTo>
                <a:lnTo>
                  <a:pt x="1146178" y="3085302"/>
                </a:lnTo>
                <a:lnTo>
                  <a:pt x="1192765" y="3098822"/>
                </a:lnTo>
                <a:lnTo>
                  <a:pt x="1240244" y="3110007"/>
                </a:lnTo>
                <a:lnTo>
                  <a:pt x="1288517" y="3118801"/>
                </a:lnTo>
                <a:lnTo>
                  <a:pt x="1337488" y="3125150"/>
                </a:lnTo>
                <a:lnTo>
                  <a:pt x="1387058" y="3129000"/>
                </a:lnTo>
                <a:lnTo>
                  <a:pt x="1437131" y="3130295"/>
                </a:lnTo>
                <a:lnTo>
                  <a:pt x="1490791" y="3128782"/>
                </a:lnTo>
                <a:lnTo>
                  <a:pt x="1544000" y="3124283"/>
                </a:lnTo>
                <a:lnTo>
                  <a:pt x="1596643" y="3116862"/>
                </a:lnTo>
                <a:lnTo>
                  <a:pt x="1648610" y="3106580"/>
                </a:lnTo>
                <a:lnTo>
                  <a:pt x="1699786" y="3093502"/>
                </a:lnTo>
                <a:lnTo>
                  <a:pt x="1750059" y="3077689"/>
                </a:lnTo>
                <a:lnTo>
                  <a:pt x="1799317" y="3059205"/>
                </a:lnTo>
                <a:lnTo>
                  <a:pt x="1847445" y="3038111"/>
                </a:lnTo>
                <a:lnTo>
                  <a:pt x="1894331" y="3014471"/>
                </a:lnTo>
                <a:lnTo>
                  <a:pt x="1923021" y="3052742"/>
                </a:lnTo>
                <a:lnTo>
                  <a:pt x="1955659" y="3088867"/>
                </a:lnTo>
                <a:lnTo>
                  <a:pt x="1990587" y="3122773"/>
                </a:lnTo>
                <a:lnTo>
                  <a:pt x="2027669" y="3154387"/>
                </a:lnTo>
                <a:lnTo>
                  <a:pt x="2066769" y="3183635"/>
                </a:lnTo>
                <a:lnTo>
                  <a:pt x="2107752" y="3210446"/>
                </a:lnTo>
                <a:lnTo>
                  <a:pt x="2150483" y="3234744"/>
                </a:lnTo>
                <a:lnTo>
                  <a:pt x="2194826" y="3256458"/>
                </a:lnTo>
                <a:lnTo>
                  <a:pt x="2240645" y="3275514"/>
                </a:lnTo>
                <a:lnTo>
                  <a:pt x="2287806" y="3291839"/>
                </a:lnTo>
                <a:lnTo>
                  <a:pt x="2336172" y="3305360"/>
                </a:lnTo>
                <a:lnTo>
                  <a:pt x="2385608" y="3316004"/>
                </a:lnTo>
                <a:lnTo>
                  <a:pt x="2435979" y="3323697"/>
                </a:lnTo>
                <a:lnTo>
                  <a:pt x="2487149" y="3328367"/>
                </a:lnTo>
                <a:lnTo>
                  <a:pt x="2538983" y="3329939"/>
                </a:lnTo>
                <a:lnTo>
                  <a:pt x="2589872" y="3328421"/>
                </a:lnTo>
                <a:lnTo>
                  <a:pt x="2640044" y="3323921"/>
                </a:lnTo>
                <a:lnTo>
                  <a:pt x="2689378" y="3316520"/>
                </a:lnTo>
                <a:lnTo>
                  <a:pt x="2737750" y="3306299"/>
                </a:lnTo>
                <a:lnTo>
                  <a:pt x="2785038" y="3293340"/>
                </a:lnTo>
                <a:lnTo>
                  <a:pt x="2831121" y="3277723"/>
                </a:lnTo>
                <a:lnTo>
                  <a:pt x="2875875" y="3259529"/>
                </a:lnTo>
                <a:lnTo>
                  <a:pt x="2919179" y="3238841"/>
                </a:lnTo>
                <a:lnTo>
                  <a:pt x="2960910" y="3215738"/>
                </a:lnTo>
                <a:lnTo>
                  <a:pt x="3000946" y="3190303"/>
                </a:lnTo>
                <a:lnTo>
                  <a:pt x="3039165" y="3162616"/>
                </a:lnTo>
                <a:lnTo>
                  <a:pt x="3075444" y="3132758"/>
                </a:lnTo>
                <a:lnTo>
                  <a:pt x="3109661" y="3100811"/>
                </a:lnTo>
                <a:lnTo>
                  <a:pt x="3141693" y="3066856"/>
                </a:lnTo>
                <a:lnTo>
                  <a:pt x="3171420" y="3030973"/>
                </a:lnTo>
                <a:lnTo>
                  <a:pt x="3198717" y="2993245"/>
                </a:lnTo>
                <a:lnTo>
                  <a:pt x="3223463" y="2953752"/>
                </a:lnTo>
                <a:lnTo>
                  <a:pt x="3245536" y="2912575"/>
                </a:lnTo>
                <a:lnTo>
                  <a:pt x="3264813" y="2869796"/>
                </a:lnTo>
                <a:lnTo>
                  <a:pt x="3281171" y="2825495"/>
                </a:lnTo>
                <a:lnTo>
                  <a:pt x="3282695" y="2830067"/>
                </a:lnTo>
                <a:lnTo>
                  <a:pt x="3328749" y="2853847"/>
                </a:lnTo>
                <a:lnTo>
                  <a:pt x="3376615" y="2874188"/>
                </a:lnTo>
                <a:lnTo>
                  <a:pt x="3426054" y="2891010"/>
                </a:lnTo>
                <a:lnTo>
                  <a:pt x="3476825" y="2904232"/>
                </a:lnTo>
                <a:lnTo>
                  <a:pt x="3528690" y="2913776"/>
                </a:lnTo>
                <a:lnTo>
                  <a:pt x="3581408" y="2919561"/>
                </a:lnTo>
                <a:lnTo>
                  <a:pt x="3634739" y="2921507"/>
                </a:lnTo>
                <a:lnTo>
                  <a:pt x="3684170" y="2919864"/>
                </a:lnTo>
                <a:lnTo>
                  <a:pt x="3732622" y="2915010"/>
                </a:lnTo>
                <a:lnTo>
                  <a:pt x="3779971" y="2907058"/>
                </a:lnTo>
                <a:lnTo>
                  <a:pt x="3826088" y="2896125"/>
                </a:lnTo>
                <a:lnTo>
                  <a:pt x="3870846" y="2882323"/>
                </a:lnTo>
                <a:lnTo>
                  <a:pt x="3914119" y="2865768"/>
                </a:lnTo>
                <a:lnTo>
                  <a:pt x="3955779" y="2846572"/>
                </a:lnTo>
                <a:lnTo>
                  <a:pt x="3995700" y="2824851"/>
                </a:lnTo>
                <a:lnTo>
                  <a:pt x="4033753" y="2800718"/>
                </a:lnTo>
                <a:lnTo>
                  <a:pt x="4069812" y="2774289"/>
                </a:lnTo>
                <a:lnTo>
                  <a:pt x="4103750" y="2745676"/>
                </a:lnTo>
                <a:lnTo>
                  <a:pt x="4135440" y="2714995"/>
                </a:lnTo>
                <a:lnTo>
                  <a:pt x="4164755" y="2682359"/>
                </a:lnTo>
                <a:lnTo>
                  <a:pt x="4191567" y="2647882"/>
                </a:lnTo>
                <a:lnTo>
                  <a:pt x="4215750" y="2611680"/>
                </a:lnTo>
                <a:lnTo>
                  <a:pt x="4237176" y="2573866"/>
                </a:lnTo>
                <a:lnTo>
                  <a:pt x="4255719" y="2534554"/>
                </a:lnTo>
                <a:lnTo>
                  <a:pt x="4271250" y="2493859"/>
                </a:lnTo>
                <a:lnTo>
                  <a:pt x="4283644" y="2451894"/>
                </a:lnTo>
                <a:lnTo>
                  <a:pt x="4292773" y="2408775"/>
                </a:lnTo>
                <a:lnTo>
                  <a:pt x="4298510" y="2364614"/>
                </a:lnTo>
                <a:lnTo>
                  <a:pt x="4300727" y="2319527"/>
                </a:lnTo>
                <a:lnTo>
                  <a:pt x="4299203" y="2318003"/>
                </a:lnTo>
                <a:lnTo>
                  <a:pt x="4348720" y="2310042"/>
                </a:lnTo>
                <a:lnTo>
                  <a:pt x="4397020" y="2299343"/>
                </a:lnTo>
                <a:lnTo>
                  <a:pt x="4444014" y="2286004"/>
                </a:lnTo>
                <a:lnTo>
                  <a:pt x="4489610" y="2270120"/>
                </a:lnTo>
                <a:lnTo>
                  <a:pt x="4533715" y="2251789"/>
                </a:lnTo>
                <a:lnTo>
                  <a:pt x="4576238" y="2231108"/>
                </a:lnTo>
                <a:lnTo>
                  <a:pt x="4617087" y="2208174"/>
                </a:lnTo>
                <a:lnTo>
                  <a:pt x="4656171" y="2183084"/>
                </a:lnTo>
                <a:lnTo>
                  <a:pt x="4693398" y="2155934"/>
                </a:lnTo>
                <a:lnTo>
                  <a:pt x="4728677" y="2126823"/>
                </a:lnTo>
                <a:lnTo>
                  <a:pt x="4761914" y="2095846"/>
                </a:lnTo>
                <a:lnTo>
                  <a:pt x="4793020" y="2063100"/>
                </a:lnTo>
                <a:lnTo>
                  <a:pt x="4821902" y="2028683"/>
                </a:lnTo>
                <a:lnTo>
                  <a:pt x="4848468" y="1992692"/>
                </a:lnTo>
                <a:lnTo>
                  <a:pt x="4872627" y="1955223"/>
                </a:lnTo>
                <a:lnTo>
                  <a:pt x="4894288" y="1916374"/>
                </a:lnTo>
                <a:lnTo>
                  <a:pt x="4913357" y="1876241"/>
                </a:lnTo>
                <a:lnTo>
                  <a:pt x="4929745" y="1834921"/>
                </a:lnTo>
                <a:lnTo>
                  <a:pt x="4943358" y="1792512"/>
                </a:lnTo>
                <a:lnTo>
                  <a:pt x="4954106" y="1749109"/>
                </a:lnTo>
                <a:lnTo>
                  <a:pt x="4961897" y="1704811"/>
                </a:lnTo>
                <a:lnTo>
                  <a:pt x="4966638" y="1659714"/>
                </a:lnTo>
                <a:lnTo>
                  <a:pt x="4968239" y="1613915"/>
                </a:lnTo>
                <a:lnTo>
                  <a:pt x="4966161" y="1562246"/>
                </a:lnTo>
                <a:lnTo>
                  <a:pt x="4959969" y="1511003"/>
                </a:lnTo>
                <a:lnTo>
                  <a:pt x="4949726" y="1460387"/>
                </a:lnTo>
                <a:lnTo>
                  <a:pt x="4935493" y="1410598"/>
                </a:lnTo>
                <a:lnTo>
                  <a:pt x="4917335" y="1361839"/>
                </a:lnTo>
                <a:lnTo>
                  <a:pt x="4895313" y="1314308"/>
                </a:lnTo>
                <a:lnTo>
                  <a:pt x="4869491" y="1268208"/>
                </a:lnTo>
                <a:lnTo>
                  <a:pt x="4839931" y="1223738"/>
                </a:lnTo>
                <a:lnTo>
                  <a:pt x="4806695" y="1181099"/>
                </a:lnTo>
                <a:lnTo>
                  <a:pt x="4805171" y="1181099"/>
                </a:lnTo>
                <a:lnTo>
                  <a:pt x="4822691" y="1138513"/>
                </a:lnTo>
                <a:lnTo>
                  <a:pt x="4836700" y="1094975"/>
                </a:lnTo>
                <a:lnTo>
                  <a:pt x="4846978" y="1050633"/>
                </a:lnTo>
                <a:lnTo>
                  <a:pt x="4853305" y="1005632"/>
                </a:lnTo>
                <a:lnTo>
                  <a:pt x="4855463" y="960119"/>
                </a:lnTo>
                <a:lnTo>
                  <a:pt x="4853310" y="913090"/>
                </a:lnTo>
                <a:lnTo>
                  <a:pt x="4846953" y="866989"/>
                </a:lnTo>
                <a:lnTo>
                  <a:pt x="4836547" y="821995"/>
                </a:lnTo>
                <a:lnTo>
                  <a:pt x="4822245" y="778287"/>
                </a:lnTo>
                <a:lnTo>
                  <a:pt x="4804201" y="736044"/>
                </a:lnTo>
                <a:lnTo>
                  <a:pt x="4782570" y="695444"/>
                </a:lnTo>
                <a:lnTo>
                  <a:pt x="4757506" y="656665"/>
                </a:lnTo>
                <a:lnTo>
                  <a:pt x="4729162" y="619886"/>
                </a:lnTo>
                <a:lnTo>
                  <a:pt x="4697693" y="585287"/>
                </a:lnTo>
                <a:lnTo>
                  <a:pt x="4663252" y="553045"/>
                </a:lnTo>
                <a:lnTo>
                  <a:pt x="4625994" y="523339"/>
                </a:lnTo>
                <a:lnTo>
                  <a:pt x="4586073" y="496347"/>
                </a:lnTo>
                <a:lnTo>
                  <a:pt x="4543642" y="472249"/>
                </a:lnTo>
                <a:lnTo>
                  <a:pt x="4498856" y="451223"/>
                </a:lnTo>
                <a:lnTo>
                  <a:pt x="4451869" y="433447"/>
                </a:lnTo>
                <a:lnTo>
                  <a:pt x="4402835" y="419099"/>
                </a:lnTo>
                <a:lnTo>
                  <a:pt x="4404359" y="417575"/>
                </a:lnTo>
                <a:lnTo>
                  <a:pt x="4393376" y="373205"/>
                </a:lnTo>
                <a:lnTo>
                  <a:pt x="4378282" y="330499"/>
                </a:lnTo>
                <a:lnTo>
                  <a:pt x="4359290" y="289624"/>
                </a:lnTo>
                <a:lnTo>
                  <a:pt x="4336613" y="250745"/>
                </a:lnTo>
                <a:lnTo>
                  <a:pt x="4310462" y="214027"/>
                </a:lnTo>
                <a:lnTo>
                  <a:pt x="4281049" y="179635"/>
                </a:lnTo>
                <a:lnTo>
                  <a:pt x="4248587" y="147734"/>
                </a:lnTo>
                <a:lnTo>
                  <a:pt x="4213288" y="118490"/>
                </a:lnTo>
                <a:lnTo>
                  <a:pt x="4175363" y="92068"/>
                </a:lnTo>
                <a:lnTo>
                  <a:pt x="4135025" y="68633"/>
                </a:lnTo>
                <a:lnTo>
                  <a:pt x="4092486" y="48350"/>
                </a:lnTo>
                <a:lnTo>
                  <a:pt x="4047958" y="31384"/>
                </a:lnTo>
                <a:lnTo>
                  <a:pt x="4001652" y="17901"/>
                </a:lnTo>
                <a:lnTo>
                  <a:pt x="3953782" y="8066"/>
                </a:lnTo>
                <a:lnTo>
                  <a:pt x="3904559" y="2044"/>
                </a:lnTo>
                <a:lnTo>
                  <a:pt x="3854195" y="0"/>
                </a:lnTo>
                <a:lnTo>
                  <a:pt x="3805545" y="1949"/>
                </a:lnTo>
                <a:lnTo>
                  <a:pt x="3757598" y="7729"/>
                </a:lnTo>
                <a:lnTo>
                  <a:pt x="3710603" y="17241"/>
                </a:lnTo>
                <a:lnTo>
                  <a:pt x="3664805" y="30382"/>
                </a:lnTo>
                <a:lnTo>
                  <a:pt x="3620452" y="47053"/>
                </a:lnTo>
                <a:lnTo>
                  <a:pt x="3577791" y="67153"/>
                </a:lnTo>
                <a:lnTo>
                  <a:pt x="3537068" y="90581"/>
                </a:lnTo>
                <a:lnTo>
                  <a:pt x="3498530" y="117238"/>
                </a:lnTo>
                <a:lnTo>
                  <a:pt x="3462425" y="147021"/>
                </a:lnTo>
                <a:lnTo>
                  <a:pt x="3428999" y="179831"/>
                </a:lnTo>
                <a:lnTo>
                  <a:pt x="3395588" y="143962"/>
                </a:lnTo>
                <a:lnTo>
                  <a:pt x="3358590" y="111655"/>
                </a:lnTo>
                <a:lnTo>
                  <a:pt x="3318368" y="83086"/>
                </a:lnTo>
                <a:lnTo>
                  <a:pt x="3275287" y="58430"/>
                </a:lnTo>
                <a:lnTo>
                  <a:pt x="3229709" y="37863"/>
                </a:lnTo>
                <a:lnTo>
                  <a:pt x="3181999" y="21561"/>
                </a:lnTo>
                <a:lnTo>
                  <a:pt x="3132520" y="9700"/>
                </a:lnTo>
                <a:lnTo>
                  <a:pt x="3081636" y="2454"/>
                </a:lnTo>
                <a:lnTo>
                  <a:pt x="3029711" y="0"/>
                </a:lnTo>
                <a:lnTo>
                  <a:pt x="2978571" y="2388"/>
                </a:lnTo>
                <a:lnTo>
                  <a:pt x="2928461" y="9434"/>
                </a:lnTo>
                <a:lnTo>
                  <a:pt x="2879732" y="20960"/>
                </a:lnTo>
                <a:lnTo>
                  <a:pt x="2832734" y="36786"/>
                </a:lnTo>
                <a:lnTo>
                  <a:pt x="2787818" y="56734"/>
                </a:lnTo>
                <a:lnTo>
                  <a:pt x="2745334" y="80626"/>
                </a:lnTo>
                <a:lnTo>
                  <a:pt x="2705632" y="108283"/>
                </a:lnTo>
                <a:lnTo>
                  <a:pt x="2669063" y="139525"/>
                </a:lnTo>
                <a:lnTo>
                  <a:pt x="2635977" y="174175"/>
                </a:lnTo>
                <a:lnTo>
                  <a:pt x="2606724" y="212054"/>
                </a:lnTo>
                <a:lnTo>
                  <a:pt x="2581655" y="252983"/>
                </a:lnTo>
                <a:lnTo>
                  <a:pt x="2583179" y="260603"/>
                </a:lnTo>
                <a:lnTo>
                  <a:pt x="2543604" y="228223"/>
                </a:lnTo>
                <a:lnTo>
                  <a:pt x="2501268" y="199230"/>
                </a:lnTo>
                <a:lnTo>
                  <a:pt x="2456462" y="173735"/>
                </a:lnTo>
                <a:lnTo>
                  <a:pt x="2409473" y="151854"/>
                </a:lnTo>
                <a:lnTo>
                  <a:pt x="2360590" y="133698"/>
                </a:lnTo>
                <a:lnTo>
                  <a:pt x="2310101" y="119379"/>
                </a:lnTo>
                <a:lnTo>
                  <a:pt x="2258296" y="109013"/>
                </a:lnTo>
                <a:lnTo>
                  <a:pt x="2205462" y="102710"/>
                </a:lnTo>
                <a:lnTo>
                  <a:pt x="2151887" y="100583"/>
                </a:lnTo>
                <a:lnTo>
                  <a:pt x="2100173" y="102592"/>
                </a:lnTo>
                <a:lnTo>
                  <a:pt x="2049288" y="108533"/>
                </a:lnTo>
                <a:lnTo>
                  <a:pt x="1999463" y="118283"/>
                </a:lnTo>
                <a:lnTo>
                  <a:pt x="1950933" y="131716"/>
                </a:lnTo>
                <a:lnTo>
                  <a:pt x="1903931" y="148707"/>
                </a:lnTo>
                <a:lnTo>
                  <a:pt x="1858688" y="169132"/>
                </a:lnTo>
                <a:lnTo>
                  <a:pt x="1815440" y="192866"/>
                </a:lnTo>
                <a:lnTo>
                  <a:pt x="1774418" y="219784"/>
                </a:lnTo>
                <a:lnTo>
                  <a:pt x="1735856" y="249761"/>
                </a:lnTo>
                <a:lnTo>
                  <a:pt x="1699987" y="282673"/>
                </a:lnTo>
                <a:lnTo>
                  <a:pt x="1667044" y="318393"/>
                </a:lnTo>
                <a:lnTo>
                  <a:pt x="1637260" y="356799"/>
                </a:lnTo>
                <a:lnTo>
                  <a:pt x="1610867" y="397763"/>
                </a:lnTo>
                <a:lnTo>
                  <a:pt x="1609343" y="400811"/>
                </a:lnTo>
                <a:lnTo>
                  <a:pt x="1564007" y="378243"/>
                </a:lnTo>
                <a:lnTo>
                  <a:pt x="1517261" y="358568"/>
                </a:lnTo>
                <a:lnTo>
                  <a:pt x="1469263" y="341822"/>
                </a:lnTo>
                <a:lnTo>
                  <a:pt x="1420177" y="328040"/>
                </a:lnTo>
                <a:lnTo>
                  <a:pt x="1370162" y="317259"/>
                </a:lnTo>
                <a:lnTo>
                  <a:pt x="1319379" y="309514"/>
                </a:lnTo>
                <a:lnTo>
                  <a:pt x="1267988" y="304841"/>
                </a:lnTo>
                <a:lnTo>
                  <a:pt x="1216151" y="303275"/>
                </a:lnTo>
                <a:lnTo>
                  <a:pt x="1165167" y="304789"/>
                </a:lnTo>
                <a:lnTo>
                  <a:pt x="1115060" y="309265"/>
                </a:lnTo>
                <a:lnTo>
                  <a:pt x="1065934" y="316609"/>
                </a:lnTo>
                <a:lnTo>
                  <a:pt x="1017890" y="326726"/>
                </a:lnTo>
                <a:lnTo>
                  <a:pt x="971031" y="339522"/>
                </a:lnTo>
                <a:lnTo>
                  <a:pt x="925460" y="354902"/>
                </a:lnTo>
                <a:lnTo>
                  <a:pt x="881279" y="372771"/>
                </a:lnTo>
                <a:lnTo>
                  <a:pt x="838590" y="393034"/>
                </a:lnTo>
                <a:lnTo>
                  <a:pt x="797495" y="415596"/>
                </a:lnTo>
                <a:lnTo>
                  <a:pt x="758098" y="440362"/>
                </a:lnTo>
                <a:lnTo>
                  <a:pt x="720500" y="467239"/>
                </a:lnTo>
                <a:lnTo>
                  <a:pt x="684805" y="496130"/>
                </a:lnTo>
                <a:lnTo>
                  <a:pt x="651113" y="526941"/>
                </a:lnTo>
                <a:lnTo>
                  <a:pt x="619529" y="559578"/>
                </a:lnTo>
                <a:lnTo>
                  <a:pt x="590153" y="593945"/>
                </a:lnTo>
                <a:lnTo>
                  <a:pt x="563089" y="629948"/>
                </a:lnTo>
                <a:lnTo>
                  <a:pt x="538440" y="667491"/>
                </a:lnTo>
                <a:lnTo>
                  <a:pt x="516306" y="706481"/>
                </a:lnTo>
                <a:lnTo>
                  <a:pt x="496792" y="746822"/>
                </a:lnTo>
                <a:lnTo>
                  <a:pt x="479999" y="788420"/>
                </a:lnTo>
                <a:lnTo>
                  <a:pt x="466029" y="831179"/>
                </a:lnTo>
                <a:lnTo>
                  <a:pt x="454985" y="875005"/>
                </a:lnTo>
                <a:lnTo>
                  <a:pt x="446970" y="919803"/>
                </a:lnTo>
                <a:lnTo>
                  <a:pt x="442086" y="965478"/>
                </a:lnTo>
                <a:lnTo>
                  <a:pt x="440435" y="1011935"/>
                </a:lnTo>
                <a:lnTo>
                  <a:pt x="440102" y="1035938"/>
                </a:lnTo>
                <a:lnTo>
                  <a:pt x="441197" y="1059941"/>
                </a:lnTo>
                <a:lnTo>
                  <a:pt x="443436" y="1083944"/>
                </a:lnTo>
                <a:lnTo>
                  <a:pt x="446531" y="1107947"/>
                </a:lnTo>
                <a:lnTo>
                  <a:pt x="448055" y="1106423"/>
                </a:lnTo>
                <a:close/>
              </a:path>
              <a:path w="4968240" h="3329940">
                <a:moveTo>
                  <a:pt x="246887" y="1958339"/>
                </a:moveTo>
                <a:lnTo>
                  <a:pt x="293973" y="1980639"/>
                </a:lnTo>
                <a:lnTo>
                  <a:pt x="343399" y="1998110"/>
                </a:lnTo>
                <a:lnTo>
                  <a:pt x="394581" y="2010680"/>
                </a:lnTo>
                <a:lnTo>
                  <a:pt x="446934" y="2018275"/>
                </a:lnTo>
                <a:lnTo>
                  <a:pt x="499871" y="2020823"/>
                </a:lnTo>
                <a:lnTo>
                  <a:pt x="509254" y="2020800"/>
                </a:lnTo>
                <a:lnTo>
                  <a:pt x="518921" y="2020633"/>
                </a:lnTo>
                <a:lnTo>
                  <a:pt x="528589" y="2020181"/>
                </a:lnTo>
                <a:lnTo>
                  <a:pt x="537971" y="2019299"/>
                </a:lnTo>
              </a:path>
              <a:path w="4968240" h="3329940">
                <a:moveTo>
                  <a:pt x="669035" y="2718815"/>
                </a:moveTo>
                <a:lnTo>
                  <a:pt x="701897" y="2714267"/>
                </a:lnTo>
                <a:lnTo>
                  <a:pt x="734186" y="2707576"/>
                </a:lnTo>
                <a:lnTo>
                  <a:pt x="765905" y="2698884"/>
                </a:lnTo>
                <a:lnTo>
                  <a:pt x="797051" y="2688335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14719" y="5690514"/>
            <a:ext cx="76200" cy="134620"/>
          </a:xfrm>
          <a:custGeom>
            <a:avLst/>
            <a:gdLst/>
            <a:ahLst/>
            <a:cxnLst/>
            <a:rect l="l" t="t" r="r" b="b"/>
            <a:pathLst>
              <a:path w="76200" h="134620">
                <a:moveTo>
                  <a:pt x="0" y="0"/>
                </a:moveTo>
                <a:lnTo>
                  <a:pt x="15978" y="34885"/>
                </a:lnTo>
                <a:lnTo>
                  <a:pt x="34099" y="68770"/>
                </a:lnTo>
                <a:lnTo>
                  <a:pt x="54221" y="101798"/>
                </a:lnTo>
                <a:lnTo>
                  <a:pt x="76199" y="134111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79283" y="5487823"/>
            <a:ext cx="32384" cy="147955"/>
          </a:xfrm>
          <a:custGeom>
            <a:avLst/>
            <a:gdLst/>
            <a:ahLst/>
            <a:cxnLst/>
            <a:rect l="l" t="t" r="r" b="b"/>
            <a:pathLst>
              <a:path w="32385" h="147954">
                <a:moveTo>
                  <a:pt x="0" y="147827"/>
                </a:moveTo>
                <a:lnTo>
                  <a:pt x="11429" y="111228"/>
                </a:lnTo>
                <a:lnTo>
                  <a:pt x="20573" y="74485"/>
                </a:lnTo>
                <a:lnTo>
                  <a:pt x="27431" y="37457"/>
                </a:lnTo>
                <a:lnTo>
                  <a:pt x="32003" y="0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23937" y="4579519"/>
            <a:ext cx="375285" cy="550545"/>
          </a:xfrm>
          <a:custGeom>
            <a:avLst/>
            <a:gdLst/>
            <a:ahLst/>
            <a:cxnLst/>
            <a:rect l="l" t="t" r="r" b="b"/>
            <a:pathLst>
              <a:path w="375284" h="550545">
                <a:moveTo>
                  <a:pt x="374903" y="550163"/>
                </a:moveTo>
                <a:lnTo>
                  <a:pt x="374903" y="548639"/>
                </a:lnTo>
                <a:lnTo>
                  <a:pt x="374903" y="547115"/>
                </a:lnTo>
                <a:lnTo>
                  <a:pt x="374903" y="545591"/>
                </a:lnTo>
                <a:lnTo>
                  <a:pt x="372972" y="499553"/>
                </a:lnTo>
                <a:lnTo>
                  <a:pt x="367252" y="454202"/>
                </a:lnTo>
                <a:lnTo>
                  <a:pt x="357859" y="409699"/>
                </a:lnTo>
                <a:lnTo>
                  <a:pt x="344906" y="366205"/>
                </a:lnTo>
                <a:lnTo>
                  <a:pt x="328506" y="323878"/>
                </a:lnTo>
                <a:lnTo>
                  <a:pt x="308774" y="282878"/>
                </a:lnTo>
                <a:lnTo>
                  <a:pt x="285823" y="243366"/>
                </a:lnTo>
                <a:lnTo>
                  <a:pt x="259768" y="205502"/>
                </a:lnTo>
                <a:lnTo>
                  <a:pt x="230721" y="169444"/>
                </a:lnTo>
                <a:lnTo>
                  <a:pt x="198797" y="135353"/>
                </a:lnTo>
                <a:lnTo>
                  <a:pt x="164109" y="103389"/>
                </a:lnTo>
                <a:lnTo>
                  <a:pt x="126772" y="73712"/>
                </a:lnTo>
                <a:lnTo>
                  <a:pt x="86899" y="46482"/>
                </a:lnTo>
                <a:lnTo>
                  <a:pt x="44603" y="21857"/>
                </a:lnTo>
                <a:lnTo>
                  <a:pt x="0" y="0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837167" y="3991255"/>
            <a:ext cx="166370" cy="205740"/>
          </a:xfrm>
          <a:custGeom>
            <a:avLst/>
            <a:gdLst/>
            <a:ahLst/>
            <a:cxnLst/>
            <a:rect l="l" t="t" r="r" b="b"/>
            <a:pathLst>
              <a:path w="166370" h="205739">
                <a:moveTo>
                  <a:pt x="0" y="205739"/>
                </a:moveTo>
                <a:lnTo>
                  <a:pt x="41123" y="170883"/>
                </a:lnTo>
                <a:lnTo>
                  <a:pt x="78443" y="132441"/>
                </a:lnTo>
                <a:lnTo>
                  <a:pt x="111812" y="90854"/>
                </a:lnTo>
                <a:lnTo>
                  <a:pt x="141085" y="46561"/>
                </a:lnTo>
                <a:lnTo>
                  <a:pt x="166115" y="0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602472" y="3227731"/>
            <a:ext cx="9525" cy="97790"/>
          </a:xfrm>
          <a:custGeom>
            <a:avLst/>
            <a:gdLst/>
            <a:ahLst/>
            <a:cxnLst/>
            <a:rect l="l" t="t" r="r" b="b"/>
            <a:pathLst>
              <a:path w="9525" h="97789">
                <a:moveTo>
                  <a:pt x="9143" y="97535"/>
                </a:moveTo>
                <a:lnTo>
                  <a:pt x="9143" y="96011"/>
                </a:lnTo>
                <a:lnTo>
                  <a:pt x="9143" y="92963"/>
                </a:lnTo>
                <a:lnTo>
                  <a:pt x="9143" y="91439"/>
                </a:lnTo>
                <a:lnTo>
                  <a:pt x="8572" y="68579"/>
                </a:lnTo>
                <a:lnTo>
                  <a:pt x="6857" y="45719"/>
                </a:lnTo>
                <a:lnTo>
                  <a:pt x="4000" y="22859"/>
                </a:lnTo>
                <a:lnTo>
                  <a:pt x="0" y="0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41769" y="2989988"/>
            <a:ext cx="85725" cy="123825"/>
          </a:xfrm>
          <a:custGeom>
            <a:avLst/>
            <a:gdLst/>
            <a:ahLst/>
            <a:cxnLst/>
            <a:rect l="l" t="t" r="r" b="b"/>
            <a:pathLst>
              <a:path w="85725" h="123825">
                <a:moveTo>
                  <a:pt x="85343" y="0"/>
                </a:moveTo>
                <a:lnTo>
                  <a:pt x="60221" y="28503"/>
                </a:lnTo>
                <a:lnTo>
                  <a:pt x="37528" y="58864"/>
                </a:lnTo>
                <a:lnTo>
                  <a:pt x="17406" y="90654"/>
                </a:lnTo>
                <a:lnTo>
                  <a:pt x="0" y="123443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38620" y="3063139"/>
            <a:ext cx="41275" cy="108585"/>
          </a:xfrm>
          <a:custGeom>
            <a:avLst/>
            <a:gdLst/>
            <a:ahLst/>
            <a:cxnLst/>
            <a:rect l="l" t="t" r="r" b="b"/>
            <a:pathLst>
              <a:path w="41275" h="108585">
                <a:moveTo>
                  <a:pt x="41147" y="0"/>
                </a:moveTo>
                <a:lnTo>
                  <a:pt x="27431" y="26336"/>
                </a:lnTo>
                <a:lnTo>
                  <a:pt x="16001" y="52958"/>
                </a:lnTo>
                <a:lnTo>
                  <a:pt x="6857" y="80152"/>
                </a:lnTo>
                <a:lnTo>
                  <a:pt x="0" y="108203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07456" y="3210967"/>
            <a:ext cx="149860" cy="104139"/>
          </a:xfrm>
          <a:custGeom>
            <a:avLst/>
            <a:gdLst/>
            <a:ahLst/>
            <a:cxnLst/>
            <a:rect l="l" t="t" r="r" b="b"/>
            <a:pathLst>
              <a:path w="149860" h="104139">
                <a:moveTo>
                  <a:pt x="149351" y="103631"/>
                </a:moveTo>
                <a:lnTo>
                  <a:pt x="114228" y="74795"/>
                </a:lnTo>
                <a:lnTo>
                  <a:pt x="77533" y="47815"/>
                </a:lnTo>
                <a:lnTo>
                  <a:pt x="39409" y="22836"/>
                </a:lnTo>
                <a:lnTo>
                  <a:pt x="0" y="0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44643" y="3918103"/>
            <a:ext cx="26034" cy="109855"/>
          </a:xfrm>
          <a:custGeom>
            <a:avLst/>
            <a:gdLst/>
            <a:ahLst/>
            <a:cxnLst/>
            <a:rect l="l" t="t" r="r" b="b"/>
            <a:pathLst>
              <a:path w="26035" h="109854">
                <a:moveTo>
                  <a:pt x="0" y="0"/>
                </a:moveTo>
                <a:lnTo>
                  <a:pt x="4905" y="27431"/>
                </a:lnTo>
                <a:lnTo>
                  <a:pt x="10667" y="54863"/>
                </a:lnTo>
                <a:lnTo>
                  <a:pt x="17573" y="82295"/>
                </a:lnTo>
                <a:lnTo>
                  <a:pt x="25907" y="109727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924551" y="3589416"/>
            <a:ext cx="3503295" cy="12388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ct val="94700"/>
              </a:lnSpc>
              <a:spcBef>
                <a:spcPts val="275"/>
              </a:spcBef>
            </a:pPr>
            <a:r>
              <a:rPr sz="2750" i="1" spc="-60" dirty="0">
                <a:solidFill>
                  <a:schemeClr val="accent1"/>
                </a:solidFill>
                <a:latin typeface="Verdana"/>
                <a:cs typeface="Verdana"/>
              </a:rPr>
              <a:t>Modelo</a:t>
            </a:r>
            <a:r>
              <a:rPr sz="2750" i="1" spc="-200" dirty="0">
                <a:solidFill>
                  <a:schemeClr val="accent1"/>
                </a:solidFill>
                <a:latin typeface="Verdana"/>
                <a:cs typeface="Verdana"/>
              </a:rPr>
              <a:t> </a:t>
            </a:r>
            <a:r>
              <a:rPr sz="2750" i="1" spc="-20" dirty="0">
                <a:solidFill>
                  <a:schemeClr val="accent1"/>
                </a:solidFill>
                <a:latin typeface="Verdana"/>
                <a:cs typeface="Verdana"/>
              </a:rPr>
              <a:t>mais </a:t>
            </a:r>
            <a:r>
              <a:rPr sz="2750" i="1" spc="-90" dirty="0">
                <a:solidFill>
                  <a:schemeClr val="accent1"/>
                </a:solidFill>
                <a:latin typeface="Verdana"/>
                <a:cs typeface="Verdana"/>
              </a:rPr>
              <a:t>pesquisado</a:t>
            </a:r>
            <a:r>
              <a:rPr sz="2750" i="1" spc="-175" dirty="0">
                <a:solidFill>
                  <a:schemeClr val="accent1"/>
                </a:solidFill>
                <a:latin typeface="Verdana"/>
                <a:cs typeface="Verdana"/>
              </a:rPr>
              <a:t> </a:t>
            </a:r>
            <a:r>
              <a:rPr sz="2750" i="1" spc="-105" dirty="0">
                <a:solidFill>
                  <a:schemeClr val="accent1"/>
                </a:solidFill>
                <a:latin typeface="Verdana"/>
                <a:cs typeface="Verdana"/>
              </a:rPr>
              <a:t>e</a:t>
            </a:r>
            <a:r>
              <a:rPr sz="2750" i="1" spc="-160" dirty="0">
                <a:solidFill>
                  <a:schemeClr val="accent1"/>
                </a:solidFill>
                <a:latin typeface="Verdana"/>
                <a:cs typeface="Verdana"/>
              </a:rPr>
              <a:t> </a:t>
            </a:r>
            <a:r>
              <a:rPr sz="2750" i="1" spc="-10" dirty="0">
                <a:solidFill>
                  <a:schemeClr val="accent1"/>
                </a:solidFill>
                <a:latin typeface="Verdana"/>
                <a:cs typeface="Verdana"/>
              </a:rPr>
              <a:t>usado </a:t>
            </a:r>
            <a:r>
              <a:rPr sz="2750" i="1" spc="-165" dirty="0">
                <a:solidFill>
                  <a:schemeClr val="accent1"/>
                </a:solidFill>
                <a:latin typeface="Verdana"/>
                <a:cs typeface="Verdana"/>
              </a:rPr>
              <a:t>em</a:t>
            </a:r>
            <a:r>
              <a:rPr sz="2750" i="1" spc="-200" dirty="0">
                <a:solidFill>
                  <a:schemeClr val="accent1"/>
                </a:solidFill>
                <a:latin typeface="Verdana"/>
                <a:cs typeface="Verdana"/>
              </a:rPr>
              <a:t> </a:t>
            </a:r>
            <a:r>
              <a:rPr sz="2750" i="1" spc="-95" dirty="0">
                <a:solidFill>
                  <a:schemeClr val="accent1"/>
                </a:solidFill>
                <a:latin typeface="Verdana"/>
                <a:cs typeface="Verdana"/>
              </a:rPr>
              <a:t>bases</a:t>
            </a:r>
            <a:r>
              <a:rPr sz="2750" i="1" spc="-200" dirty="0">
                <a:solidFill>
                  <a:schemeClr val="accent1"/>
                </a:solidFill>
                <a:latin typeface="Verdana"/>
                <a:cs typeface="Verdana"/>
              </a:rPr>
              <a:t> </a:t>
            </a:r>
            <a:r>
              <a:rPr sz="2750" i="1" spc="-100" dirty="0">
                <a:solidFill>
                  <a:schemeClr val="accent1"/>
                </a:solidFill>
                <a:latin typeface="Verdana"/>
                <a:cs typeface="Verdana"/>
              </a:rPr>
              <a:t>de</a:t>
            </a:r>
            <a:r>
              <a:rPr sz="2750" i="1" spc="-195" dirty="0">
                <a:solidFill>
                  <a:schemeClr val="accent1"/>
                </a:solidFill>
                <a:latin typeface="Verdana"/>
                <a:cs typeface="Verdana"/>
              </a:rPr>
              <a:t> </a:t>
            </a:r>
            <a:r>
              <a:rPr sz="2750" i="1" spc="-125" dirty="0">
                <a:solidFill>
                  <a:schemeClr val="accent1"/>
                </a:solidFill>
                <a:latin typeface="Verdana"/>
                <a:cs typeface="Verdana"/>
              </a:rPr>
              <a:t>dados!!!</a:t>
            </a:r>
            <a:endParaRPr sz="2750">
              <a:solidFill>
                <a:schemeClr val="accent1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9D50B75-F601-C616-9ECE-A7A29E64A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</a:t>
            </a:r>
            <a:r>
              <a:rPr lang="pt-BR" spc="-60" dirty="0"/>
              <a:t> </a:t>
            </a:r>
            <a:r>
              <a:rPr lang="pt-BR" spc="-10" dirty="0"/>
              <a:t>Entidade </a:t>
            </a:r>
            <a:r>
              <a:rPr lang="pt-BR" dirty="0"/>
              <a:t>Relacionamento</a:t>
            </a:r>
            <a:r>
              <a:rPr lang="pt-BR" spc="-140" dirty="0"/>
              <a:t> </a:t>
            </a:r>
            <a:r>
              <a:rPr lang="pt-BR" spc="-25" dirty="0"/>
              <a:t>(ME-R)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489200" y="1447800"/>
            <a:ext cx="9220200" cy="4901598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54965" marR="5080" indent="-34290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1538"/>
              <a:buFont typeface="Segoe UI Symbol"/>
              <a:buChar char="■"/>
              <a:tabLst>
                <a:tab pos="354965" algn="l"/>
              </a:tabLst>
            </a:pPr>
            <a:r>
              <a:rPr sz="2600" spc="180" dirty="0">
                <a:latin typeface="Tahoma"/>
                <a:cs typeface="Tahoma"/>
              </a:rPr>
              <a:t>Entidade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-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Identifica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o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objeto</a:t>
            </a:r>
            <a:r>
              <a:rPr sz="2600" spc="-3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de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interesse</a:t>
            </a:r>
            <a:r>
              <a:rPr sz="2600" spc="-25" dirty="0">
                <a:latin typeface="Tahoma"/>
                <a:cs typeface="Tahoma"/>
              </a:rPr>
              <a:t> do </a:t>
            </a:r>
            <a:r>
              <a:rPr sz="2600" dirty="0">
                <a:latin typeface="Tahoma"/>
                <a:cs typeface="Tahoma"/>
              </a:rPr>
              <a:t>sistema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e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tem</a:t>
            </a:r>
            <a:r>
              <a:rPr sz="2600" spc="-3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"vida"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própria,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ou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seja,</a:t>
            </a:r>
            <a:r>
              <a:rPr sz="2600" spc="-30" dirty="0">
                <a:latin typeface="Tahoma"/>
                <a:cs typeface="Tahoma"/>
              </a:rPr>
              <a:t> </a:t>
            </a:r>
            <a:r>
              <a:rPr sz="2600" spc="-50" dirty="0">
                <a:latin typeface="Tahoma"/>
                <a:cs typeface="Tahoma"/>
              </a:rPr>
              <a:t>a </a:t>
            </a:r>
            <a:r>
              <a:rPr sz="2600" dirty="0">
                <a:latin typeface="Tahoma"/>
                <a:cs typeface="Tahoma"/>
              </a:rPr>
              <a:t>representação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abstrata</a:t>
            </a:r>
            <a:r>
              <a:rPr sz="2600" spc="-3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de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um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objeto</a:t>
            </a:r>
            <a:r>
              <a:rPr sz="2600" spc="-3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do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mundo </a:t>
            </a:r>
            <a:r>
              <a:rPr sz="2600" dirty="0">
                <a:latin typeface="Tahoma"/>
                <a:cs typeface="Tahoma"/>
              </a:rPr>
              <a:t>real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sobre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o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qual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desejamos</a:t>
            </a:r>
            <a:r>
              <a:rPr sz="2600" spc="-30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guardar informações.</a:t>
            </a:r>
            <a:endParaRPr sz="2600" dirty="0">
              <a:latin typeface="Tahoma"/>
              <a:cs typeface="Tahoma"/>
            </a:endParaRPr>
          </a:p>
          <a:p>
            <a:pPr marL="756285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Não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são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entidades:</a:t>
            </a:r>
            <a:endParaRPr sz="2400" dirty="0">
              <a:latin typeface="Tahoma"/>
              <a:cs typeface="Tahoma"/>
            </a:endParaRPr>
          </a:p>
          <a:p>
            <a:pPr marL="1153795" lvl="2" indent="-227329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0000"/>
              <a:buFont typeface="Segoe UI Symbol"/>
              <a:buChar char="■"/>
              <a:tabLst>
                <a:tab pos="1153795" algn="l"/>
              </a:tabLst>
            </a:pPr>
            <a:r>
              <a:rPr sz="2200" dirty="0">
                <a:latin typeface="Tahoma"/>
                <a:cs typeface="Tahoma"/>
              </a:rPr>
              <a:t>Entidade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com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apenas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1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elemento;</a:t>
            </a:r>
            <a:endParaRPr sz="2200" dirty="0">
              <a:latin typeface="Tahoma"/>
              <a:cs typeface="Tahoma"/>
            </a:endParaRPr>
          </a:p>
          <a:p>
            <a:pPr marL="1153795" lvl="2" indent="-227329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0000"/>
              <a:buFont typeface="Segoe UI Symbol"/>
              <a:buChar char="■"/>
              <a:tabLst>
                <a:tab pos="1153795" algn="l"/>
              </a:tabLst>
            </a:pPr>
            <a:r>
              <a:rPr sz="2200" dirty="0">
                <a:latin typeface="Tahoma"/>
                <a:cs typeface="Tahoma"/>
              </a:rPr>
              <a:t>Operações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do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sistema;</a:t>
            </a:r>
            <a:endParaRPr sz="2200" dirty="0">
              <a:latin typeface="Tahoma"/>
              <a:cs typeface="Tahoma"/>
            </a:endParaRPr>
          </a:p>
          <a:p>
            <a:pPr marL="1153795" lvl="2" indent="-227329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0000"/>
              <a:buFont typeface="Segoe UI Symbol"/>
              <a:buChar char="■"/>
              <a:tabLst>
                <a:tab pos="1153795" algn="l"/>
              </a:tabLst>
            </a:pPr>
            <a:r>
              <a:rPr sz="2200" dirty="0">
                <a:latin typeface="Tahoma"/>
                <a:cs typeface="Tahoma"/>
              </a:rPr>
              <a:t>Saídas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do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sistema;</a:t>
            </a:r>
            <a:endParaRPr sz="2200" dirty="0">
              <a:latin typeface="Tahoma"/>
              <a:cs typeface="Tahoma"/>
            </a:endParaRPr>
          </a:p>
          <a:p>
            <a:pPr marL="1153795" marR="715010" lvl="2" indent="-227329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0000"/>
              <a:buFont typeface="Segoe UI Symbol"/>
              <a:buChar char="■"/>
              <a:tabLst>
                <a:tab pos="1155065" algn="l"/>
              </a:tabLst>
            </a:pPr>
            <a:r>
              <a:rPr sz="2200" dirty="0">
                <a:latin typeface="Tahoma"/>
                <a:cs typeface="Tahoma"/>
              </a:rPr>
              <a:t>Pessoas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que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realizam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trabalhos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(usuários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spc="-25" dirty="0">
                <a:latin typeface="Tahoma"/>
                <a:cs typeface="Tahoma"/>
              </a:rPr>
              <a:t>do </a:t>
            </a:r>
            <a:r>
              <a:rPr sz="2200" spc="-10" dirty="0" err="1">
                <a:latin typeface="Tahoma"/>
                <a:cs typeface="Tahoma"/>
              </a:rPr>
              <a:t>sistema</a:t>
            </a:r>
            <a:r>
              <a:rPr sz="2200" spc="-10" dirty="0">
                <a:latin typeface="Tahoma"/>
                <a:cs typeface="Tahoma"/>
              </a:rPr>
              <a:t>);</a:t>
            </a:r>
            <a:endParaRPr sz="2200" dirty="0">
              <a:latin typeface="Tahoma"/>
              <a:cs typeface="Tahoma"/>
            </a:endParaRPr>
          </a:p>
          <a:p>
            <a:pPr marL="1153795" lvl="2" indent="-227329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0000"/>
              <a:buFont typeface="Segoe UI Symbol"/>
              <a:buChar char="■"/>
              <a:tabLst>
                <a:tab pos="1153795" algn="l"/>
              </a:tabLst>
            </a:pPr>
            <a:r>
              <a:rPr sz="2200" dirty="0">
                <a:latin typeface="Tahoma"/>
                <a:cs typeface="Tahoma"/>
              </a:rPr>
              <a:t>Cargos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de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direção</a:t>
            </a:r>
            <a:endParaRPr sz="2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6013EF76-BDD1-1CF8-93ED-04E819E71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</a:t>
            </a:r>
            <a:r>
              <a:rPr lang="pt-BR" spc="-170" dirty="0"/>
              <a:t> </a:t>
            </a:r>
            <a:r>
              <a:rPr lang="pt-BR" spc="-10" dirty="0"/>
              <a:t>GRÁFICA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3098800" y="1752600"/>
            <a:ext cx="3223260" cy="2850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indent="-343535">
              <a:spcBef>
                <a:spcPts val="100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6235" algn="l"/>
              </a:tabLst>
            </a:pPr>
            <a:r>
              <a:rPr sz="3200" spc="-10" dirty="0">
                <a:latin typeface="Tahoma"/>
                <a:cs typeface="Tahoma"/>
              </a:rPr>
              <a:t>Entidade</a:t>
            </a:r>
            <a:endParaRPr sz="3200">
              <a:latin typeface="Tahoma"/>
              <a:cs typeface="Tahoma"/>
            </a:endParaRPr>
          </a:p>
          <a:p>
            <a:pPr>
              <a:spcBef>
                <a:spcPts val="1505"/>
              </a:spcBef>
              <a:buClr>
                <a:srgbClr val="3232CC"/>
              </a:buClr>
              <a:buFont typeface="Segoe UI Symbol"/>
              <a:buChar char="■"/>
            </a:pPr>
            <a:endParaRPr sz="3200">
              <a:latin typeface="Tahoma"/>
              <a:cs typeface="Tahoma"/>
            </a:endParaRPr>
          </a:p>
          <a:p>
            <a:pPr marL="356235" indent="-343535">
              <a:buClr>
                <a:srgbClr val="3232CC"/>
              </a:buClr>
              <a:buSzPct val="59375"/>
              <a:buFont typeface="Segoe UI Symbol"/>
              <a:buChar char="■"/>
              <a:tabLst>
                <a:tab pos="356235" algn="l"/>
              </a:tabLst>
            </a:pPr>
            <a:r>
              <a:rPr sz="3200" spc="-10" dirty="0">
                <a:latin typeface="Tahoma"/>
                <a:cs typeface="Tahoma"/>
              </a:rPr>
              <a:t>Relacionamento</a:t>
            </a:r>
            <a:endParaRPr sz="3200">
              <a:latin typeface="Tahoma"/>
              <a:cs typeface="Tahoma"/>
            </a:endParaRPr>
          </a:p>
          <a:p>
            <a:pPr>
              <a:spcBef>
                <a:spcPts val="1490"/>
              </a:spcBef>
              <a:buClr>
                <a:srgbClr val="3232CC"/>
              </a:buClr>
              <a:buFont typeface="Segoe UI Symbol"/>
              <a:buChar char="■"/>
            </a:pPr>
            <a:endParaRPr sz="3200">
              <a:latin typeface="Tahoma"/>
              <a:cs typeface="Tahoma"/>
            </a:endParaRPr>
          </a:p>
          <a:p>
            <a:pPr marL="356870" indent="-344170">
              <a:buClr>
                <a:srgbClr val="3232CC"/>
              </a:buClr>
              <a:buSzPct val="59375"/>
              <a:buFont typeface="Segoe UI Symbol"/>
              <a:buChar char="■"/>
              <a:tabLst>
                <a:tab pos="356870" algn="l"/>
              </a:tabLst>
            </a:pPr>
            <a:r>
              <a:rPr sz="3200" spc="-10" dirty="0">
                <a:latin typeface="Tahoma"/>
                <a:cs typeface="Tahoma"/>
              </a:rPr>
              <a:t>Atributo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5A44A44-B101-A01B-C900-A5BE68DF8ECC}"/>
              </a:ext>
            </a:extLst>
          </p:cNvPr>
          <p:cNvSpPr/>
          <p:nvPr/>
        </p:nvSpPr>
        <p:spPr>
          <a:xfrm>
            <a:off x="6908800" y="1752600"/>
            <a:ext cx="1371600" cy="53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Losango 14">
            <a:extLst>
              <a:ext uri="{FF2B5EF4-FFF2-40B4-BE49-F238E27FC236}">
                <a16:creationId xmlns:a16="http://schemas.microsoft.com/office/drawing/2014/main" id="{4F00F05E-EF7B-7A46-4204-0C882D3DE798}"/>
              </a:ext>
            </a:extLst>
          </p:cNvPr>
          <p:cNvSpPr/>
          <p:nvPr/>
        </p:nvSpPr>
        <p:spPr>
          <a:xfrm>
            <a:off x="7099300" y="2720657"/>
            <a:ext cx="990600" cy="91440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0B95041-3EBD-E47B-9A20-5E455CA72212}"/>
              </a:ext>
            </a:extLst>
          </p:cNvPr>
          <p:cNvSpPr/>
          <p:nvPr/>
        </p:nvSpPr>
        <p:spPr>
          <a:xfrm>
            <a:off x="6908800" y="4191000"/>
            <a:ext cx="13716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F8162C19-474C-A41A-0D59-1FC07362017C}"/>
              </a:ext>
            </a:extLst>
          </p:cNvPr>
          <p:cNvCxnSpPr/>
          <p:nvPr/>
        </p:nvCxnSpPr>
        <p:spPr>
          <a:xfrm>
            <a:off x="7213600" y="4724400"/>
            <a:ext cx="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DB7195D2-42A5-29EA-AA49-B6B23743995C}"/>
              </a:ext>
            </a:extLst>
          </p:cNvPr>
          <p:cNvCxnSpPr/>
          <p:nvPr/>
        </p:nvCxnSpPr>
        <p:spPr>
          <a:xfrm>
            <a:off x="7594600" y="4724400"/>
            <a:ext cx="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14BE6B41-F235-5889-691F-CD804C7D196E}"/>
              </a:ext>
            </a:extLst>
          </p:cNvPr>
          <p:cNvCxnSpPr/>
          <p:nvPr/>
        </p:nvCxnSpPr>
        <p:spPr>
          <a:xfrm>
            <a:off x="7975600" y="4724400"/>
            <a:ext cx="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695CA325-CC68-A94C-1F49-5F2CB944A3B5}"/>
              </a:ext>
            </a:extLst>
          </p:cNvPr>
          <p:cNvSpPr/>
          <p:nvPr/>
        </p:nvSpPr>
        <p:spPr>
          <a:xfrm>
            <a:off x="7061201" y="5105400"/>
            <a:ext cx="304798" cy="304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67130A7-9467-9F80-F8E0-DA0166C32A6E}"/>
              </a:ext>
            </a:extLst>
          </p:cNvPr>
          <p:cNvSpPr/>
          <p:nvPr/>
        </p:nvSpPr>
        <p:spPr>
          <a:xfrm>
            <a:off x="7442200" y="5105400"/>
            <a:ext cx="304798" cy="304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1CE6F9D6-D6E6-B6F5-FEC7-88DBD5A02641}"/>
              </a:ext>
            </a:extLst>
          </p:cNvPr>
          <p:cNvSpPr/>
          <p:nvPr/>
        </p:nvSpPr>
        <p:spPr>
          <a:xfrm>
            <a:off x="7823200" y="5101119"/>
            <a:ext cx="304798" cy="304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B786E4A1-125F-16EB-51DB-3043649F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10" dirty="0"/>
              <a:t>RELACIONAMENTO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413000" y="1526346"/>
            <a:ext cx="9601200" cy="20114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42900">
              <a:lnSpc>
                <a:spcPct val="99900"/>
              </a:lnSpc>
              <a:spcBef>
                <a:spcPts val="105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O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Relacionamento</a:t>
            </a:r>
            <a:r>
              <a:rPr sz="3200" spc="-9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representa</a:t>
            </a:r>
            <a:r>
              <a:rPr sz="3200" spc="-90" dirty="0">
                <a:latin typeface="Tahoma"/>
                <a:cs typeface="Tahoma"/>
              </a:rPr>
              <a:t> </a:t>
            </a:r>
            <a:r>
              <a:rPr sz="3200" spc="-50" dirty="0">
                <a:latin typeface="Tahoma"/>
                <a:cs typeface="Tahoma"/>
              </a:rPr>
              <a:t>a </a:t>
            </a:r>
            <a:r>
              <a:rPr sz="3200" dirty="0">
                <a:latin typeface="Tahoma"/>
                <a:cs typeface="Tahoma"/>
              </a:rPr>
              <a:t>associação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entre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os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elementos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do </a:t>
            </a:r>
            <a:r>
              <a:rPr sz="3200" dirty="0">
                <a:latin typeface="Tahoma"/>
                <a:cs typeface="Tahoma"/>
              </a:rPr>
              <a:t>conjunto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um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entidade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com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outra entidade</a:t>
            </a:r>
            <a:endParaRPr sz="3200">
              <a:latin typeface="Tahoma"/>
              <a:cs typeface="Tahoma"/>
            </a:endParaRPr>
          </a:p>
          <a:p>
            <a:pPr marL="756285" marR="89535" lvl="1" indent="-287020">
              <a:spcBef>
                <a:spcPts val="690"/>
              </a:spcBef>
              <a:buClr>
                <a:srgbClr val="FF0000"/>
              </a:buClr>
              <a:buSzPct val="53571"/>
              <a:buFont typeface="Segoe UI Symbol"/>
              <a:buChar char="■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João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está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matriculado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na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disciplina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dirty="0">
                <a:latin typeface="Tahoma"/>
                <a:cs typeface="Tahoma"/>
              </a:rPr>
              <a:t>Banco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Dados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3972962-3CBE-E8DC-1E99-1811E1598263}"/>
              </a:ext>
            </a:extLst>
          </p:cNvPr>
          <p:cNvSpPr/>
          <p:nvPr/>
        </p:nvSpPr>
        <p:spPr>
          <a:xfrm>
            <a:off x="3784600" y="3976099"/>
            <a:ext cx="1522603" cy="533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ALUNO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FAA7795-986F-5A62-6A38-E42B489C0EB2}"/>
              </a:ext>
            </a:extLst>
          </p:cNvPr>
          <p:cNvSpPr/>
          <p:nvPr/>
        </p:nvSpPr>
        <p:spPr>
          <a:xfrm>
            <a:off x="8091150" y="3976099"/>
            <a:ext cx="1522603" cy="533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DISCIPLINA</a:t>
            </a:r>
          </a:p>
        </p:txBody>
      </p:sp>
      <p:sp>
        <p:nvSpPr>
          <p:cNvPr id="15" name="Losango 14">
            <a:extLst>
              <a:ext uri="{FF2B5EF4-FFF2-40B4-BE49-F238E27FC236}">
                <a16:creationId xmlns:a16="http://schemas.microsoft.com/office/drawing/2014/main" id="{72D0A721-8CF7-7CB5-F6AD-27AD6D197D5F}"/>
              </a:ext>
            </a:extLst>
          </p:cNvPr>
          <p:cNvSpPr/>
          <p:nvPr/>
        </p:nvSpPr>
        <p:spPr>
          <a:xfrm>
            <a:off x="5822949" y="3846173"/>
            <a:ext cx="1752600" cy="793251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Matri-culado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B0B456DD-D13C-841B-0BA4-D2CD2597F614}"/>
              </a:ext>
            </a:extLst>
          </p:cNvPr>
          <p:cNvCxnSpPr>
            <a:stCxn id="15" idx="3"/>
            <a:endCxn id="14" idx="1"/>
          </p:cNvCxnSpPr>
          <p:nvPr/>
        </p:nvCxnSpPr>
        <p:spPr>
          <a:xfrm>
            <a:off x="7575549" y="4242799"/>
            <a:ext cx="515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E25C5D7D-53C8-3D06-80D5-3C872FBCB7DD}"/>
              </a:ext>
            </a:extLst>
          </p:cNvPr>
          <p:cNvCxnSpPr/>
          <p:nvPr/>
        </p:nvCxnSpPr>
        <p:spPr>
          <a:xfrm>
            <a:off x="5307348" y="4242798"/>
            <a:ext cx="515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466063B-2806-D0B3-B113-A9F410D56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CARDINALIDADE</a:t>
            </a:r>
            <a:r>
              <a:rPr lang="pt-BR" spc="-204" dirty="0"/>
              <a:t> </a:t>
            </a:r>
            <a:r>
              <a:rPr lang="pt-BR" spc="-25" dirty="0"/>
              <a:t>DE </a:t>
            </a:r>
            <a:r>
              <a:rPr lang="pt-BR" spc="-10" dirty="0"/>
              <a:t>RELACIONAMENTOS</a:t>
            </a:r>
            <a:endParaRPr lang="pt-BR" dirty="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508000" y="1219201"/>
            <a:ext cx="12801600" cy="30877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411480" indent="-34290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8333"/>
              <a:buFont typeface="Segoe UI Symbol"/>
              <a:buChar char="■"/>
              <a:tabLst>
                <a:tab pos="354965" algn="l"/>
              </a:tabLst>
            </a:pPr>
            <a:r>
              <a:rPr sz="2400" i="0" dirty="0">
                <a:latin typeface="Tahoma"/>
                <a:cs typeface="Tahoma"/>
              </a:rPr>
              <a:t>Corresponde</a:t>
            </a:r>
            <a:r>
              <a:rPr sz="2400" i="0" spc="-25" dirty="0">
                <a:latin typeface="Tahoma"/>
                <a:cs typeface="Tahoma"/>
              </a:rPr>
              <a:t> </a:t>
            </a:r>
            <a:r>
              <a:rPr sz="2400" i="0" dirty="0">
                <a:latin typeface="Tahoma"/>
                <a:cs typeface="Tahoma"/>
              </a:rPr>
              <a:t>ao</a:t>
            </a:r>
            <a:r>
              <a:rPr sz="2400" i="0" spc="-25" dirty="0">
                <a:latin typeface="Tahoma"/>
                <a:cs typeface="Tahoma"/>
              </a:rPr>
              <a:t> </a:t>
            </a:r>
            <a:r>
              <a:rPr sz="2400" i="0" dirty="0">
                <a:latin typeface="Tahoma"/>
                <a:cs typeface="Tahoma"/>
              </a:rPr>
              <a:t>número</a:t>
            </a:r>
            <a:r>
              <a:rPr sz="2400" i="0" spc="-25" dirty="0">
                <a:latin typeface="Tahoma"/>
                <a:cs typeface="Tahoma"/>
              </a:rPr>
              <a:t> </a:t>
            </a:r>
            <a:r>
              <a:rPr sz="2400" i="0" dirty="0">
                <a:latin typeface="Tahoma"/>
                <a:cs typeface="Tahoma"/>
              </a:rPr>
              <a:t>de</a:t>
            </a:r>
            <a:r>
              <a:rPr sz="2400" i="0" spc="-25" dirty="0">
                <a:latin typeface="Tahoma"/>
                <a:cs typeface="Tahoma"/>
              </a:rPr>
              <a:t> </a:t>
            </a:r>
            <a:r>
              <a:rPr sz="2400" i="0" dirty="0">
                <a:latin typeface="Tahoma"/>
                <a:cs typeface="Tahoma"/>
              </a:rPr>
              <a:t>entidades</a:t>
            </a:r>
            <a:r>
              <a:rPr sz="2400" i="0" spc="-25" dirty="0">
                <a:latin typeface="Tahoma"/>
                <a:cs typeface="Tahoma"/>
              </a:rPr>
              <a:t> </a:t>
            </a:r>
            <a:r>
              <a:rPr sz="2400" i="0" dirty="0">
                <a:latin typeface="Tahoma"/>
                <a:cs typeface="Tahoma"/>
              </a:rPr>
              <a:t>com</a:t>
            </a:r>
            <a:r>
              <a:rPr sz="2400" i="0" spc="-30" dirty="0">
                <a:latin typeface="Tahoma"/>
                <a:cs typeface="Tahoma"/>
              </a:rPr>
              <a:t> </a:t>
            </a:r>
            <a:r>
              <a:rPr sz="2400" i="0" dirty="0">
                <a:latin typeface="Tahoma"/>
                <a:cs typeface="Tahoma"/>
              </a:rPr>
              <a:t>que</a:t>
            </a:r>
            <a:r>
              <a:rPr sz="2400" i="0" spc="-25" dirty="0">
                <a:latin typeface="Tahoma"/>
                <a:cs typeface="Tahoma"/>
              </a:rPr>
              <a:t> um </a:t>
            </a:r>
            <a:r>
              <a:rPr sz="2400" i="0" dirty="0">
                <a:latin typeface="Tahoma"/>
                <a:cs typeface="Tahoma"/>
              </a:rPr>
              <a:t>determinado</a:t>
            </a:r>
            <a:r>
              <a:rPr sz="2400" i="0" spc="-25" dirty="0">
                <a:latin typeface="Tahoma"/>
                <a:cs typeface="Tahoma"/>
              </a:rPr>
              <a:t> </a:t>
            </a:r>
            <a:r>
              <a:rPr sz="2400" i="0" dirty="0">
                <a:latin typeface="Tahoma"/>
                <a:cs typeface="Tahoma"/>
              </a:rPr>
              <a:t>conjunto</a:t>
            </a:r>
            <a:r>
              <a:rPr sz="2400" i="0" spc="-30" dirty="0">
                <a:latin typeface="Tahoma"/>
                <a:cs typeface="Tahoma"/>
              </a:rPr>
              <a:t> </a:t>
            </a:r>
            <a:r>
              <a:rPr sz="2400" i="0" dirty="0">
                <a:latin typeface="Tahoma"/>
                <a:cs typeface="Tahoma"/>
              </a:rPr>
              <a:t>de</a:t>
            </a:r>
            <a:r>
              <a:rPr sz="2400" i="0" spc="-30" dirty="0">
                <a:latin typeface="Tahoma"/>
                <a:cs typeface="Tahoma"/>
              </a:rPr>
              <a:t> </a:t>
            </a:r>
            <a:r>
              <a:rPr sz="2400" i="0" dirty="0">
                <a:latin typeface="Tahoma"/>
                <a:cs typeface="Tahoma"/>
              </a:rPr>
              <a:t>entidades</a:t>
            </a:r>
            <a:r>
              <a:rPr sz="2400" i="0" spc="-30" dirty="0">
                <a:latin typeface="Tahoma"/>
                <a:cs typeface="Tahoma"/>
              </a:rPr>
              <a:t> </a:t>
            </a:r>
            <a:r>
              <a:rPr sz="2400" i="0" dirty="0">
                <a:latin typeface="Tahoma"/>
                <a:cs typeface="Tahoma"/>
              </a:rPr>
              <a:t>pode</a:t>
            </a:r>
            <a:r>
              <a:rPr sz="2400" i="0" spc="-30" dirty="0">
                <a:latin typeface="Tahoma"/>
                <a:cs typeface="Tahoma"/>
              </a:rPr>
              <a:t> </a:t>
            </a:r>
            <a:r>
              <a:rPr sz="2400" i="0" spc="-25" dirty="0">
                <a:latin typeface="Tahoma"/>
                <a:cs typeface="Tahoma"/>
              </a:rPr>
              <a:t>se </a:t>
            </a:r>
            <a:r>
              <a:rPr sz="2400" i="0" dirty="0">
                <a:latin typeface="Tahoma"/>
                <a:cs typeface="Tahoma"/>
              </a:rPr>
              <a:t>relacionar</a:t>
            </a:r>
            <a:r>
              <a:rPr sz="2400" i="0" spc="-35" dirty="0">
                <a:latin typeface="Tahoma"/>
                <a:cs typeface="Tahoma"/>
              </a:rPr>
              <a:t> </a:t>
            </a:r>
            <a:r>
              <a:rPr sz="2400" i="0" dirty="0">
                <a:latin typeface="Tahoma"/>
                <a:cs typeface="Tahoma"/>
              </a:rPr>
              <a:t>através</a:t>
            </a:r>
            <a:r>
              <a:rPr sz="2400" i="0" spc="-15" dirty="0">
                <a:latin typeface="Tahoma"/>
                <a:cs typeface="Tahoma"/>
              </a:rPr>
              <a:t>  </a:t>
            </a:r>
            <a:r>
              <a:rPr sz="2400" i="0" dirty="0">
                <a:latin typeface="Tahoma"/>
                <a:cs typeface="Tahoma"/>
              </a:rPr>
              <a:t>de</a:t>
            </a:r>
            <a:r>
              <a:rPr sz="2400" i="0" spc="-30" dirty="0">
                <a:latin typeface="Tahoma"/>
                <a:cs typeface="Tahoma"/>
              </a:rPr>
              <a:t> </a:t>
            </a:r>
            <a:r>
              <a:rPr sz="2400" i="0" dirty="0">
                <a:latin typeface="Tahoma"/>
                <a:cs typeface="Tahoma"/>
              </a:rPr>
              <a:t>um</a:t>
            </a:r>
            <a:r>
              <a:rPr sz="2400" i="0" spc="-30" dirty="0">
                <a:latin typeface="Tahoma"/>
                <a:cs typeface="Tahoma"/>
              </a:rPr>
              <a:t> </a:t>
            </a:r>
            <a:r>
              <a:rPr sz="2400" i="0" spc="-10" dirty="0">
                <a:latin typeface="Tahoma"/>
                <a:cs typeface="Tahoma"/>
              </a:rPr>
              <a:t>determinado relacionamento</a:t>
            </a:r>
            <a:endParaRPr sz="2400" dirty="0">
              <a:latin typeface="Tahoma"/>
              <a:cs typeface="Tahoma"/>
            </a:endParaRPr>
          </a:p>
          <a:p>
            <a:pPr marL="756285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5000"/>
              <a:buFont typeface="Segoe UI Symbol"/>
              <a:buChar char="■"/>
              <a:tabLst>
                <a:tab pos="756285" algn="l"/>
              </a:tabLst>
            </a:pPr>
            <a:r>
              <a:rPr sz="2000" spc="150" dirty="0">
                <a:latin typeface="Tahoma"/>
                <a:cs typeface="Tahoma"/>
              </a:rPr>
              <a:t>Relacionamento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125" dirty="0">
                <a:latin typeface="Tahoma"/>
                <a:cs typeface="Tahoma"/>
              </a:rPr>
              <a:t>1:1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-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João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é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casado com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Maria</a:t>
            </a:r>
            <a:endParaRPr sz="2000" dirty="0">
              <a:latin typeface="Tahoma"/>
              <a:cs typeface="Tahoma"/>
            </a:endParaRPr>
          </a:p>
          <a:p>
            <a:pPr marL="1155065" marR="677545" lvl="2" indent="-22860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0000"/>
              <a:buFont typeface="Segoe UI Symbol"/>
              <a:buChar char="■"/>
              <a:tabLst>
                <a:tab pos="1155065" algn="l"/>
              </a:tabLst>
            </a:pPr>
            <a:r>
              <a:rPr sz="2000" dirty="0">
                <a:latin typeface="Tahoma"/>
                <a:cs typeface="Tahoma"/>
              </a:rPr>
              <a:t>João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-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Elemento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do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conjunto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valores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do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atributo </a:t>
            </a:r>
            <a:r>
              <a:rPr sz="2000" dirty="0">
                <a:latin typeface="Tahoma"/>
                <a:cs typeface="Tahoma"/>
              </a:rPr>
              <a:t>Nome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da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entidade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Homem.</a:t>
            </a:r>
            <a:endParaRPr sz="2000" dirty="0">
              <a:latin typeface="Tahoma"/>
              <a:cs typeface="Tahoma"/>
            </a:endParaRPr>
          </a:p>
          <a:p>
            <a:pPr marL="1155065" marR="579755" lvl="2" indent="-22860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0000"/>
              <a:buFont typeface="Segoe UI Symbol"/>
              <a:buChar char="■"/>
              <a:tabLst>
                <a:tab pos="1155065" algn="l"/>
              </a:tabLst>
            </a:pPr>
            <a:r>
              <a:rPr sz="2000" dirty="0">
                <a:latin typeface="Tahoma"/>
                <a:cs typeface="Tahoma"/>
              </a:rPr>
              <a:t>Maria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-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Elemento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do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conjunto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valores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do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atributo </a:t>
            </a:r>
            <a:r>
              <a:rPr sz="2000" dirty="0">
                <a:latin typeface="Tahoma"/>
                <a:cs typeface="Tahoma"/>
              </a:rPr>
              <a:t>Nome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da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entidade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Mulher.</a:t>
            </a:r>
            <a:endParaRPr sz="2000" dirty="0">
              <a:latin typeface="Tahoma"/>
              <a:cs typeface="Tahoma"/>
            </a:endParaRPr>
          </a:p>
          <a:p>
            <a:pPr marL="1155065" marR="5080" lvl="2" indent="-22860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0000"/>
              <a:buFont typeface="Segoe UI Symbol"/>
              <a:buChar char="■"/>
              <a:tabLst>
                <a:tab pos="1155065" algn="l"/>
              </a:tabLst>
            </a:pPr>
            <a:r>
              <a:rPr sz="2000" dirty="0">
                <a:latin typeface="Tahoma"/>
                <a:cs typeface="Tahoma"/>
              </a:rPr>
              <a:t>casado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-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Ligação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entre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um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homem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uma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mulher,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sendo </a:t>
            </a:r>
            <a:r>
              <a:rPr sz="2000" dirty="0">
                <a:latin typeface="Tahoma"/>
                <a:cs typeface="Tahoma"/>
              </a:rPr>
              <a:t>que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um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homem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pode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ser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casado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com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uma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apenas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uma </a:t>
            </a:r>
            <a:r>
              <a:rPr sz="2000" dirty="0">
                <a:latin typeface="Tahoma"/>
                <a:cs typeface="Tahoma"/>
              </a:rPr>
              <a:t>mulher,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assim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como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uma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mulher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pode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ser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casada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com </a:t>
            </a:r>
            <a:r>
              <a:rPr sz="2000" dirty="0">
                <a:latin typeface="Tahoma"/>
                <a:cs typeface="Tahoma"/>
              </a:rPr>
              <a:t>um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apenas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um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homem</a:t>
            </a:r>
            <a:endParaRPr sz="20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7D270B67-C98F-6B3D-5AEF-43F5242E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CARDINALIDADE</a:t>
            </a:r>
            <a:r>
              <a:rPr lang="pt-BR" spc="-204" dirty="0"/>
              <a:t> </a:t>
            </a:r>
            <a:r>
              <a:rPr lang="pt-BR" spc="-25" dirty="0"/>
              <a:t>DE </a:t>
            </a:r>
            <a:r>
              <a:rPr lang="pt-BR" spc="-10" dirty="0"/>
              <a:t>RELACIONAMENTOS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946400" y="1503678"/>
            <a:ext cx="7239000" cy="9439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11800"/>
              </a:lnSpc>
              <a:spcBef>
                <a:spcPts val="1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spc="210" dirty="0">
                <a:latin typeface="Tahoma"/>
                <a:cs typeface="Tahoma"/>
              </a:rPr>
              <a:t>Relacionamento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170" dirty="0">
                <a:latin typeface="Tahoma"/>
                <a:cs typeface="Tahoma"/>
              </a:rPr>
              <a:t>1:N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204" dirty="0">
                <a:latin typeface="Tahoma"/>
                <a:cs typeface="Tahoma"/>
              </a:rPr>
              <a:t>ou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175" dirty="0">
                <a:latin typeface="Tahoma"/>
                <a:cs typeface="Tahoma"/>
              </a:rPr>
              <a:t>N:1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lang="pt-BR" sz="2800" dirty="0">
                <a:latin typeface="Tahoma"/>
                <a:cs typeface="Tahoma"/>
              </a:rPr>
              <a:t>–</a:t>
            </a:r>
            <a:r>
              <a:rPr sz="2800" spc="5" dirty="0">
                <a:latin typeface="Tahoma"/>
                <a:cs typeface="Tahoma"/>
              </a:rPr>
              <a:t> </a:t>
            </a:r>
            <a:endParaRPr lang="pt-BR" sz="2800" spc="5" dirty="0">
              <a:latin typeface="Tahoma"/>
              <a:cs typeface="Tahoma"/>
            </a:endParaRPr>
          </a:p>
          <a:p>
            <a:pPr marL="354965" marR="5080" indent="-342900">
              <a:lnSpc>
                <a:spcPct val="111800"/>
              </a:lnSpc>
              <a:spcBef>
                <a:spcPts val="1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O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Pedro </a:t>
            </a:r>
            <a:r>
              <a:rPr sz="2800" dirty="0">
                <a:latin typeface="Tahoma"/>
                <a:cs typeface="Tahoma"/>
              </a:rPr>
              <a:t>trabalha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no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Departamento</a:t>
            </a:r>
            <a:r>
              <a:rPr lang="pt-BR" sz="2800" spc="-65" dirty="0">
                <a:latin typeface="Tahoma"/>
                <a:cs typeface="Tahoma"/>
              </a:rPr>
              <a:t> </a:t>
            </a:r>
            <a:r>
              <a:rPr sz="2800" spc="-10" dirty="0" err="1">
                <a:latin typeface="Tahoma"/>
                <a:cs typeface="Tahoma"/>
              </a:rPr>
              <a:t>Pessoal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63576" y="3504309"/>
            <a:ext cx="1652270" cy="669290"/>
          </a:xfrm>
          <a:custGeom>
            <a:avLst/>
            <a:gdLst/>
            <a:ahLst/>
            <a:cxnLst/>
            <a:rect l="l" t="t" r="r" b="b"/>
            <a:pathLst>
              <a:path w="1652270" h="669289">
                <a:moveTo>
                  <a:pt x="0" y="0"/>
                </a:moveTo>
                <a:lnTo>
                  <a:pt x="0" y="669035"/>
                </a:lnTo>
                <a:lnTo>
                  <a:pt x="1652015" y="669035"/>
                </a:lnTo>
                <a:lnTo>
                  <a:pt x="1652015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79833" y="3686680"/>
            <a:ext cx="16198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Tahoma"/>
                <a:cs typeface="Tahoma"/>
              </a:rPr>
              <a:t>EMPREGADOS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707182" y="3504309"/>
            <a:ext cx="2049780" cy="669290"/>
          </a:xfrm>
          <a:custGeom>
            <a:avLst/>
            <a:gdLst/>
            <a:ahLst/>
            <a:cxnLst/>
            <a:rect l="l" t="t" r="r" b="b"/>
            <a:pathLst>
              <a:path w="2049779" h="669289">
                <a:moveTo>
                  <a:pt x="0" y="0"/>
                </a:moveTo>
                <a:lnTo>
                  <a:pt x="0" y="669035"/>
                </a:lnTo>
                <a:lnTo>
                  <a:pt x="2049779" y="669035"/>
                </a:lnTo>
                <a:lnTo>
                  <a:pt x="2049779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767632" y="3686680"/>
            <a:ext cx="19278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Tahoma"/>
                <a:cs typeface="Tahoma"/>
              </a:rPr>
              <a:t>DEPARTAMENTO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85802" y="3094353"/>
            <a:ext cx="1210310" cy="782320"/>
          </a:xfrm>
          <a:custGeom>
            <a:avLst/>
            <a:gdLst/>
            <a:ahLst/>
            <a:cxnLst/>
            <a:rect l="l" t="t" r="r" b="b"/>
            <a:pathLst>
              <a:path w="1210310" h="782320">
                <a:moveTo>
                  <a:pt x="0" y="781811"/>
                </a:moveTo>
                <a:lnTo>
                  <a:pt x="121005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4394200" y="3092767"/>
            <a:ext cx="4330065" cy="1586865"/>
            <a:chOff x="2843720" y="4677092"/>
            <a:chExt cx="4330065" cy="1586865"/>
          </a:xfrm>
        </p:grpSpPr>
        <p:sp>
          <p:nvSpPr>
            <p:cNvPr id="10" name="object 10"/>
            <p:cNvSpPr/>
            <p:nvPr/>
          </p:nvSpPr>
          <p:spPr>
            <a:xfrm>
              <a:off x="2845307" y="4678679"/>
              <a:ext cx="4326890" cy="1583690"/>
            </a:xfrm>
            <a:custGeom>
              <a:avLst/>
              <a:gdLst/>
              <a:ahLst/>
              <a:cxnLst/>
              <a:rect l="l" t="t" r="r" b="b"/>
              <a:pathLst>
                <a:path w="4326890" h="1583689">
                  <a:moveTo>
                    <a:pt x="2080259" y="1583435"/>
                  </a:moveTo>
                  <a:lnTo>
                    <a:pt x="3287267" y="801623"/>
                  </a:lnTo>
                </a:path>
                <a:path w="4326890" h="1583689">
                  <a:moveTo>
                    <a:pt x="3287267" y="781811"/>
                  </a:moveTo>
                  <a:lnTo>
                    <a:pt x="2080259" y="0"/>
                  </a:lnTo>
                </a:path>
                <a:path w="4326890" h="1583689">
                  <a:moveTo>
                    <a:pt x="890015" y="801623"/>
                  </a:moveTo>
                  <a:lnTo>
                    <a:pt x="2100071" y="1583435"/>
                  </a:lnTo>
                </a:path>
                <a:path w="4326890" h="1583689">
                  <a:moveTo>
                    <a:pt x="0" y="801623"/>
                  </a:moveTo>
                  <a:lnTo>
                    <a:pt x="905255" y="806195"/>
                  </a:lnTo>
                </a:path>
                <a:path w="4326890" h="1583689">
                  <a:moveTo>
                    <a:pt x="3268979" y="801623"/>
                  </a:moveTo>
                  <a:lnTo>
                    <a:pt x="4326635" y="8061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83379" y="5269991"/>
              <a:ext cx="1507490" cy="394970"/>
            </a:xfrm>
            <a:custGeom>
              <a:avLst/>
              <a:gdLst/>
              <a:ahLst/>
              <a:cxnLst/>
              <a:rect l="l" t="t" r="r" b="b"/>
              <a:pathLst>
                <a:path w="1507489" h="394970">
                  <a:moveTo>
                    <a:pt x="0" y="0"/>
                  </a:moveTo>
                  <a:lnTo>
                    <a:pt x="0" y="394715"/>
                  </a:lnTo>
                  <a:lnTo>
                    <a:pt x="1507235" y="394715"/>
                  </a:lnTo>
                  <a:lnTo>
                    <a:pt x="1507235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936169" y="3686681"/>
            <a:ext cx="1101725" cy="69405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59410" marR="5080" indent="-347345">
              <a:lnSpc>
                <a:spcPts val="2630"/>
              </a:lnSpc>
              <a:spcBef>
                <a:spcPts val="190"/>
              </a:spcBef>
            </a:pPr>
            <a:r>
              <a:rPr sz="2200" spc="-10" dirty="0">
                <a:latin typeface="Tahoma"/>
                <a:cs typeface="Tahoma"/>
              </a:rPr>
              <a:t>Trabalha </a:t>
            </a:r>
            <a:r>
              <a:rPr sz="2200" spc="-25" dirty="0">
                <a:latin typeface="Tahoma"/>
                <a:cs typeface="Tahoma"/>
              </a:rPr>
              <a:t>em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87885" y="3455032"/>
            <a:ext cx="19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latin typeface="Tahoma"/>
                <a:cs typeface="Tahoma"/>
              </a:rPr>
              <a:t>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10433" y="3455032"/>
            <a:ext cx="1644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B48659E8-DB25-6722-44ED-E937B0BA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CARDINALIDADE</a:t>
            </a:r>
            <a:r>
              <a:rPr lang="pt-BR" spc="-204" dirty="0"/>
              <a:t> </a:t>
            </a:r>
            <a:r>
              <a:rPr lang="pt-BR" spc="-25" dirty="0"/>
              <a:t>DE </a:t>
            </a:r>
            <a:r>
              <a:rPr lang="pt-BR" spc="-10" dirty="0"/>
              <a:t>RELACIONAMENTOS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075176" y="1322799"/>
            <a:ext cx="9862824" cy="25866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000"/>
              <a:buFont typeface="Segoe UI Symbol"/>
              <a:buChar char="■"/>
              <a:tabLst>
                <a:tab pos="354965" algn="l"/>
              </a:tabLst>
            </a:pPr>
            <a:r>
              <a:rPr sz="3000" spc="229" dirty="0">
                <a:latin typeface="Tahoma"/>
                <a:cs typeface="Tahoma"/>
              </a:rPr>
              <a:t>Relacionamento</a:t>
            </a:r>
            <a:r>
              <a:rPr sz="3000" spc="-80" dirty="0">
                <a:latin typeface="Tahoma"/>
                <a:cs typeface="Tahoma"/>
              </a:rPr>
              <a:t> </a:t>
            </a:r>
            <a:r>
              <a:rPr sz="3000" spc="300" dirty="0">
                <a:latin typeface="Tahoma"/>
                <a:cs typeface="Tahoma"/>
              </a:rPr>
              <a:t>N</a:t>
            </a:r>
            <a:r>
              <a:rPr sz="3000" spc="-70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:</a:t>
            </a:r>
            <a:r>
              <a:rPr sz="3000" spc="-75" dirty="0">
                <a:latin typeface="Tahoma"/>
                <a:cs typeface="Tahoma"/>
              </a:rPr>
              <a:t> </a:t>
            </a:r>
            <a:r>
              <a:rPr sz="3000" spc="345" dirty="0">
                <a:latin typeface="Tahoma"/>
                <a:cs typeface="Tahoma"/>
              </a:rPr>
              <a:t>M</a:t>
            </a:r>
            <a:r>
              <a:rPr sz="3000" spc="-35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-</a:t>
            </a:r>
            <a:r>
              <a:rPr sz="3000" spc="-15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O</a:t>
            </a:r>
            <a:r>
              <a:rPr sz="3000" spc="-10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Antônio</a:t>
            </a:r>
            <a:r>
              <a:rPr sz="3000" spc="-10" dirty="0">
                <a:latin typeface="Tahoma"/>
                <a:cs typeface="Tahoma"/>
              </a:rPr>
              <a:t> </a:t>
            </a:r>
            <a:r>
              <a:rPr sz="3000" spc="-20" dirty="0">
                <a:latin typeface="Tahoma"/>
                <a:cs typeface="Tahoma"/>
              </a:rPr>
              <a:t>está </a:t>
            </a:r>
            <a:r>
              <a:rPr sz="3000" dirty="0">
                <a:latin typeface="Tahoma"/>
                <a:cs typeface="Tahoma"/>
              </a:rPr>
              <a:t>matriculado</a:t>
            </a:r>
            <a:r>
              <a:rPr sz="3000" spc="-80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na</a:t>
            </a:r>
            <a:r>
              <a:rPr sz="3000" spc="-70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disciplina</a:t>
            </a:r>
            <a:r>
              <a:rPr sz="3000" spc="-80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Banco</a:t>
            </a:r>
            <a:r>
              <a:rPr sz="3000" spc="-60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de</a:t>
            </a:r>
            <a:r>
              <a:rPr sz="3000" spc="-80" dirty="0">
                <a:latin typeface="Tahoma"/>
                <a:cs typeface="Tahoma"/>
              </a:rPr>
              <a:t> </a:t>
            </a:r>
            <a:r>
              <a:rPr sz="3000" spc="-10" dirty="0">
                <a:latin typeface="Tahoma"/>
                <a:cs typeface="Tahoma"/>
              </a:rPr>
              <a:t>Dados</a:t>
            </a:r>
            <a:endParaRPr sz="3000" dirty="0">
              <a:latin typeface="Tahoma"/>
              <a:cs typeface="Tahoma"/>
            </a:endParaRPr>
          </a:p>
          <a:p>
            <a:pPr marL="756285" marR="45085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3846"/>
              <a:buFont typeface="Segoe UI Symbol"/>
              <a:buChar char="■"/>
              <a:tabLst>
                <a:tab pos="756285" algn="l"/>
              </a:tabLst>
            </a:pPr>
            <a:r>
              <a:rPr sz="2600" dirty="0">
                <a:latin typeface="Tahoma"/>
                <a:cs typeface="Tahoma"/>
              </a:rPr>
              <a:t>Ligação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existente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entre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um</a:t>
            </a:r>
            <a:r>
              <a:rPr sz="2600" spc="-3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aluno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e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spc="-25" dirty="0">
                <a:latin typeface="Tahoma"/>
                <a:cs typeface="Tahoma"/>
              </a:rPr>
              <a:t>uma </a:t>
            </a:r>
            <a:r>
              <a:rPr sz="2600" dirty="0">
                <a:latin typeface="Tahoma"/>
                <a:cs typeface="Tahoma"/>
              </a:rPr>
              <a:t>disciplina,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onde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um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aluno</a:t>
            </a:r>
            <a:r>
              <a:rPr sz="2600" spc="-1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pode</a:t>
            </a:r>
            <a:r>
              <a:rPr sz="2600" spc="-10" dirty="0">
                <a:latin typeface="Tahoma"/>
                <a:cs typeface="Tahoma"/>
              </a:rPr>
              <a:t> estar </a:t>
            </a:r>
            <a:r>
              <a:rPr sz="2600" dirty="0">
                <a:latin typeface="Tahoma"/>
                <a:cs typeface="Tahoma"/>
              </a:rPr>
              <a:t>matriculado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em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várias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disciplinas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e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cada </a:t>
            </a:r>
            <a:r>
              <a:rPr sz="2600" dirty="0">
                <a:latin typeface="Tahoma"/>
                <a:cs typeface="Tahoma"/>
              </a:rPr>
              <a:t>disciplina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pode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ter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vários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alunos</a:t>
            </a:r>
            <a:r>
              <a:rPr sz="2600" spc="-1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matriculados</a:t>
            </a:r>
            <a:endParaRPr sz="2600" dirty="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69412" y="4599496"/>
            <a:ext cx="1637030" cy="852169"/>
          </a:xfrm>
          <a:custGeom>
            <a:avLst/>
            <a:gdLst/>
            <a:ahLst/>
            <a:cxnLst/>
            <a:rect l="l" t="t" r="r" b="b"/>
            <a:pathLst>
              <a:path w="1637029" h="852170">
                <a:moveTo>
                  <a:pt x="0" y="0"/>
                </a:moveTo>
                <a:lnTo>
                  <a:pt x="0" y="851915"/>
                </a:lnTo>
                <a:lnTo>
                  <a:pt x="1636775" y="851915"/>
                </a:lnTo>
                <a:lnTo>
                  <a:pt x="1636775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03013" y="4783389"/>
            <a:ext cx="13652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Tahoma"/>
                <a:cs typeface="Tahoma"/>
              </a:rPr>
              <a:t>DISCIPLINA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30735" y="4599496"/>
            <a:ext cx="1496695" cy="852169"/>
          </a:xfrm>
          <a:custGeom>
            <a:avLst/>
            <a:gdLst/>
            <a:ahLst/>
            <a:cxnLst/>
            <a:rect l="l" t="t" r="r" b="b"/>
            <a:pathLst>
              <a:path w="1496695" h="852170">
                <a:moveTo>
                  <a:pt x="0" y="0"/>
                </a:moveTo>
                <a:lnTo>
                  <a:pt x="0" y="851915"/>
                </a:lnTo>
                <a:lnTo>
                  <a:pt x="1496567" y="851915"/>
                </a:lnTo>
                <a:lnTo>
                  <a:pt x="1496567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51340" y="4781864"/>
            <a:ext cx="10547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spc="-10" dirty="0">
                <a:latin typeface="Tahoma"/>
                <a:cs typeface="Tahoma"/>
              </a:rPr>
              <a:t>ALUNOS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31142" y="4344987"/>
            <a:ext cx="1047115" cy="680085"/>
          </a:xfrm>
          <a:custGeom>
            <a:avLst/>
            <a:gdLst/>
            <a:ahLst/>
            <a:cxnLst/>
            <a:rect l="l" t="t" r="r" b="b"/>
            <a:pathLst>
              <a:path w="1047114" h="680085">
                <a:moveTo>
                  <a:pt x="0" y="679703"/>
                </a:moveTo>
                <a:lnTo>
                  <a:pt x="10469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823585" y="4343400"/>
            <a:ext cx="2170430" cy="1372235"/>
            <a:chOff x="4050728" y="5324792"/>
            <a:chExt cx="2170430" cy="1372235"/>
          </a:xfrm>
        </p:grpSpPr>
        <p:sp>
          <p:nvSpPr>
            <p:cNvPr id="10" name="object 10"/>
            <p:cNvSpPr/>
            <p:nvPr/>
          </p:nvSpPr>
          <p:spPr>
            <a:xfrm>
              <a:off x="4052315" y="5326379"/>
              <a:ext cx="2167255" cy="1369060"/>
            </a:xfrm>
            <a:custGeom>
              <a:avLst/>
              <a:gdLst/>
              <a:ahLst/>
              <a:cxnLst/>
              <a:rect l="l" t="t" r="r" b="b"/>
              <a:pathLst>
                <a:path w="2167254" h="1369059">
                  <a:moveTo>
                    <a:pt x="1050035" y="1368551"/>
                  </a:moveTo>
                  <a:lnTo>
                    <a:pt x="0" y="688847"/>
                  </a:lnTo>
                </a:path>
                <a:path w="2167254" h="1369059">
                  <a:moveTo>
                    <a:pt x="2097023" y="688847"/>
                  </a:moveTo>
                  <a:lnTo>
                    <a:pt x="1050035" y="1368551"/>
                  </a:lnTo>
                </a:path>
                <a:path w="2167254" h="1369059">
                  <a:moveTo>
                    <a:pt x="2167127" y="679703"/>
                  </a:moveTo>
                  <a:lnTo>
                    <a:pt x="11170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53127" y="5830823"/>
              <a:ext cx="1480185" cy="337185"/>
            </a:xfrm>
            <a:custGeom>
              <a:avLst/>
              <a:gdLst/>
              <a:ahLst/>
              <a:cxnLst/>
              <a:rect l="l" t="t" r="r" b="b"/>
              <a:pathLst>
                <a:path w="1480185" h="337185">
                  <a:moveTo>
                    <a:pt x="1479803" y="336803"/>
                  </a:moveTo>
                  <a:lnTo>
                    <a:pt x="1479803" y="0"/>
                  </a:lnTo>
                  <a:lnTo>
                    <a:pt x="0" y="0"/>
                  </a:lnTo>
                  <a:lnTo>
                    <a:pt x="0" y="336803"/>
                  </a:lnTo>
                  <a:lnTo>
                    <a:pt x="1479803" y="3368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53127" y="5830823"/>
              <a:ext cx="1480185" cy="337185"/>
            </a:xfrm>
            <a:custGeom>
              <a:avLst/>
              <a:gdLst/>
              <a:ahLst/>
              <a:cxnLst/>
              <a:rect l="l" t="t" r="r" b="b"/>
              <a:pathLst>
                <a:path w="1480185" h="337185">
                  <a:moveTo>
                    <a:pt x="0" y="0"/>
                  </a:moveTo>
                  <a:lnTo>
                    <a:pt x="0" y="336803"/>
                  </a:lnTo>
                  <a:lnTo>
                    <a:pt x="1479803" y="336803"/>
                  </a:lnTo>
                  <a:lnTo>
                    <a:pt x="1479803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087804" y="4848921"/>
            <a:ext cx="173539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9270" marR="5080" indent="-497205">
              <a:spcBef>
                <a:spcPts val="100"/>
              </a:spcBef>
            </a:pPr>
            <a:r>
              <a:rPr sz="2000" spc="-10" dirty="0">
                <a:latin typeface="Tahoma"/>
                <a:cs typeface="Tahoma"/>
              </a:rPr>
              <a:t>MATRICULA</a:t>
            </a:r>
            <a:r>
              <a:rPr sz="2000" spc="-25" dirty="0">
                <a:latin typeface="Tahoma"/>
                <a:cs typeface="Tahoma"/>
              </a:rPr>
              <a:t>DO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27308" y="5033835"/>
            <a:ext cx="4645660" cy="3175"/>
          </a:xfrm>
          <a:custGeom>
            <a:avLst/>
            <a:gdLst/>
            <a:ahLst/>
            <a:cxnLst/>
            <a:rect l="l" t="t" r="r" b="b"/>
            <a:pathLst>
              <a:path w="4645659" h="3175">
                <a:moveTo>
                  <a:pt x="0" y="0"/>
                </a:moveTo>
                <a:lnTo>
                  <a:pt x="1197863" y="3047"/>
                </a:lnTo>
              </a:path>
              <a:path w="4645659" h="3175">
                <a:moveTo>
                  <a:pt x="3294887" y="0"/>
                </a:moveTo>
                <a:lnTo>
                  <a:pt x="4645151" y="304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osango 20">
            <a:extLst>
              <a:ext uri="{FF2B5EF4-FFF2-40B4-BE49-F238E27FC236}">
                <a16:creationId xmlns:a16="http://schemas.microsoft.com/office/drawing/2014/main" id="{2A150BC8-4B3E-130E-B6C6-DD700883C2E1}"/>
              </a:ext>
            </a:extLst>
          </p:cNvPr>
          <p:cNvSpPr/>
          <p:nvPr/>
        </p:nvSpPr>
        <p:spPr>
          <a:xfrm>
            <a:off x="6338890" y="4022657"/>
            <a:ext cx="1780030" cy="1158943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8F29991F-B9A3-88CD-1505-227F00B56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GRAU</a:t>
            </a:r>
            <a:r>
              <a:rPr lang="pt-BR" spc="-40" dirty="0"/>
              <a:t> </a:t>
            </a:r>
            <a:r>
              <a:rPr lang="pt-BR" dirty="0"/>
              <a:t>DE</a:t>
            </a:r>
            <a:r>
              <a:rPr lang="pt-BR" spc="-45" dirty="0"/>
              <a:t> </a:t>
            </a:r>
            <a:r>
              <a:rPr lang="pt-BR" spc="-10" dirty="0"/>
              <a:t>RELACIONAMENTO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413000" y="1407794"/>
            <a:ext cx="8686800" cy="160473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54965" marR="5080" indent="-34290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Corresponde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ao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número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conjuntos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dirty="0">
                <a:latin typeface="Tahoma"/>
                <a:cs typeface="Tahoma"/>
              </a:rPr>
              <a:t>Entidades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participantes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em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um </a:t>
            </a:r>
            <a:r>
              <a:rPr sz="2800" spc="-10" dirty="0">
                <a:latin typeface="Tahoma"/>
                <a:cs typeface="Tahoma"/>
              </a:rPr>
              <a:t>relacionamento</a:t>
            </a:r>
            <a:endParaRPr sz="2800">
              <a:latin typeface="Tahoma"/>
              <a:cs typeface="Tahoma"/>
            </a:endParaRPr>
          </a:p>
          <a:p>
            <a:pPr marL="756285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Relacionamento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Ternário: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0344" y="3517392"/>
            <a:ext cx="1938655" cy="505267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95580" rIns="0" bIns="0" rtlCol="0">
            <a:spAutoFit/>
          </a:bodyPr>
          <a:lstStyle/>
          <a:p>
            <a:pPr marL="31750">
              <a:spcBef>
                <a:spcPts val="1540"/>
              </a:spcBef>
            </a:pPr>
            <a:r>
              <a:rPr sz="2000" spc="-10" dirty="0">
                <a:latin typeface="Tahoma"/>
                <a:cs typeface="Tahoma"/>
              </a:rPr>
              <a:t>FORNECEDORES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81859" y="3450336"/>
            <a:ext cx="1424940" cy="505267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95580" rIns="0" bIns="0" rtlCol="0">
            <a:spAutoFit/>
          </a:bodyPr>
          <a:lstStyle/>
          <a:p>
            <a:pPr marL="73025">
              <a:spcBef>
                <a:spcPts val="1540"/>
              </a:spcBef>
            </a:pPr>
            <a:r>
              <a:rPr sz="2000" spc="-10" dirty="0">
                <a:latin typeface="Tahoma"/>
                <a:cs typeface="Tahoma"/>
              </a:rPr>
              <a:t>MATERIAIS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50889" y="5766817"/>
            <a:ext cx="1550670" cy="47561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95580" rIns="0" bIns="0" rtlCol="0">
            <a:spAutoFit/>
          </a:bodyPr>
          <a:lstStyle/>
          <a:p>
            <a:pPr marL="106045">
              <a:lnSpc>
                <a:spcPts val="2205"/>
              </a:lnSpc>
              <a:spcBef>
                <a:spcPts val="1540"/>
              </a:spcBef>
            </a:pPr>
            <a:r>
              <a:rPr sz="2000" spc="-10" dirty="0">
                <a:latin typeface="Tahoma"/>
                <a:cs typeface="Tahoma"/>
              </a:rPr>
              <a:t>PROJETOS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08125" y="4470907"/>
            <a:ext cx="1303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Tahoma"/>
                <a:cs typeface="Tahoma"/>
              </a:rPr>
              <a:t>UTILIZADO</a:t>
            </a:r>
            <a:endParaRPr sz="2000">
              <a:latin typeface="Tahoma"/>
              <a:cs typeface="Tahoma"/>
            </a:endParaRPr>
          </a:p>
        </p:txBody>
      </p: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93E1EA8F-EF3B-06D0-4F17-50B8493E87D0}"/>
              </a:ext>
            </a:extLst>
          </p:cNvPr>
          <p:cNvCxnSpPr>
            <a:stCxn id="6" idx="2"/>
          </p:cNvCxnSpPr>
          <p:nvPr/>
        </p:nvCxnSpPr>
        <p:spPr>
          <a:xfrm rot="16200000" flipH="1">
            <a:off x="5118608" y="3383722"/>
            <a:ext cx="581345" cy="185921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3EC8C1A2-A0A4-46D0-7ADC-4859629107CC}"/>
              </a:ext>
            </a:extLst>
          </p:cNvPr>
          <p:cNvCxnSpPr>
            <a:stCxn id="7" idx="2"/>
          </p:cNvCxnSpPr>
          <p:nvPr/>
        </p:nvCxnSpPr>
        <p:spPr>
          <a:xfrm rot="5400000">
            <a:off x="8482424" y="3592098"/>
            <a:ext cx="648400" cy="1375410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FCE5E9AD-7682-BA0C-8489-25ABD14001EA}"/>
              </a:ext>
            </a:extLst>
          </p:cNvPr>
          <p:cNvCxnSpPr>
            <a:stCxn id="8" idx="0"/>
            <a:endCxn id="21" idx="2"/>
          </p:cNvCxnSpPr>
          <p:nvPr/>
        </p:nvCxnSpPr>
        <p:spPr>
          <a:xfrm flipV="1">
            <a:off x="7226224" y="5181600"/>
            <a:ext cx="2681" cy="5852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5">
            <a:extLst>
              <a:ext uri="{FF2B5EF4-FFF2-40B4-BE49-F238E27FC236}">
                <a16:creationId xmlns:a16="http://schemas.microsoft.com/office/drawing/2014/main" id="{135EA755-7C00-76CC-19AC-6BF7E1682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5" dirty="0"/>
              <a:t>MER - </a:t>
            </a:r>
            <a:r>
              <a:rPr lang="pt-BR" dirty="0"/>
              <a:t>RESTRIÇÃO</a:t>
            </a:r>
            <a:r>
              <a:rPr lang="pt-BR" spc="-70" dirty="0"/>
              <a:t> </a:t>
            </a:r>
            <a:r>
              <a:rPr lang="pt-BR" dirty="0"/>
              <a:t>DE</a:t>
            </a:r>
            <a:r>
              <a:rPr lang="pt-BR" spc="-65" dirty="0"/>
              <a:t> </a:t>
            </a:r>
            <a:r>
              <a:rPr lang="pt-BR" spc="-10" dirty="0"/>
              <a:t>PARTICIPAÇÃO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424048" y="1491571"/>
            <a:ext cx="8599551" cy="18781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20000"/>
              </a:lnSpc>
              <a:spcBef>
                <a:spcPts val="95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Participação</a:t>
            </a:r>
            <a:r>
              <a:rPr sz="2800" spc="-12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spc="-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parcial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756285" marR="5080" lvl="1" indent="-287020">
              <a:lnSpc>
                <a:spcPct val="120000"/>
              </a:lnSpc>
              <a:spcBef>
                <a:spcPts val="70"/>
              </a:spcBef>
              <a:buClr>
                <a:srgbClr val="FF0000"/>
              </a:buClr>
              <a:buSzPct val="52000"/>
              <a:buFont typeface="Segoe UI Symbol"/>
              <a:buChar char="■"/>
              <a:tabLst>
                <a:tab pos="756285" algn="l"/>
              </a:tabLst>
            </a:pPr>
            <a:r>
              <a:rPr sz="2500" spc="-25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No</a:t>
            </a:r>
            <a:r>
              <a:rPr sz="25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5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exemplo,</a:t>
            </a:r>
            <a:r>
              <a:rPr sz="25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significa</a:t>
            </a:r>
            <a:r>
              <a:rPr sz="25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que</a:t>
            </a:r>
            <a:r>
              <a:rPr sz="25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5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apenas</a:t>
            </a:r>
            <a:r>
              <a:rPr sz="25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parte</a:t>
            </a:r>
            <a:r>
              <a:rPr sz="25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das </a:t>
            </a:r>
            <a:r>
              <a:rPr sz="2500" spc="-2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entidades</a:t>
            </a:r>
            <a:r>
              <a:rPr sz="25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do</a:t>
            </a:r>
            <a:r>
              <a:rPr sz="25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29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conjunto</a:t>
            </a:r>
            <a:r>
              <a:rPr sz="25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de</a:t>
            </a:r>
            <a:r>
              <a:rPr sz="25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entidades</a:t>
            </a:r>
            <a:r>
              <a:rPr sz="25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1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Disciplina</a:t>
            </a:r>
            <a:r>
              <a:rPr sz="25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está </a:t>
            </a:r>
            <a:r>
              <a:rPr sz="2500" spc="-2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relacionada</a:t>
            </a:r>
            <a:r>
              <a:rPr sz="25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com</a:t>
            </a:r>
            <a:r>
              <a:rPr sz="25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entidades</a:t>
            </a:r>
            <a:r>
              <a:rPr sz="25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do</a:t>
            </a:r>
            <a:r>
              <a:rPr sz="25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29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conjunto</a:t>
            </a:r>
            <a:r>
              <a:rPr sz="25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Estudante</a:t>
            </a:r>
            <a:endParaRPr sz="25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92698" y="4245865"/>
            <a:ext cx="1882139" cy="702945"/>
          </a:xfrm>
          <a:custGeom>
            <a:avLst/>
            <a:gdLst/>
            <a:ahLst/>
            <a:cxnLst/>
            <a:rect l="l" t="t" r="r" b="b"/>
            <a:pathLst>
              <a:path w="1882139" h="702945">
                <a:moveTo>
                  <a:pt x="0" y="0"/>
                </a:moveTo>
                <a:lnTo>
                  <a:pt x="0" y="702563"/>
                </a:lnTo>
                <a:lnTo>
                  <a:pt x="1882139" y="702563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23844" y="4411470"/>
            <a:ext cx="1397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7E00FF"/>
                </a:solidFill>
                <a:latin typeface="Arial MT"/>
                <a:cs typeface="Arial MT"/>
              </a:rPr>
              <a:t>Estudante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299956" y="4226051"/>
            <a:ext cx="1884045" cy="699770"/>
          </a:xfrm>
          <a:custGeom>
            <a:avLst/>
            <a:gdLst/>
            <a:ahLst/>
            <a:cxnLst/>
            <a:rect l="l" t="t" r="r" b="b"/>
            <a:pathLst>
              <a:path w="1884045" h="699770">
                <a:moveTo>
                  <a:pt x="0" y="0"/>
                </a:moveTo>
                <a:lnTo>
                  <a:pt x="0" y="699515"/>
                </a:lnTo>
                <a:lnTo>
                  <a:pt x="1883663" y="699515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58525" y="4412994"/>
            <a:ext cx="1332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7E00FF"/>
                </a:solidFill>
                <a:latin typeface="Arial MT"/>
                <a:cs typeface="Arial MT"/>
              </a:rPr>
              <a:t>Disciplina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68135" y="4133089"/>
            <a:ext cx="1836420" cy="928369"/>
          </a:xfrm>
          <a:custGeom>
            <a:avLst/>
            <a:gdLst/>
            <a:ahLst/>
            <a:cxnLst/>
            <a:rect l="l" t="t" r="r" b="b"/>
            <a:pathLst>
              <a:path w="1836420" h="928370">
                <a:moveTo>
                  <a:pt x="917447" y="6095"/>
                </a:moveTo>
                <a:lnTo>
                  <a:pt x="0" y="454151"/>
                </a:lnTo>
                <a:lnTo>
                  <a:pt x="925067" y="928115"/>
                </a:lnTo>
                <a:lnTo>
                  <a:pt x="1836419" y="445007"/>
                </a:lnTo>
                <a:lnTo>
                  <a:pt x="906779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91024" y="4549141"/>
            <a:ext cx="1324610" cy="86995"/>
          </a:xfrm>
          <a:custGeom>
            <a:avLst/>
            <a:gdLst/>
            <a:ahLst/>
            <a:cxnLst/>
            <a:rect l="l" t="t" r="r" b="b"/>
            <a:pathLst>
              <a:path w="1324610" h="86995">
                <a:moveTo>
                  <a:pt x="1324356" y="44196"/>
                </a:moveTo>
                <a:lnTo>
                  <a:pt x="1320903" y="27003"/>
                </a:lnTo>
                <a:lnTo>
                  <a:pt x="1311592" y="12954"/>
                </a:lnTo>
                <a:lnTo>
                  <a:pt x="1297995" y="3476"/>
                </a:lnTo>
                <a:lnTo>
                  <a:pt x="1281684" y="0"/>
                </a:lnTo>
                <a:lnTo>
                  <a:pt x="42672" y="0"/>
                </a:lnTo>
                <a:lnTo>
                  <a:pt x="26360" y="3476"/>
                </a:lnTo>
                <a:lnTo>
                  <a:pt x="12763" y="12954"/>
                </a:lnTo>
                <a:lnTo>
                  <a:pt x="3452" y="27003"/>
                </a:lnTo>
                <a:lnTo>
                  <a:pt x="0" y="44196"/>
                </a:lnTo>
                <a:lnTo>
                  <a:pt x="3452" y="60507"/>
                </a:lnTo>
                <a:lnTo>
                  <a:pt x="12763" y="74104"/>
                </a:lnTo>
                <a:lnTo>
                  <a:pt x="26360" y="83415"/>
                </a:lnTo>
                <a:lnTo>
                  <a:pt x="42672" y="86868"/>
                </a:lnTo>
                <a:lnTo>
                  <a:pt x="42672" y="28956"/>
                </a:lnTo>
                <a:lnTo>
                  <a:pt x="1281684" y="28956"/>
                </a:lnTo>
                <a:lnTo>
                  <a:pt x="1281684" y="86868"/>
                </a:lnTo>
                <a:lnTo>
                  <a:pt x="1297995" y="83415"/>
                </a:lnTo>
                <a:lnTo>
                  <a:pt x="1311592" y="74104"/>
                </a:lnTo>
                <a:lnTo>
                  <a:pt x="1320903" y="60507"/>
                </a:lnTo>
                <a:lnTo>
                  <a:pt x="1324356" y="44196"/>
                </a:lnTo>
                <a:close/>
              </a:path>
              <a:path w="1324610" h="86995">
                <a:moveTo>
                  <a:pt x="1281684" y="86868"/>
                </a:moveTo>
                <a:lnTo>
                  <a:pt x="1281684" y="57912"/>
                </a:lnTo>
                <a:lnTo>
                  <a:pt x="42672" y="57912"/>
                </a:lnTo>
                <a:lnTo>
                  <a:pt x="42672" y="86868"/>
                </a:lnTo>
                <a:lnTo>
                  <a:pt x="1281684" y="868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77123" y="4593335"/>
            <a:ext cx="1338580" cy="0"/>
          </a:xfrm>
          <a:custGeom>
            <a:avLst/>
            <a:gdLst/>
            <a:ahLst/>
            <a:cxnLst/>
            <a:rect l="l" t="t" r="r" b="b"/>
            <a:pathLst>
              <a:path w="1338579">
                <a:moveTo>
                  <a:pt x="0" y="0"/>
                </a:moveTo>
                <a:lnTo>
                  <a:pt x="1338071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55306" y="4473954"/>
            <a:ext cx="83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0000FF"/>
                </a:solidFill>
                <a:latin typeface="Arial MT"/>
                <a:cs typeface="Arial MT"/>
              </a:rPr>
              <a:t>Cursa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71159" y="4160010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FF007E"/>
                </a:solidFill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85629" y="4188966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FF007E"/>
                </a:solidFill>
                <a:latin typeface="Arial MT"/>
                <a:cs typeface="Arial MT"/>
              </a:rPr>
              <a:t>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478520" y="4847844"/>
            <a:ext cx="114300" cy="990600"/>
          </a:xfrm>
          <a:custGeom>
            <a:avLst/>
            <a:gdLst/>
            <a:ahLst/>
            <a:cxnLst/>
            <a:rect l="l" t="t" r="r" b="b"/>
            <a:pathLst>
              <a:path w="114300" h="990600">
                <a:moveTo>
                  <a:pt x="114300" y="114300"/>
                </a:moveTo>
                <a:lnTo>
                  <a:pt x="57912" y="0"/>
                </a:lnTo>
                <a:lnTo>
                  <a:pt x="0" y="114300"/>
                </a:lnTo>
                <a:lnTo>
                  <a:pt x="38100" y="114300"/>
                </a:lnTo>
                <a:lnTo>
                  <a:pt x="38100" y="96012"/>
                </a:lnTo>
                <a:lnTo>
                  <a:pt x="76200" y="96012"/>
                </a:lnTo>
                <a:lnTo>
                  <a:pt x="76200" y="114300"/>
                </a:lnTo>
                <a:lnTo>
                  <a:pt x="114300" y="114300"/>
                </a:lnTo>
                <a:close/>
              </a:path>
              <a:path w="114300" h="990600">
                <a:moveTo>
                  <a:pt x="76200" y="114300"/>
                </a:moveTo>
                <a:lnTo>
                  <a:pt x="76200" y="96012"/>
                </a:lnTo>
                <a:lnTo>
                  <a:pt x="38100" y="96012"/>
                </a:lnTo>
                <a:lnTo>
                  <a:pt x="38100" y="114300"/>
                </a:lnTo>
                <a:lnTo>
                  <a:pt x="76200" y="114300"/>
                </a:lnTo>
                <a:close/>
              </a:path>
              <a:path w="114300" h="990600">
                <a:moveTo>
                  <a:pt x="76200" y="990600"/>
                </a:moveTo>
                <a:lnTo>
                  <a:pt x="76200" y="114300"/>
                </a:lnTo>
                <a:lnTo>
                  <a:pt x="38100" y="114300"/>
                </a:lnTo>
                <a:lnTo>
                  <a:pt x="38100" y="990600"/>
                </a:lnTo>
                <a:lnTo>
                  <a:pt x="76200" y="990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66529" y="5978141"/>
            <a:ext cx="955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Parcial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MER</a:t>
            </a:r>
          </a:p>
          <a:p>
            <a:pPr marL="12700">
              <a:lnSpc>
                <a:spcPct val="100000"/>
              </a:lnSpc>
            </a:pPr>
            <a:r>
              <a:rPr dirty="0"/>
              <a:t>Restrição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10" dirty="0"/>
              <a:t>Participação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3048502" y="4533900"/>
            <a:ext cx="1882139" cy="701040"/>
          </a:xfrm>
          <a:custGeom>
            <a:avLst/>
            <a:gdLst/>
            <a:ahLst/>
            <a:cxnLst/>
            <a:rect l="l" t="t" r="r" b="b"/>
            <a:pathLst>
              <a:path w="1882139" h="701039">
                <a:moveTo>
                  <a:pt x="0" y="0"/>
                </a:moveTo>
                <a:lnTo>
                  <a:pt x="0" y="701039"/>
                </a:lnTo>
                <a:lnTo>
                  <a:pt x="1882139" y="701039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10128" y="4719318"/>
            <a:ext cx="1397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7E00FF"/>
                </a:solidFill>
                <a:latin typeface="Arial MT"/>
                <a:cs typeface="Arial MT"/>
              </a:rPr>
              <a:t>Estudante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284716" y="4533900"/>
            <a:ext cx="1885314" cy="699770"/>
          </a:xfrm>
          <a:custGeom>
            <a:avLst/>
            <a:gdLst/>
            <a:ahLst/>
            <a:cxnLst/>
            <a:rect l="l" t="t" r="r" b="b"/>
            <a:pathLst>
              <a:path w="1885315" h="699770">
                <a:moveTo>
                  <a:pt x="0" y="0"/>
                </a:moveTo>
                <a:lnTo>
                  <a:pt x="0" y="699515"/>
                </a:lnTo>
                <a:lnTo>
                  <a:pt x="1885187" y="699515"/>
                </a:lnTo>
                <a:lnTo>
                  <a:pt x="1885187" y="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44808" y="4720842"/>
            <a:ext cx="1332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7E00FF"/>
                </a:solidFill>
                <a:latin typeface="Arial MT"/>
                <a:cs typeface="Arial MT"/>
              </a:rPr>
              <a:t>Disciplina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52895" y="4442459"/>
            <a:ext cx="1836420" cy="927100"/>
          </a:xfrm>
          <a:custGeom>
            <a:avLst/>
            <a:gdLst/>
            <a:ahLst/>
            <a:cxnLst/>
            <a:rect l="l" t="t" r="r" b="b"/>
            <a:pathLst>
              <a:path w="1836420" h="927100">
                <a:moveTo>
                  <a:pt x="917447" y="4571"/>
                </a:moveTo>
                <a:lnTo>
                  <a:pt x="0" y="452627"/>
                </a:lnTo>
                <a:lnTo>
                  <a:pt x="925067" y="926591"/>
                </a:lnTo>
                <a:lnTo>
                  <a:pt x="1836419" y="443483"/>
                </a:lnTo>
                <a:lnTo>
                  <a:pt x="908303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77308" y="4856989"/>
            <a:ext cx="1323340" cy="86995"/>
          </a:xfrm>
          <a:custGeom>
            <a:avLst/>
            <a:gdLst/>
            <a:ahLst/>
            <a:cxnLst/>
            <a:rect l="l" t="t" r="r" b="b"/>
            <a:pathLst>
              <a:path w="1323339" h="86995">
                <a:moveTo>
                  <a:pt x="1322832" y="44196"/>
                </a:moveTo>
                <a:lnTo>
                  <a:pt x="1319593" y="27003"/>
                </a:lnTo>
                <a:lnTo>
                  <a:pt x="1310640" y="12954"/>
                </a:lnTo>
                <a:lnTo>
                  <a:pt x="1297114" y="3476"/>
                </a:lnTo>
                <a:lnTo>
                  <a:pt x="1280160" y="0"/>
                </a:lnTo>
                <a:lnTo>
                  <a:pt x="42672" y="0"/>
                </a:lnTo>
                <a:lnTo>
                  <a:pt x="25717" y="3476"/>
                </a:lnTo>
                <a:lnTo>
                  <a:pt x="12192" y="12954"/>
                </a:lnTo>
                <a:lnTo>
                  <a:pt x="3238" y="27003"/>
                </a:lnTo>
                <a:lnTo>
                  <a:pt x="0" y="44196"/>
                </a:lnTo>
                <a:lnTo>
                  <a:pt x="3238" y="60507"/>
                </a:lnTo>
                <a:lnTo>
                  <a:pt x="12192" y="74104"/>
                </a:lnTo>
                <a:lnTo>
                  <a:pt x="25717" y="83415"/>
                </a:lnTo>
                <a:lnTo>
                  <a:pt x="42672" y="86868"/>
                </a:lnTo>
                <a:lnTo>
                  <a:pt x="42672" y="28956"/>
                </a:lnTo>
                <a:lnTo>
                  <a:pt x="1280160" y="28956"/>
                </a:lnTo>
                <a:lnTo>
                  <a:pt x="1280160" y="86868"/>
                </a:lnTo>
                <a:lnTo>
                  <a:pt x="1297114" y="83415"/>
                </a:lnTo>
                <a:lnTo>
                  <a:pt x="1310640" y="74104"/>
                </a:lnTo>
                <a:lnTo>
                  <a:pt x="1319593" y="60507"/>
                </a:lnTo>
                <a:lnTo>
                  <a:pt x="1322832" y="44196"/>
                </a:lnTo>
                <a:close/>
              </a:path>
              <a:path w="1323339" h="86995">
                <a:moveTo>
                  <a:pt x="1280160" y="86868"/>
                </a:moveTo>
                <a:lnTo>
                  <a:pt x="1280160" y="57912"/>
                </a:lnTo>
                <a:lnTo>
                  <a:pt x="42672" y="57912"/>
                </a:lnTo>
                <a:lnTo>
                  <a:pt x="42672" y="86868"/>
                </a:lnTo>
                <a:lnTo>
                  <a:pt x="1280160" y="868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41589" y="4781801"/>
            <a:ext cx="83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0000FF"/>
                </a:solidFill>
                <a:latin typeface="Arial MT"/>
                <a:cs typeface="Arial MT"/>
              </a:rPr>
              <a:t>Cursa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98163" y="2504946"/>
            <a:ext cx="7251700" cy="2354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indent="-343535">
              <a:lnSpc>
                <a:spcPts val="3765"/>
              </a:lnSpc>
              <a:spcBef>
                <a:spcPts val="100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6235" algn="l"/>
              </a:tabLst>
            </a:pPr>
            <a:r>
              <a:rPr sz="3200" dirty="0">
                <a:latin typeface="Tahoma"/>
                <a:cs typeface="Tahoma"/>
              </a:rPr>
              <a:t>Participação</a:t>
            </a:r>
            <a:r>
              <a:rPr sz="3200" spc="-9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total.</a:t>
            </a:r>
            <a:endParaRPr sz="3200">
              <a:latin typeface="Tahoma"/>
              <a:cs typeface="Tahoma"/>
            </a:endParaRPr>
          </a:p>
          <a:p>
            <a:pPr marL="756285" marR="5080" lvl="1" indent="-287020">
              <a:lnSpc>
                <a:spcPct val="95100"/>
              </a:lnSpc>
              <a:spcBef>
                <a:spcPts val="105"/>
              </a:spcBef>
              <a:buClr>
                <a:srgbClr val="FF0000"/>
              </a:buClr>
              <a:buSzPct val="50847"/>
              <a:buFont typeface="Segoe UI Symbol"/>
              <a:buChar char="■"/>
              <a:tabLst>
                <a:tab pos="756285" algn="l"/>
              </a:tabLst>
            </a:pPr>
            <a:r>
              <a:rPr sz="2950" i="1" spc="-320" dirty="0">
                <a:latin typeface="Verdana"/>
                <a:cs typeface="Verdana"/>
              </a:rPr>
              <a:t>No</a:t>
            </a:r>
            <a:r>
              <a:rPr sz="2950" i="1" spc="-135" dirty="0">
                <a:latin typeface="Verdana"/>
                <a:cs typeface="Verdana"/>
              </a:rPr>
              <a:t> </a:t>
            </a:r>
            <a:r>
              <a:rPr sz="2950" i="1" spc="-315" dirty="0">
                <a:latin typeface="Verdana"/>
                <a:cs typeface="Verdana"/>
              </a:rPr>
              <a:t>exemplo,</a:t>
            </a:r>
            <a:r>
              <a:rPr sz="2950" i="1" spc="-135" dirty="0">
                <a:latin typeface="Verdana"/>
                <a:cs typeface="Verdana"/>
              </a:rPr>
              <a:t> </a:t>
            </a:r>
            <a:r>
              <a:rPr sz="2950" i="1" spc="-250" dirty="0">
                <a:latin typeface="Verdana"/>
                <a:cs typeface="Verdana"/>
              </a:rPr>
              <a:t>significa</a:t>
            </a:r>
            <a:r>
              <a:rPr sz="2950" i="1" spc="-145" dirty="0">
                <a:latin typeface="Verdana"/>
                <a:cs typeface="Verdana"/>
              </a:rPr>
              <a:t> </a:t>
            </a:r>
            <a:r>
              <a:rPr sz="2950" i="1" spc="-305" dirty="0">
                <a:latin typeface="Verdana"/>
                <a:cs typeface="Verdana"/>
              </a:rPr>
              <a:t>que</a:t>
            </a:r>
            <a:r>
              <a:rPr sz="2950" i="1" spc="-145" dirty="0">
                <a:latin typeface="Verdana"/>
                <a:cs typeface="Verdana"/>
              </a:rPr>
              <a:t> </a:t>
            </a:r>
            <a:r>
              <a:rPr sz="2950" i="1" spc="-320" dirty="0">
                <a:latin typeface="Verdana"/>
                <a:cs typeface="Verdana"/>
              </a:rPr>
              <a:t>a</a:t>
            </a:r>
            <a:r>
              <a:rPr sz="2950" i="1" spc="-135" dirty="0">
                <a:latin typeface="Verdana"/>
                <a:cs typeface="Verdana"/>
              </a:rPr>
              <a:t> </a:t>
            </a:r>
            <a:r>
              <a:rPr sz="2950" i="1" spc="-280" dirty="0">
                <a:latin typeface="Verdana"/>
                <a:cs typeface="Verdana"/>
              </a:rPr>
              <a:t>existência</a:t>
            </a:r>
            <a:r>
              <a:rPr sz="2950" i="1" spc="-135" dirty="0">
                <a:latin typeface="Verdana"/>
                <a:cs typeface="Verdana"/>
              </a:rPr>
              <a:t> </a:t>
            </a:r>
            <a:r>
              <a:rPr sz="2950" i="1" spc="-325" dirty="0">
                <a:latin typeface="Verdana"/>
                <a:cs typeface="Verdana"/>
              </a:rPr>
              <a:t>de </a:t>
            </a:r>
            <a:r>
              <a:rPr sz="2950" i="1" spc="-395" dirty="0">
                <a:latin typeface="Verdana"/>
                <a:cs typeface="Verdana"/>
              </a:rPr>
              <a:t>uma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80" dirty="0">
                <a:latin typeface="Verdana"/>
                <a:cs typeface="Verdana"/>
              </a:rPr>
              <a:t>entidade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295" dirty="0">
                <a:latin typeface="Verdana"/>
                <a:cs typeface="Verdana"/>
              </a:rPr>
              <a:t>estudante</a:t>
            </a:r>
            <a:r>
              <a:rPr sz="2950" i="1" spc="-145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depende</a:t>
            </a:r>
            <a:r>
              <a:rPr sz="2950" i="1" spc="-145" dirty="0">
                <a:latin typeface="Verdana"/>
                <a:cs typeface="Verdana"/>
              </a:rPr>
              <a:t> </a:t>
            </a:r>
            <a:r>
              <a:rPr sz="2950" i="1" spc="-335" dirty="0">
                <a:latin typeface="Verdana"/>
                <a:cs typeface="Verdana"/>
              </a:rPr>
              <a:t>da </a:t>
            </a:r>
            <a:r>
              <a:rPr sz="2950" i="1" spc="-280" dirty="0">
                <a:latin typeface="Verdana"/>
                <a:cs typeface="Verdana"/>
              </a:rPr>
              <a:t>existência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310" dirty="0">
                <a:latin typeface="Verdana"/>
                <a:cs typeface="Verdana"/>
              </a:rPr>
              <a:t>da</a:t>
            </a:r>
            <a:r>
              <a:rPr sz="2950" i="1" spc="-155" dirty="0">
                <a:latin typeface="Verdana"/>
                <a:cs typeface="Verdana"/>
              </a:rPr>
              <a:t> </a:t>
            </a:r>
            <a:r>
              <a:rPr sz="2950" i="1" spc="-280" dirty="0">
                <a:latin typeface="Verdana"/>
                <a:cs typeface="Verdana"/>
              </a:rPr>
              <a:t>entidade</a:t>
            </a:r>
            <a:r>
              <a:rPr sz="2950" i="1" spc="-145" dirty="0">
                <a:latin typeface="Verdana"/>
                <a:cs typeface="Verdana"/>
              </a:rPr>
              <a:t> </a:t>
            </a:r>
            <a:r>
              <a:rPr sz="2950" i="1" spc="-150" dirty="0">
                <a:latin typeface="Verdana"/>
                <a:cs typeface="Verdana"/>
              </a:rPr>
              <a:t>disciplina.</a:t>
            </a:r>
            <a:endParaRPr sz="2950">
              <a:latin typeface="Verdana"/>
              <a:cs typeface="Verdana"/>
            </a:endParaRPr>
          </a:p>
          <a:p>
            <a:pPr marL="1871345">
              <a:spcBef>
                <a:spcPts val="1485"/>
              </a:spcBef>
            </a:pPr>
            <a:r>
              <a:rPr sz="2400" spc="-50" dirty="0">
                <a:solidFill>
                  <a:srgbClr val="FF007E"/>
                </a:solidFill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50707" y="4496814"/>
            <a:ext cx="1363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532130" algn="l"/>
                <a:tab pos="1350645" algn="l"/>
              </a:tabLst>
            </a:pPr>
            <a:r>
              <a:rPr sz="2400" u="sng" dirty="0">
                <a:solidFill>
                  <a:srgbClr val="FF007E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2400" u="sng" spc="-50" dirty="0">
                <a:solidFill>
                  <a:srgbClr val="FF007E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</a:t>
            </a:r>
            <a:r>
              <a:rPr sz="2400" u="sng" dirty="0">
                <a:solidFill>
                  <a:srgbClr val="FF007E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31104" y="5117592"/>
            <a:ext cx="114300" cy="990600"/>
          </a:xfrm>
          <a:custGeom>
            <a:avLst/>
            <a:gdLst/>
            <a:ahLst/>
            <a:cxnLst/>
            <a:rect l="l" t="t" r="r" b="b"/>
            <a:pathLst>
              <a:path w="114300" h="990600">
                <a:moveTo>
                  <a:pt x="114300" y="114300"/>
                </a:moveTo>
                <a:lnTo>
                  <a:pt x="56388" y="0"/>
                </a:lnTo>
                <a:lnTo>
                  <a:pt x="0" y="114300"/>
                </a:lnTo>
                <a:lnTo>
                  <a:pt x="38100" y="114300"/>
                </a:lnTo>
                <a:lnTo>
                  <a:pt x="38100" y="96012"/>
                </a:lnTo>
                <a:lnTo>
                  <a:pt x="76200" y="96012"/>
                </a:lnTo>
                <a:lnTo>
                  <a:pt x="76200" y="114300"/>
                </a:lnTo>
                <a:lnTo>
                  <a:pt x="114300" y="114300"/>
                </a:lnTo>
                <a:close/>
              </a:path>
              <a:path w="114300" h="990600">
                <a:moveTo>
                  <a:pt x="76200" y="114300"/>
                </a:moveTo>
                <a:lnTo>
                  <a:pt x="76200" y="96012"/>
                </a:lnTo>
                <a:lnTo>
                  <a:pt x="38100" y="96012"/>
                </a:lnTo>
                <a:lnTo>
                  <a:pt x="38100" y="114300"/>
                </a:lnTo>
                <a:lnTo>
                  <a:pt x="76200" y="114300"/>
                </a:lnTo>
                <a:close/>
              </a:path>
              <a:path w="114300" h="990600">
                <a:moveTo>
                  <a:pt x="76200" y="990600"/>
                </a:moveTo>
                <a:lnTo>
                  <a:pt x="76200" y="114300"/>
                </a:lnTo>
                <a:lnTo>
                  <a:pt x="38100" y="114300"/>
                </a:lnTo>
                <a:lnTo>
                  <a:pt x="38100" y="990600"/>
                </a:lnTo>
                <a:lnTo>
                  <a:pt x="76200" y="990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117590" y="6247889"/>
            <a:ext cx="720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Total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136207"/>
          </a:xfrm>
          <a:prstGeom prst="rect">
            <a:avLst/>
          </a:prstGeom>
        </p:spPr>
        <p:txBody>
          <a:bodyPr vert="horz" wrap="square" lIns="0" tIns="4546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MER</a:t>
            </a:r>
            <a:r>
              <a:rPr spc="-40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dirty="0"/>
              <a:t>Atributos</a:t>
            </a:r>
            <a:r>
              <a:rPr spc="-4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Entidades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21532" y="4115814"/>
            <a:ext cx="3536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spcBef>
                <a:spcPts val="95"/>
              </a:spcBef>
            </a:pPr>
            <a:r>
              <a:rPr sz="2800" spc="-25" dirty="0">
                <a:latin typeface="Times New Roman"/>
                <a:cs typeface="Times New Roman"/>
              </a:rPr>
              <a:t>e</a:t>
            </a:r>
            <a:r>
              <a:rPr sz="2850" spc="-37" baseline="-20467" dirty="0">
                <a:latin typeface="Times New Roman"/>
                <a:cs typeface="Times New Roman"/>
              </a:rPr>
              <a:t>1</a:t>
            </a:r>
            <a:endParaRPr sz="2850" baseline="-20467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24469" y="2855466"/>
            <a:ext cx="29387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Nome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João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Carlos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96098" y="3718050"/>
            <a:ext cx="3328670" cy="8801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0"/>
              </a:spcBef>
            </a:pPr>
            <a:r>
              <a:rPr sz="2800" dirty="0">
                <a:latin typeface="Times New Roman"/>
                <a:cs typeface="Times New Roman"/>
              </a:rPr>
              <a:t>Endereço</a:t>
            </a:r>
            <a:r>
              <a:rPr sz="2800" spc="6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rua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Luiz </a:t>
            </a:r>
            <a:r>
              <a:rPr sz="2800" dirty="0">
                <a:latin typeface="Times New Roman"/>
                <a:cs typeface="Times New Roman"/>
              </a:rPr>
              <a:t>Saia,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729,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Cuiabá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MT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47331" y="4925057"/>
            <a:ext cx="1547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Idade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35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21423" y="6218933"/>
            <a:ext cx="24784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Fone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274-</a:t>
            </a:r>
            <a:r>
              <a:rPr sz="2800" spc="-20" dirty="0">
                <a:latin typeface="Times New Roman"/>
                <a:cs typeface="Times New Roman"/>
              </a:rPr>
              <a:t>8232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46038" y="2263139"/>
            <a:ext cx="7611109" cy="4785360"/>
            <a:chOff x="1266437" y="2263139"/>
            <a:chExt cx="7611109" cy="47853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9017" y="2263139"/>
              <a:ext cx="6828281" cy="478535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66437" y="2988564"/>
              <a:ext cx="466725" cy="1161415"/>
            </a:xfrm>
            <a:custGeom>
              <a:avLst/>
              <a:gdLst/>
              <a:ahLst/>
              <a:cxnLst/>
              <a:rect l="l" t="t" r="r" b="b"/>
              <a:pathLst>
                <a:path w="466725" h="1161414">
                  <a:moveTo>
                    <a:pt x="445065" y="1107244"/>
                  </a:moveTo>
                  <a:lnTo>
                    <a:pt x="12192" y="4572"/>
                  </a:lnTo>
                  <a:lnTo>
                    <a:pt x="10668" y="1524"/>
                  </a:lnTo>
                  <a:lnTo>
                    <a:pt x="7620" y="0"/>
                  </a:lnTo>
                  <a:lnTo>
                    <a:pt x="1524" y="3048"/>
                  </a:lnTo>
                  <a:lnTo>
                    <a:pt x="0" y="6096"/>
                  </a:lnTo>
                  <a:lnTo>
                    <a:pt x="1524" y="9144"/>
                  </a:lnTo>
                  <a:lnTo>
                    <a:pt x="433052" y="1112260"/>
                  </a:lnTo>
                  <a:lnTo>
                    <a:pt x="440442" y="1114044"/>
                  </a:lnTo>
                  <a:lnTo>
                    <a:pt x="445065" y="1107244"/>
                  </a:lnTo>
                  <a:close/>
                </a:path>
                <a:path w="466725" h="1161414">
                  <a:moveTo>
                    <a:pt x="448062" y="1151400"/>
                  </a:moveTo>
                  <a:lnTo>
                    <a:pt x="448062" y="1114044"/>
                  </a:lnTo>
                  <a:lnTo>
                    <a:pt x="446538" y="1118616"/>
                  </a:lnTo>
                  <a:lnTo>
                    <a:pt x="443490" y="1120140"/>
                  </a:lnTo>
                  <a:lnTo>
                    <a:pt x="438918" y="1121664"/>
                  </a:lnTo>
                  <a:lnTo>
                    <a:pt x="435870" y="1120140"/>
                  </a:lnTo>
                  <a:lnTo>
                    <a:pt x="434346" y="1115568"/>
                  </a:lnTo>
                  <a:lnTo>
                    <a:pt x="433052" y="1112260"/>
                  </a:lnTo>
                  <a:lnTo>
                    <a:pt x="396246" y="1103376"/>
                  </a:lnTo>
                  <a:lnTo>
                    <a:pt x="448062" y="1151400"/>
                  </a:lnTo>
                  <a:close/>
                </a:path>
                <a:path w="466725" h="1161414">
                  <a:moveTo>
                    <a:pt x="448062" y="1114044"/>
                  </a:moveTo>
                  <a:lnTo>
                    <a:pt x="446538" y="1110996"/>
                  </a:lnTo>
                  <a:lnTo>
                    <a:pt x="445065" y="1107244"/>
                  </a:lnTo>
                  <a:lnTo>
                    <a:pt x="440442" y="1114044"/>
                  </a:lnTo>
                  <a:lnTo>
                    <a:pt x="433052" y="1112260"/>
                  </a:lnTo>
                  <a:lnTo>
                    <a:pt x="434346" y="1115568"/>
                  </a:lnTo>
                  <a:lnTo>
                    <a:pt x="435870" y="1120140"/>
                  </a:lnTo>
                  <a:lnTo>
                    <a:pt x="438918" y="1121664"/>
                  </a:lnTo>
                  <a:lnTo>
                    <a:pt x="443490" y="1120140"/>
                  </a:lnTo>
                  <a:lnTo>
                    <a:pt x="446538" y="1118616"/>
                  </a:lnTo>
                  <a:lnTo>
                    <a:pt x="448062" y="1114044"/>
                  </a:lnTo>
                  <a:close/>
                </a:path>
                <a:path w="466725" h="1161414">
                  <a:moveTo>
                    <a:pt x="466350" y="1075944"/>
                  </a:moveTo>
                  <a:lnTo>
                    <a:pt x="445065" y="1107244"/>
                  </a:lnTo>
                  <a:lnTo>
                    <a:pt x="446538" y="1110996"/>
                  </a:lnTo>
                  <a:lnTo>
                    <a:pt x="448062" y="1114044"/>
                  </a:lnTo>
                  <a:lnTo>
                    <a:pt x="448062" y="1151400"/>
                  </a:lnTo>
                  <a:lnTo>
                    <a:pt x="458730" y="1161288"/>
                  </a:lnTo>
                  <a:lnTo>
                    <a:pt x="466350" y="107594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65826" y="2535427"/>
            <a:ext cx="12122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Pessoa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48706" y="6023862"/>
            <a:ext cx="18307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b="1" spc="-10" dirty="0">
                <a:solidFill>
                  <a:srgbClr val="0000FF"/>
                </a:solidFill>
                <a:latin typeface="Arial"/>
                <a:cs typeface="Arial"/>
              </a:rPr>
              <a:t>Atributos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MER</a:t>
            </a:r>
          </a:p>
          <a:p>
            <a:pPr marL="12700">
              <a:lnSpc>
                <a:spcPct val="100000"/>
              </a:lnSpc>
            </a:pPr>
            <a:r>
              <a:rPr dirty="0"/>
              <a:t>Atributos</a:t>
            </a:r>
            <a:r>
              <a:rPr spc="-100" dirty="0"/>
              <a:t> </a:t>
            </a:r>
            <a:r>
              <a:rPr spc="-10" dirty="0"/>
              <a:t>Monovalorados</a:t>
            </a:r>
          </a:p>
        </p:txBody>
      </p:sp>
      <p:sp>
        <p:nvSpPr>
          <p:cNvPr id="3" name="object 3"/>
          <p:cNvSpPr/>
          <p:nvPr/>
        </p:nvSpPr>
        <p:spPr>
          <a:xfrm>
            <a:off x="9545320" y="2737103"/>
            <a:ext cx="1076325" cy="593090"/>
          </a:xfrm>
          <a:custGeom>
            <a:avLst/>
            <a:gdLst/>
            <a:ahLst/>
            <a:cxnLst/>
            <a:rect l="l" t="t" r="r" b="b"/>
            <a:pathLst>
              <a:path w="1076325" h="593089">
                <a:moveTo>
                  <a:pt x="537971" y="0"/>
                </a:moveTo>
                <a:lnTo>
                  <a:pt x="479342" y="1738"/>
                </a:lnTo>
                <a:lnTo>
                  <a:pt x="422544" y="6832"/>
                </a:lnTo>
                <a:lnTo>
                  <a:pt x="367905" y="15105"/>
                </a:lnTo>
                <a:lnTo>
                  <a:pt x="315754" y="26378"/>
                </a:lnTo>
                <a:lnTo>
                  <a:pt x="266417" y="40470"/>
                </a:lnTo>
                <a:lnTo>
                  <a:pt x="220224" y="57204"/>
                </a:lnTo>
                <a:lnTo>
                  <a:pt x="177501" y="76401"/>
                </a:lnTo>
                <a:lnTo>
                  <a:pt x="138576" y="97882"/>
                </a:lnTo>
                <a:lnTo>
                  <a:pt x="103778" y="121468"/>
                </a:lnTo>
                <a:lnTo>
                  <a:pt x="73434" y="146981"/>
                </a:lnTo>
                <a:lnTo>
                  <a:pt x="27419" y="203069"/>
                </a:lnTo>
                <a:lnTo>
                  <a:pt x="3155" y="264718"/>
                </a:lnTo>
                <a:lnTo>
                  <a:pt x="0" y="297179"/>
                </a:lnTo>
                <a:lnTo>
                  <a:pt x="3618" y="331619"/>
                </a:lnTo>
                <a:lnTo>
                  <a:pt x="31355" y="396805"/>
                </a:lnTo>
                <a:lnTo>
                  <a:pt x="54668" y="427106"/>
                </a:lnTo>
                <a:lnTo>
                  <a:pt x="83739" y="455581"/>
                </a:lnTo>
                <a:lnTo>
                  <a:pt x="118165" y="482006"/>
                </a:lnTo>
                <a:lnTo>
                  <a:pt x="157543" y="506158"/>
                </a:lnTo>
                <a:lnTo>
                  <a:pt x="201470" y="527814"/>
                </a:lnTo>
                <a:lnTo>
                  <a:pt x="249542" y="546752"/>
                </a:lnTo>
                <a:lnTo>
                  <a:pt x="301356" y="562746"/>
                </a:lnTo>
                <a:lnTo>
                  <a:pt x="356509" y="575576"/>
                </a:lnTo>
                <a:lnTo>
                  <a:pt x="414599" y="585016"/>
                </a:lnTo>
                <a:lnTo>
                  <a:pt x="475220" y="590843"/>
                </a:lnTo>
                <a:lnTo>
                  <a:pt x="537971" y="592835"/>
                </a:lnTo>
                <a:lnTo>
                  <a:pt x="600723" y="590843"/>
                </a:lnTo>
                <a:lnTo>
                  <a:pt x="661344" y="585016"/>
                </a:lnTo>
                <a:lnTo>
                  <a:pt x="719434" y="575576"/>
                </a:lnTo>
                <a:lnTo>
                  <a:pt x="774587" y="562746"/>
                </a:lnTo>
                <a:lnTo>
                  <a:pt x="826401" y="546752"/>
                </a:lnTo>
                <a:lnTo>
                  <a:pt x="874473" y="527814"/>
                </a:lnTo>
                <a:lnTo>
                  <a:pt x="918400" y="506158"/>
                </a:lnTo>
                <a:lnTo>
                  <a:pt x="957778" y="482006"/>
                </a:lnTo>
                <a:lnTo>
                  <a:pt x="992204" y="455581"/>
                </a:lnTo>
                <a:lnTo>
                  <a:pt x="1021275" y="427106"/>
                </a:lnTo>
                <a:lnTo>
                  <a:pt x="1044588" y="396805"/>
                </a:lnTo>
                <a:lnTo>
                  <a:pt x="1072325" y="331619"/>
                </a:lnTo>
                <a:lnTo>
                  <a:pt x="1075943" y="297179"/>
                </a:lnTo>
                <a:lnTo>
                  <a:pt x="1072788" y="264718"/>
                </a:lnTo>
                <a:lnTo>
                  <a:pt x="1048524" y="203069"/>
                </a:lnTo>
                <a:lnTo>
                  <a:pt x="1002509" y="146981"/>
                </a:lnTo>
                <a:lnTo>
                  <a:pt x="972165" y="121468"/>
                </a:lnTo>
                <a:lnTo>
                  <a:pt x="937367" y="97882"/>
                </a:lnTo>
                <a:lnTo>
                  <a:pt x="898442" y="76401"/>
                </a:lnTo>
                <a:lnTo>
                  <a:pt x="855719" y="57204"/>
                </a:lnTo>
                <a:lnTo>
                  <a:pt x="809526" y="40470"/>
                </a:lnTo>
                <a:lnTo>
                  <a:pt x="760189" y="26378"/>
                </a:lnTo>
                <a:lnTo>
                  <a:pt x="708038" y="15105"/>
                </a:lnTo>
                <a:lnTo>
                  <a:pt x="653399" y="6832"/>
                </a:lnTo>
                <a:lnTo>
                  <a:pt x="596601" y="1738"/>
                </a:lnTo>
                <a:lnTo>
                  <a:pt x="537971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060944" y="2734055"/>
            <a:ext cx="817244" cy="451484"/>
          </a:xfrm>
          <a:custGeom>
            <a:avLst/>
            <a:gdLst/>
            <a:ahLst/>
            <a:cxnLst/>
            <a:rect l="l" t="t" r="r" b="b"/>
            <a:pathLst>
              <a:path w="817245" h="451485">
                <a:moveTo>
                  <a:pt x="408431" y="0"/>
                </a:moveTo>
                <a:lnTo>
                  <a:pt x="348081" y="2436"/>
                </a:lnTo>
                <a:lnTo>
                  <a:pt x="290478" y="9517"/>
                </a:lnTo>
                <a:lnTo>
                  <a:pt x="236255" y="20898"/>
                </a:lnTo>
                <a:lnTo>
                  <a:pt x="186044" y="36237"/>
                </a:lnTo>
                <a:lnTo>
                  <a:pt x="140478" y="55189"/>
                </a:lnTo>
                <a:lnTo>
                  <a:pt x="100187" y="77411"/>
                </a:lnTo>
                <a:lnTo>
                  <a:pt x="65805" y="102560"/>
                </a:lnTo>
                <a:lnTo>
                  <a:pt x="37963" y="130292"/>
                </a:lnTo>
                <a:lnTo>
                  <a:pt x="4428" y="192131"/>
                </a:lnTo>
                <a:lnTo>
                  <a:pt x="0" y="225551"/>
                </a:lnTo>
                <a:lnTo>
                  <a:pt x="4428" y="258628"/>
                </a:lnTo>
                <a:lnTo>
                  <a:pt x="37963" y="320152"/>
                </a:lnTo>
                <a:lnTo>
                  <a:pt x="65805" y="347870"/>
                </a:lnTo>
                <a:lnTo>
                  <a:pt x="100187" y="373074"/>
                </a:lnTo>
                <a:lnTo>
                  <a:pt x="140478" y="395399"/>
                </a:lnTo>
                <a:lnTo>
                  <a:pt x="186044" y="414482"/>
                </a:lnTo>
                <a:lnTo>
                  <a:pt x="236255" y="429958"/>
                </a:lnTo>
                <a:lnTo>
                  <a:pt x="290478" y="441463"/>
                </a:lnTo>
                <a:lnTo>
                  <a:pt x="348081" y="448633"/>
                </a:lnTo>
                <a:lnTo>
                  <a:pt x="408431" y="451103"/>
                </a:lnTo>
                <a:lnTo>
                  <a:pt x="468782" y="448633"/>
                </a:lnTo>
                <a:lnTo>
                  <a:pt x="526385" y="441463"/>
                </a:lnTo>
                <a:lnTo>
                  <a:pt x="580608" y="429958"/>
                </a:lnTo>
                <a:lnTo>
                  <a:pt x="630819" y="414482"/>
                </a:lnTo>
                <a:lnTo>
                  <a:pt x="676385" y="395399"/>
                </a:lnTo>
                <a:lnTo>
                  <a:pt x="716676" y="373074"/>
                </a:lnTo>
                <a:lnTo>
                  <a:pt x="751058" y="347870"/>
                </a:lnTo>
                <a:lnTo>
                  <a:pt x="778900" y="320152"/>
                </a:lnTo>
                <a:lnTo>
                  <a:pt x="812435" y="258628"/>
                </a:lnTo>
                <a:lnTo>
                  <a:pt x="816863" y="225551"/>
                </a:lnTo>
                <a:lnTo>
                  <a:pt x="812435" y="192131"/>
                </a:lnTo>
                <a:lnTo>
                  <a:pt x="778900" y="130292"/>
                </a:lnTo>
                <a:lnTo>
                  <a:pt x="751058" y="102560"/>
                </a:lnTo>
                <a:lnTo>
                  <a:pt x="716676" y="77411"/>
                </a:lnTo>
                <a:lnTo>
                  <a:pt x="676385" y="55189"/>
                </a:lnTo>
                <a:lnTo>
                  <a:pt x="630819" y="36237"/>
                </a:lnTo>
                <a:lnTo>
                  <a:pt x="580608" y="20898"/>
                </a:lnTo>
                <a:lnTo>
                  <a:pt x="526385" y="9517"/>
                </a:lnTo>
                <a:lnTo>
                  <a:pt x="468782" y="2436"/>
                </a:lnTo>
                <a:lnTo>
                  <a:pt x="408431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39765" y="2769107"/>
            <a:ext cx="992505" cy="393700"/>
          </a:xfrm>
          <a:custGeom>
            <a:avLst/>
            <a:gdLst/>
            <a:ahLst/>
            <a:cxnLst/>
            <a:rect l="l" t="t" r="r" b="b"/>
            <a:pathLst>
              <a:path w="992504" h="393700">
                <a:moveTo>
                  <a:pt x="496823" y="0"/>
                </a:moveTo>
                <a:lnTo>
                  <a:pt x="429422" y="1772"/>
                </a:lnTo>
                <a:lnTo>
                  <a:pt x="364772" y="6942"/>
                </a:lnTo>
                <a:lnTo>
                  <a:pt x="303466" y="15287"/>
                </a:lnTo>
                <a:lnTo>
                  <a:pt x="246097" y="26585"/>
                </a:lnTo>
                <a:lnTo>
                  <a:pt x="193258" y="40613"/>
                </a:lnTo>
                <a:lnTo>
                  <a:pt x="145541" y="57149"/>
                </a:lnTo>
                <a:lnTo>
                  <a:pt x="103540" y="75972"/>
                </a:lnTo>
                <a:lnTo>
                  <a:pt x="67846" y="96858"/>
                </a:lnTo>
                <a:lnTo>
                  <a:pt x="17751" y="143933"/>
                </a:lnTo>
                <a:lnTo>
                  <a:pt x="0" y="196595"/>
                </a:lnTo>
                <a:lnTo>
                  <a:pt x="4536" y="223194"/>
                </a:lnTo>
                <a:lnTo>
                  <a:pt x="39052" y="272962"/>
                </a:lnTo>
                <a:lnTo>
                  <a:pt x="103540" y="316571"/>
                </a:lnTo>
                <a:lnTo>
                  <a:pt x="145541" y="335470"/>
                </a:lnTo>
                <a:lnTo>
                  <a:pt x="193258" y="352115"/>
                </a:lnTo>
                <a:lnTo>
                  <a:pt x="246097" y="366267"/>
                </a:lnTo>
                <a:lnTo>
                  <a:pt x="303466" y="377690"/>
                </a:lnTo>
                <a:lnTo>
                  <a:pt x="364772" y="386143"/>
                </a:lnTo>
                <a:lnTo>
                  <a:pt x="429422" y="391390"/>
                </a:lnTo>
                <a:lnTo>
                  <a:pt x="496823" y="393191"/>
                </a:lnTo>
                <a:lnTo>
                  <a:pt x="564195" y="391390"/>
                </a:lnTo>
                <a:lnTo>
                  <a:pt x="628762" y="386143"/>
                </a:lnTo>
                <a:lnTo>
                  <a:pt x="689943" y="377690"/>
                </a:lnTo>
                <a:lnTo>
                  <a:pt x="747155" y="366267"/>
                </a:lnTo>
                <a:lnTo>
                  <a:pt x="799815" y="352115"/>
                </a:lnTo>
                <a:lnTo>
                  <a:pt x="847343" y="335470"/>
                </a:lnTo>
                <a:lnTo>
                  <a:pt x="889156" y="316571"/>
                </a:lnTo>
                <a:lnTo>
                  <a:pt x="924672" y="295655"/>
                </a:lnTo>
                <a:lnTo>
                  <a:pt x="974485" y="248729"/>
                </a:lnTo>
                <a:lnTo>
                  <a:pt x="992123" y="196595"/>
                </a:lnTo>
                <a:lnTo>
                  <a:pt x="987617" y="169677"/>
                </a:lnTo>
                <a:lnTo>
                  <a:pt x="953309" y="119586"/>
                </a:lnTo>
                <a:lnTo>
                  <a:pt x="889156" y="75972"/>
                </a:lnTo>
                <a:lnTo>
                  <a:pt x="847343" y="57149"/>
                </a:lnTo>
                <a:lnTo>
                  <a:pt x="799815" y="40613"/>
                </a:lnTo>
                <a:lnTo>
                  <a:pt x="747155" y="26585"/>
                </a:lnTo>
                <a:lnTo>
                  <a:pt x="689943" y="15287"/>
                </a:lnTo>
                <a:lnTo>
                  <a:pt x="628762" y="6942"/>
                </a:lnTo>
                <a:lnTo>
                  <a:pt x="564195" y="1772"/>
                </a:lnTo>
                <a:lnTo>
                  <a:pt x="496823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21070" y="2881883"/>
            <a:ext cx="5785485" cy="2626360"/>
          </a:xfrm>
          <a:custGeom>
            <a:avLst/>
            <a:gdLst/>
            <a:ahLst/>
            <a:cxnLst/>
            <a:rect l="l" t="t" r="r" b="b"/>
            <a:pathLst>
              <a:path w="5785484" h="2626360">
                <a:moveTo>
                  <a:pt x="2266194" y="0"/>
                </a:moveTo>
                <a:lnTo>
                  <a:pt x="2200361" y="2450"/>
                </a:lnTo>
                <a:lnTo>
                  <a:pt x="2137848" y="9546"/>
                </a:lnTo>
                <a:lnTo>
                  <a:pt x="2079505" y="20903"/>
                </a:lnTo>
                <a:lnTo>
                  <a:pt x="2026182" y="36137"/>
                </a:lnTo>
                <a:lnTo>
                  <a:pt x="1978729" y="54863"/>
                </a:lnTo>
                <a:lnTo>
                  <a:pt x="1937997" y="76699"/>
                </a:lnTo>
                <a:lnTo>
                  <a:pt x="1904836" y="101260"/>
                </a:lnTo>
                <a:lnTo>
                  <a:pt x="1864630" y="157020"/>
                </a:lnTo>
                <a:lnTo>
                  <a:pt x="1859286" y="187451"/>
                </a:lnTo>
                <a:lnTo>
                  <a:pt x="1864630" y="217470"/>
                </a:lnTo>
                <a:lnTo>
                  <a:pt x="1904836" y="272642"/>
                </a:lnTo>
                <a:lnTo>
                  <a:pt x="1937997" y="297009"/>
                </a:lnTo>
                <a:lnTo>
                  <a:pt x="1978729" y="318706"/>
                </a:lnTo>
                <a:lnTo>
                  <a:pt x="2026182" y="337340"/>
                </a:lnTo>
                <a:lnTo>
                  <a:pt x="2079505" y="352517"/>
                </a:lnTo>
                <a:lnTo>
                  <a:pt x="2137848" y="363845"/>
                </a:lnTo>
                <a:lnTo>
                  <a:pt x="2200361" y="370930"/>
                </a:lnTo>
                <a:lnTo>
                  <a:pt x="2266194" y="373379"/>
                </a:lnTo>
                <a:lnTo>
                  <a:pt x="2332439" y="370930"/>
                </a:lnTo>
                <a:lnTo>
                  <a:pt x="2395282" y="363845"/>
                </a:lnTo>
                <a:lnTo>
                  <a:pt x="2453883" y="352517"/>
                </a:lnTo>
                <a:lnTo>
                  <a:pt x="2507400" y="337340"/>
                </a:lnTo>
                <a:lnTo>
                  <a:pt x="2554992" y="318706"/>
                </a:lnTo>
                <a:lnTo>
                  <a:pt x="2595816" y="297009"/>
                </a:lnTo>
                <a:lnTo>
                  <a:pt x="2629034" y="272642"/>
                </a:lnTo>
                <a:lnTo>
                  <a:pt x="2669279" y="217470"/>
                </a:lnTo>
                <a:lnTo>
                  <a:pt x="2674626" y="187451"/>
                </a:lnTo>
                <a:lnTo>
                  <a:pt x="2669279" y="157020"/>
                </a:lnTo>
                <a:lnTo>
                  <a:pt x="2629034" y="101260"/>
                </a:lnTo>
                <a:lnTo>
                  <a:pt x="2595816" y="76699"/>
                </a:lnTo>
                <a:lnTo>
                  <a:pt x="2554992" y="54863"/>
                </a:lnTo>
                <a:lnTo>
                  <a:pt x="2507400" y="36137"/>
                </a:lnTo>
                <a:lnTo>
                  <a:pt x="2453883" y="20903"/>
                </a:lnTo>
                <a:lnTo>
                  <a:pt x="2395282" y="9546"/>
                </a:lnTo>
                <a:lnTo>
                  <a:pt x="2332439" y="2450"/>
                </a:lnTo>
                <a:lnTo>
                  <a:pt x="2266194" y="0"/>
                </a:lnTo>
                <a:close/>
              </a:path>
              <a:path w="5785484" h="2626360">
                <a:moveTo>
                  <a:pt x="435870" y="67055"/>
                </a:moveTo>
                <a:lnTo>
                  <a:pt x="376709" y="69542"/>
                </a:lnTo>
                <a:lnTo>
                  <a:pt x="319972" y="76785"/>
                </a:lnTo>
                <a:lnTo>
                  <a:pt x="266178" y="88463"/>
                </a:lnTo>
                <a:lnTo>
                  <a:pt x="215845" y="104252"/>
                </a:lnTo>
                <a:lnTo>
                  <a:pt x="169491" y="123831"/>
                </a:lnTo>
                <a:lnTo>
                  <a:pt x="127635" y="146875"/>
                </a:lnTo>
                <a:lnTo>
                  <a:pt x="90796" y="173063"/>
                </a:lnTo>
                <a:lnTo>
                  <a:pt x="59492" y="202071"/>
                </a:lnTo>
                <a:lnTo>
                  <a:pt x="34242" y="233576"/>
                </a:lnTo>
                <a:lnTo>
                  <a:pt x="15564" y="267257"/>
                </a:lnTo>
                <a:lnTo>
                  <a:pt x="0" y="339851"/>
                </a:lnTo>
                <a:lnTo>
                  <a:pt x="3977" y="376563"/>
                </a:lnTo>
                <a:lnTo>
                  <a:pt x="34242" y="445246"/>
                </a:lnTo>
                <a:lnTo>
                  <a:pt x="59492" y="476560"/>
                </a:lnTo>
                <a:lnTo>
                  <a:pt x="90796" y="505419"/>
                </a:lnTo>
                <a:lnTo>
                  <a:pt x="127635" y="531494"/>
                </a:lnTo>
                <a:lnTo>
                  <a:pt x="169491" y="554459"/>
                </a:lnTo>
                <a:lnTo>
                  <a:pt x="215845" y="573983"/>
                </a:lnTo>
                <a:lnTo>
                  <a:pt x="266178" y="589740"/>
                </a:lnTo>
                <a:lnTo>
                  <a:pt x="319972" y="601401"/>
                </a:lnTo>
                <a:lnTo>
                  <a:pt x="376709" y="608638"/>
                </a:lnTo>
                <a:lnTo>
                  <a:pt x="435870" y="611123"/>
                </a:lnTo>
                <a:lnTo>
                  <a:pt x="495379" y="608638"/>
                </a:lnTo>
                <a:lnTo>
                  <a:pt x="552406" y="601401"/>
                </a:lnTo>
                <a:lnTo>
                  <a:pt x="606439" y="589740"/>
                </a:lnTo>
                <a:lnTo>
                  <a:pt x="656962" y="573983"/>
                </a:lnTo>
                <a:lnTo>
                  <a:pt x="703465" y="554459"/>
                </a:lnTo>
                <a:lnTo>
                  <a:pt x="745432" y="531494"/>
                </a:lnTo>
                <a:lnTo>
                  <a:pt x="782351" y="505419"/>
                </a:lnTo>
                <a:lnTo>
                  <a:pt x="813709" y="476560"/>
                </a:lnTo>
                <a:lnTo>
                  <a:pt x="838991" y="445246"/>
                </a:lnTo>
                <a:lnTo>
                  <a:pt x="857686" y="411804"/>
                </a:lnTo>
                <a:lnTo>
                  <a:pt x="873258" y="339851"/>
                </a:lnTo>
                <a:lnTo>
                  <a:pt x="869279" y="302790"/>
                </a:lnTo>
                <a:lnTo>
                  <a:pt x="838991" y="233576"/>
                </a:lnTo>
                <a:lnTo>
                  <a:pt x="813709" y="202071"/>
                </a:lnTo>
                <a:lnTo>
                  <a:pt x="782351" y="173063"/>
                </a:lnTo>
                <a:lnTo>
                  <a:pt x="745432" y="146875"/>
                </a:lnTo>
                <a:lnTo>
                  <a:pt x="703465" y="123831"/>
                </a:lnTo>
                <a:lnTo>
                  <a:pt x="656962" y="104252"/>
                </a:lnTo>
                <a:lnTo>
                  <a:pt x="606439" y="88463"/>
                </a:lnTo>
                <a:lnTo>
                  <a:pt x="552406" y="76785"/>
                </a:lnTo>
                <a:lnTo>
                  <a:pt x="495379" y="69542"/>
                </a:lnTo>
                <a:lnTo>
                  <a:pt x="435870" y="67055"/>
                </a:lnTo>
                <a:close/>
              </a:path>
              <a:path w="5785484" h="2626360">
                <a:moveTo>
                  <a:pt x="2089410" y="1594103"/>
                </a:moveTo>
                <a:lnTo>
                  <a:pt x="2089410" y="2625851"/>
                </a:lnTo>
                <a:lnTo>
                  <a:pt x="5785109" y="2625851"/>
                </a:lnTo>
                <a:lnTo>
                  <a:pt x="5785109" y="1594103"/>
                </a:lnTo>
                <a:lnTo>
                  <a:pt x="2089410" y="159410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65518" y="4801613"/>
            <a:ext cx="1550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10" dirty="0">
                <a:latin typeface="Arial MT"/>
                <a:cs typeface="Arial MT"/>
              </a:rPr>
              <a:t>Pessoa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62726" y="2953003"/>
            <a:ext cx="46418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25" dirty="0">
                <a:latin typeface="Arial MT"/>
                <a:cs typeface="Arial MT"/>
              </a:rPr>
              <a:t>CIC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96227" y="2844800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67114" y="2829559"/>
            <a:ext cx="662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Idade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42929" y="2872231"/>
            <a:ext cx="690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Altura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20211" y="3077971"/>
            <a:ext cx="6045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Sexo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97147" y="3200401"/>
            <a:ext cx="6543040" cy="1290955"/>
          </a:xfrm>
          <a:custGeom>
            <a:avLst/>
            <a:gdLst/>
            <a:ahLst/>
            <a:cxnLst/>
            <a:rect l="l" t="t" r="r" b="b"/>
            <a:pathLst>
              <a:path w="6543040" h="1290954">
                <a:moveTo>
                  <a:pt x="0" y="329183"/>
                </a:moveTo>
                <a:lnTo>
                  <a:pt x="2034539" y="1290827"/>
                </a:lnTo>
              </a:path>
              <a:path w="6543040" h="1290954">
                <a:moveTo>
                  <a:pt x="1801367" y="109727"/>
                </a:moveTo>
                <a:lnTo>
                  <a:pt x="2447543" y="1261871"/>
                </a:lnTo>
              </a:path>
              <a:path w="6543040" h="1290954">
                <a:moveTo>
                  <a:pt x="3258311" y="0"/>
                </a:moveTo>
                <a:lnTo>
                  <a:pt x="3258311" y="1261871"/>
                </a:lnTo>
              </a:path>
              <a:path w="6543040" h="1290954">
                <a:moveTo>
                  <a:pt x="4934711" y="27431"/>
                </a:moveTo>
                <a:lnTo>
                  <a:pt x="4096511" y="1261871"/>
                </a:lnTo>
                <a:lnTo>
                  <a:pt x="4096511" y="1249679"/>
                </a:lnTo>
              </a:path>
              <a:path w="6543040" h="1290954">
                <a:moveTo>
                  <a:pt x="6542531" y="178307"/>
                </a:moveTo>
                <a:lnTo>
                  <a:pt x="4727447" y="1261871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MER</a:t>
            </a:r>
          </a:p>
          <a:p>
            <a:pPr marL="12700">
              <a:lnSpc>
                <a:spcPct val="100000"/>
              </a:lnSpc>
            </a:pPr>
            <a:r>
              <a:rPr dirty="0"/>
              <a:t>Atributos</a:t>
            </a:r>
            <a:r>
              <a:rPr spc="-100" dirty="0"/>
              <a:t> </a:t>
            </a:r>
            <a:r>
              <a:rPr spc="-10" dirty="0"/>
              <a:t>Multivalorados</a:t>
            </a:r>
          </a:p>
        </p:txBody>
      </p:sp>
      <p:sp>
        <p:nvSpPr>
          <p:cNvPr id="3" name="object 3"/>
          <p:cNvSpPr/>
          <p:nvPr/>
        </p:nvSpPr>
        <p:spPr>
          <a:xfrm>
            <a:off x="8582152" y="3052572"/>
            <a:ext cx="1435100" cy="889000"/>
          </a:xfrm>
          <a:custGeom>
            <a:avLst/>
            <a:gdLst/>
            <a:ahLst/>
            <a:cxnLst/>
            <a:rect l="l" t="t" r="r" b="b"/>
            <a:pathLst>
              <a:path w="1435100" h="889000">
                <a:moveTo>
                  <a:pt x="1435100" y="519684"/>
                </a:moveTo>
                <a:lnTo>
                  <a:pt x="1435100" y="373380"/>
                </a:lnTo>
                <a:lnTo>
                  <a:pt x="1422400" y="327660"/>
                </a:lnTo>
                <a:lnTo>
                  <a:pt x="1409700" y="304800"/>
                </a:lnTo>
                <a:lnTo>
                  <a:pt x="1384300" y="262128"/>
                </a:lnTo>
                <a:lnTo>
                  <a:pt x="1358900" y="242316"/>
                </a:lnTo>
                <a:lnTo>
                  <a:pt x="1346200" y="222504"/>
                </a:lnTo>
                <a:lnTo>
                  <a:pt x="1333500" y="204216"/>
                </a:lnTo>
                <a:lnTo>
                  <a:pt x="1308100" y="185928"/>
                </a:lnTo>
                <a:lnTo>
                  <a:pt x="1270000" y="152400"/>
                </a:lnTo>
                <a:lnTo>
                  <a:pt x="1219200" y="121920"/>
                </a:lnTo>
                <a:lnTo>
                  <a:pt x="1168400" y="94488"/>
                </a:lnTo>
                <a:lnTo>
                  <a:pt x="1117600" y="70104"/>
                </a:lnTo>
                <a:lnTo>
                  <a:pt x="1079500" y="59436"/>
                </a:lnTo>
                <a:lnTo>
                  <a:pt x="990600" y="32004"/>
                </a:lnTo>
                <a:lnTo>
                  <a:pt x="965200" y="25908"/>
                </a:lnTo>
                <a:lnTo>
                  <a:pt x="927100" y="18288"/>
                </a:lnTo>
                <a:lnTo>
                  <a:pt x="825500" y="4572"/>
                </a:lnTo>
                <a:lnTo>
                  <a:pt x="787400" y="3048"/>
                </a:lnTo>
                <a:lnTo>
                  <a:pt x="749300" y="0"/>
                </a:lnTo>
                <a:lnTo>
                  <a:pt x="685800" y="0"/>
                </a:lnTo>
                <a:lnTo>
                  <a:pt x="647700" y="1524"/>
                </a:lnTo>
                <a:lnTo>
                  <a:pt x="609600" y="4572"/>
                </a:lnTo>
                <a:lnTo>
                  <a:pt x="571500" y="9144"/>
                </a:lnTo>
                <a:lnTo>
                  <a:pt x="546100" y="13716"/>
                </a:lnTo>
                <a:lnTo>
                  <a:pt x="508000" y="18288"/>
                </a:lnTo>
                <a:lnTo>
                  <a:pt x="482600" y="24384"/>
                </a:lnTo>
                <a:lnTo>
                  <a:pt x="444500" y="32004"/>
                </a:lnTo>
                <a:lnTo>
                  <a:pt x="406400" y="41148"/>
                </a:lnTo>
                <a:lnTo>
                  <a:pt x="381000" y="48768"/>
                </a:lnTo>
                <a:lnTo>
                  <a:pt x="330200" y="70104"/>
                </a:lnTo>
                <a:lnTo>
                  <a:pt x="266700" y="94488"/>
                </a:lnTo>
                <a:lnTo>
                  <a:pt x="241300" y="106680"/>
                </a:lnTo>
                <a:lnTo>
                  <a:pt x="215900" y="120396"/>
                </a:lnTo>
                <a:lnTo>
                  <a:pt x="165100" y="150876"/>
                </a:lnTo>
                <a:lnTo>
                  <a:pt x="127000" y="184404"/>
                </a:lnTo>
                <a:lnTo>
                  <a:pt x="101600" y="202692"/>
                </a:lnTo>
                <a:lnTo>
                  <a:pt x="76200" y="239268"/>
                </a:lnTo>
                <a:lnTo>
                  <a:pt x="63500" y="259080"/>
                </a:lnTo>
                <a:lnTo>
                  <a:pt x="38100" y="280416"/>
                </a:lnTo>
                <a:lnTo>
                  <a:pt x="25400" y="323088"/>
                </a:lnTo>
                <a:lnTo>
                  <a:pt x="0" y="368808"/>
                </a:lnTo>
                <a:lnTo>
                  <a:pt x="0" y="515112"/>
                </a:lnTo>
                <a:lnTo>
                  <a:pt x="12700" y="539496"/>
                </a:lnTo>
                <a:lnTo>
                  <a:pt x="12700" y="562356"/>
                </a:lnTo>
                <a:lnTo>
                  <a:pt x="25400" y="585216"/>
                </a:lnTo>
                <a:lnTo>
                  <a:pt x="25400" y="422148"/>
                </a:lnTo>
                <a:lnTo>
                  <a:pt x="38100" y="400812"/>
                </a:lnTo>
                <a:lnTo>
                  <a:pt x="38100" y="379476"/>
                </a:lnTo>
                <a:lnTo>
                  <a:pt x="50800" y="359664"/>
                </a:lnTo>
                <a:lnTo>
                  <a:pt x="50800" y="339852"/>
                </a:lnTo>
                <a:lnTo>
                  <a:pt x="76200" y="300228"/>
                </a:lnTo>
                <a:lnTo>
                  <a:pt x="101600" y="263652"/>
                </a:lnTo>
                <a:lnTo>
                  <a:pt x="114300" y="246888"/>
                </a:lnTo>
                <a:lnTo>
                  <a:pt x="139700" y="228600"/>
                </a:lnTo>
                <a:lnTo>
                  <a:pt x="152400" y="213360"/>
                </a:lnTo>
                <a:lnTo>
                  <a:pt x="165100" y="196596"/>
                </a:lnTo>
                <a:lnTo>
                  <a:pt x="190500" y="181356"/>
                </a:lnTo>
                <a:lnTo>
                  <a:pt x="241300" y="153924"/>
                </a:lnTo>
                <a:lnTo>
                  <a:pt x="254000" y="140208"/>
                </a:lnTo>
                <a:lnTo>
                  <a:pt x="304800" y="115824"/>
                </a:lnTo>
                <a:lnTo>
                  <a:pt x="330200" y="105156"/>
                </a:lnTo>
                <a:lnTo>
                  <a:pt x="368300" y="94488"/>
                </a:lnTo>
                <a:lnTo>
                  <a:pt x="419100" y="76200"/>
                </a:lnTo>
                <a:lnTo>
                  <a:pt x="457200" y="68580"/>
                </a:lnTo>
                <a:lnTo>
                  <a:pt x="482600" y="60960"/>
                </a:lnTo>
                <a:lnTo>
                  <a:pt x="520700" y="54864"/>
                </a:lnTo>
                <a:lnTo>
                  <a:pt x="546100" y="50292"/>
                </a:lnTo>
                <a:lnTo>
                  <a:pt x="584200" y="45720"/>
                </a:lnTo>
                <a:lnTo>
                  <a:pt x="609600" y="41148"/>
                </a:lnTo>
                <a:lnTo>
                  <a:pt x="685800" y="38100"/>
                </a:lnTo>
                <a:lnTo>
                  <a:pt x="711200" y="36576"/>
                </a:lnTo>
                <a:lnTo>
                  <a:pt x="825500" y="41148"/>
                </a:lnTo>
                <a:lnTo>
                  <a:pt x="889000" y="50292"/>
                </a:lnTo>
                <a:lnTo>
                  <a:pt x="914400" y="54864"/>
                </a:lnTo>
                <a:lnTo>
                  <a:pt x="952500" y="60960"/>
                </a:lnTo>
                <a:lnTo>
                  <a:pt x="977900" y="68580"/>
                </a:lnTo>
                <a:lnTo>
                  <a:pt x="1016000" y="76200"/>
                </a:lnTo>
                <a:lnTo>
                  <a:pt x="1066800" y="94488"/>
                </a:lnTo>
                <a:lnTo>
                  <a:pt x="1092200" y="105156"/>
                </a:lnTo>
                <a:lnTo>
                  <a:pt x="1130300" y="115824"/>
                </a:lnTo>
                <a:lnTo>
                  <a:pt x="1181100" y="140208"/>
                </a:lnTo>
                <a:lnTo>
                  <a:pt x="1219200" y="167640"/>
                </a:lnTo>
                <a:lnTo>
                  <a:pt x="1244600" y="182880"/>
                </a:lnTo>
                <a:lnTo>
                  <a:pt x="1282700" y="213360"/>
                </a:lnTo>
                <a:lnTo>
                  <a:pt x="1308100" y="230124"/>
                </a:lnTo>
                <a:lnTo>
                  <a:pt x="1320800" y="246888"/>
                </a:lnTo>
                <a:lnTo>
                  <a:pt x="1358900" y="301752"/>
                </a:lnTo>
                <a:lnTo>
                  <a:pt x="1384300" y="341376"/>
                </a:lnTo>
                <a:lnTo>
                  <a:pt x="1384300" y="361188"/>
                </a:lnTo>
                <a:lnTo>
                  <a:pt x="1397000" y="381000"/>
                </a:lnTo>
                <a:lnTo>
                  <a:pt x="1397000" y="423672"/>
                </a:lnTo>
                <a:lnTo>
                  <a:pt x="1409700" y="445008"/>
                </a:lnTo>
                <a:lnTo>
                  <a:pt x="1409700" y="565404"/>
                </a:lnTo>
                <a:lnTo>
                  <a:pt x="1422400" y="544068"/>
                </a:lnTo>
                <a:lnTo>
                  <a:pt x="1435100" y="519684"/>
                </a:lnTo>
                <a:close/>
              </a:path>
              <a:path w="1435100" h="889000">
                <a:moveTo>
                  <a:pt x="1397000" y="609600"/>
                </a:moveTo>
                <a:lnTo>
                  <a:pt x="1397000" y="509016"/>
                </a:lnTo>
                <a:lnTo>
                  <a:pt x="1384300" y="530352"/>
                </a:lnTo>
                <a:lnTo>
                  <a:pt x="1384300" y="550164"/>
                </a:lnTo>
                <a:lnTo>
                  <a:pt x="1371600" y="569976"/>
                </a:lnTo>
                <a:lnTo>
                  <a:pt x="1358900" y="588264"/>
                </a:lnTo>
                <a:lnTo>
                  <a:pt x="1346200" y="608076"/>
                </a:lnTo>
                <a:lnTo>
                  <a:pt x="1333500" y="624840"/>
                </a:lnTo>
                <a:lnTo>
                  <a:pt x="1320800" y="643128"/>
                </a:lnTo>
                <a:lnTo>
                  <a:pt x="1295400" y="659892"/>
                </a:lnTo>
                <a:lnTo>
                  <a:pt x="1282700" y="676656"/>
                </a:lnTo>
                <a:lnTo>
                  <a:pt x="1270000" y="691896"/>
                </a:lnTo>
                <a:lnTo>
                  <a:pt x="1219200" y="722376"/>
                </a:lnTo>
                <a:lnTo>
                  <a:pt x="1193800" y="736092"/>
                </a:lnTo>
                <a:lnTo>
                  <a:pt x="1168400" y="748284"/>
                </a:lnTo>
                <a:lnTo>
                  <a:pt x="1155700" y="762000"/>
                </a:lnTo>
                <a:lnTo>
                  <a:pt x="1130300" y="774192"/>
                </a:lnTo>
                <a:lnTo>
                  <a:pt x="1066800" y="795528"/>
                </a:lnTo>
                <a:lnTo>
                  <a:pt x="1016000" y="813816"/>
                </a:lnTo>
                <a:lnTo>
                  <a:pt x="977900" y="821436"/>
                </a:lnTo>
                <a:lnTo>
                  <a:pt x="952500" y="827532"/>
                </a:lnTo>
                <a:lnTo>
                  <a:pt x="889000" y="839724"/>
                </a:lnTo>
                <a:lnTo>
                  <a:pt x="825500" y="847344"/>
                </a:lnTo>
                <a:lnTo>
                  <a:pt x="787400" y="850392"/>
                </a:lnTo>
                <a:lnTo>
                  <a:pt x="749300" y="851916"/>
                </a:lnTo>
                <a:lnTo>
                  <a:pt x="685800" y="851916"/>
                </a:lnTo>
                <a:lnTo>
                  <a:pt x="647700" y="850392"/>
                </a:lnTo>
                <a:lnTo>
                  <a:pt x="584200" y="844296"/>
                </a:lnTo>
                <a:lnTo>
                  <a:pt x="546100" y="839724"/>
                </a:lnTo>
                <a:lnTo>
                  <a:pt x="482600" y="827532"/>
                </a:lnTo>
                <a:lnTo>
                  <a:pt x="419100" y="812292"/>
                </a:lnTo>
                <a:lnTo>
                  <a:pt x="368300" y="794004"/>
                </a:lnTo>
                <a:lnTo>
                  <a:pt x="330200" y="784860"/>
                </a:lnTo>
                <a:lnTo>
                  <a:pt x="304800" y="772668"/>
                </a:lnTo>
                <a:lnTo>
                  <a:pt x="279400" y="762000"/>
                </a:lnTo>
                <a:lnTo>
                  <a:pt x="254000" y="748284"/>
                </a:lnTo>
                <a:lnTo>
                  <a:pt x="228600" y="736092"/>
                </a:lnTo>
                <a:lnTo>
                  <a:pt x="215900" y="720852"/>
                </a:lnTo>
                <a:lnTo>
                  <a:pt x="190500" y="707136"/>
                </a:lnTo>
                <a:lnTo>
                  <a:pt x="165100" y="691896"/>
                </a:lnTo>
                <a:lnTo>
                  <a:pt x="152400" y="675132"/>
                </a:lnTo>
                <a:lnTo>
                  <a:pt x="127000" y="659892"/>
                </a:lnTo>
                <a:lnTo>
                  <a:pt x="114300" y="641604"/>
                </a:lnTo>
                <a:lnTo>
                  <a:pt x="101600" y="624840"/>
                </a:lnTo>
                <a:lnTo>
                  <a:pt x="76200" y="588264"/>
                </a:lnTo>
                <a:lnTo>
                  <a:pt x="50800" y="548640"/>
                </a:lnTo>
                <a:lnTo>
                  <a:pt x="50800" y="528828"/>
                </a:lnTo>
                <a:lnTo>
                  <a:pt x="38100" y="507492"/>
                </a:lnTo>
                <a:lnTo>
                  <a:pt x="38100" y="486156"/>
                </a:lnTo>
                <a:lnTo>
                  <a:pt x="25400" y="464820"/>
                </a:lnTo>
                <a:lnTo>
                  <a:pt x="25400" y="585216"/>
                </a:lnTo>
                <a:lnTo>
                  <a:pt x="50800" y="627888"/>
                </a:lnTo>
                <a:lnTo>
                  <a:pt x="76200" y="647700"/>
                </a:lnTo>
                <a:lnTo>
                  <a:pt x="88900" y="667512"/>
                </a:lnTo>
                <a:lnTo>
                  <a:pt x="101600" y="685800"/>
                </a:lnTo>
                <a:lnTo>
                  <a:pt x="127000" y="702564"/>
                </a:lnTo>
                <a:lnTo>
                  <a:pt x="139700" y="720852"/>
                </a:lnTo>
                <a:lnTo>
                  <a:pt x="165100" y="736092"/>
                </a:lnTo>
                <a:lnTo>
                  <a:pt x="190500" y="752856"/>
                </a:lnTo>
                <a:lnTo>
                  <a:pt x="215900" y="766572"/>
                </a:lnTo>
                <a:lnTo>
                  <a:pt x="241300" y="781812"/>
                </a:lnTo>
                <a:lnTo>
                  <a:pt x="317500" y="818388"/>
                </a:lnTo>
                <a:lnTo>
                  <a:pt x="381000" y="839724"/>
                </a:lnTo>
                <a:lnTo>
                  <a:pt x="406400" y="848868"/>
                </a:lnTo>
                <a:lnTo>
                  <a:pt x="469900" y="864108"/>
                </a:lnTo>
                <a:lnTo>
                  <a:pt x="546100" y="876300"/>
                </a:lnTo>
                <a:lnTo>
                  <a:pt x="571500" y="880872"/>
                </a:lnTo>
                <a:lnTo>
                  <a:pt x="647700" y="886968"/>
                </a:lnTo>
                <a:lnTo>
                  <a:pt x="685800" y="888492"/>
                </a:lnTo>
                <a:lnTo>
                  <a:pt x="749300" y="888492"/>
                </a:lnTo>
                <a:lnTo>
                  <a:pt x="787400" y="886968"/>
                </a:lnTo>
                <a:lnTo>
                  <a:pt x="863600" y="880872"/>
                </a:lnTo>
                <a:lnTo>
                  <a:pt x="952500" y="864108"/>
                </a:lnTo>
                <a:lnTo>
                  <a:pt x="990600" y="856488"/>
                </a:lnTo>
                <a:lnTo>
                  <a:pt x="1016000" y="848868"/>
                </a:lnTo>
                <a:lnTo>
                  <a:pt x="1079500" y="830580"/>
                </a:lnTo>
                <a:lnTo>
                  <a:pt x="1104900" y="819912"/>
                </a:lnTo>
                <a:lnTo>
                  <a:pt x="1168400" y="795528"/>
                </a:lnTo>
                <a:lnTo>
                  <a:pt x="1219200" y="768096"/>
                </a:lnTo>
                <a:lnTo>
                  <a:pt x="1270000" y="737616"/>
                </a:lnTo>
                <a:lnTo>
                  <a:pt x="1282700" y="722376"/>
                </a:lnTo>
                <a:lnTo>
                  <a:pt x="1308100" y="705612"/>
                </a:lnTo>
                <a:lnTo>
                  <a:pt x="1320800" y="687324"/>
                </a:lnTo>
                <a:lnTo>
                  <a:pt x="1346200" y="669036"/>
                </a:lnTo>
                <a:lnTo>
                  <a:pt x="1358900" y="650748"/>
                </a:lnTo>
                <a:lnTo>
                  <a:pt x="1371600" y="629412"/>
                </a:lnTo>
                <a:lnTo>
                  <a:pt x="1397000" y="609600"/>
                </a:lnTo>
                <a:close/>
              </a:path>
              <a:path w="1435100" h="889000">
                <a:moveTo>
                  <a:pt x="76200" y="499872"/>
                </a:moveTo>
                <a:lnTo>
                  <a:pt x="76200" y="390144"/>
                </a:lnTo>
                <a:lnTo>
                  <a:pt x="63500" y="408432"/>
                </a:lnTo>
                <a:lnTo>
                  <a:pt x="63500" y="463296"/>
                </a:lnTo>
                <a:lnTo>
                  <a:pt x="76200" y="499872"/>
                </a:lnTo>
                <a:close/>
              </a:path>
              <a:path w="1435100" h="889000">
                <a:moveTo>
                  <a:pt x="1358900" y="516636"/>
                </a:moveTo>
                <a:lnTo>
                  <a:pt x="1358900" y="371856"/>
                </a:lnTo>
                <a:lnTo>
                  <a:pt x="1346200" y="355092"/>
                </a:lnTo>
                <a:lnTo>
                  <a:pt x="1333500" y="336804"/>
                </a:lnTo>
                <a:lnTo>
                  <a:pt x="1320800" y="303276"/>
                </a:lnTo>
                <a:lnTo>
                  <a:pt x="1308100" y="288036"/>
                </a:lnTo>
                <a:lnTo>
                  <a:pt x="1295400" y="271272"/>
                </a:lnTo>
                <a:lnTo>
                  <a:pt x="1270000" y="256032"/>
                </a:lnTo>
                <a:lnTo>
                  <a:pt x="1257300" y="240792"/>
                </a:lnTo>
                <a:lnTo>
                  <a:pt x="1244600" y="227076"/>
                </a:lnTo>
                <a:lnTo>
                  <a:pt x="1219200" y="211836"/>
                </a:lnTo>
                <a:lnTo>
                  <a:pt x="1206500" y="198120"/>
                </a:lnTo>
                <a:lnTo>
                  <a:pt x="1104900" y="149352"/>
                </a:lnTo>
                <a:lnTo>
                  <a:pt x="1003300" y="111252"/>
                </a:lnTo>
                <a:lnTo>
                  <a:pt x="914400" y="91440"/>
                </a:lnTo>
                <a:lnTo>
                  <a:pt x="876300" y="86868"/>
                </a:lnTo>
                <a:lnTo>
                  <a:pt x="850900" y="82296"/>
                </a:lnTo>
                <a:lnTo>
                  <a:pt x="812800" y="79248"/>
                </a:lnTo>
                <a:lnTo>
                  <a:pt x="787400" y="76200"/>
                </a:lnTo>
                <a:lnTo>
                  <a:pt x="749300" y="74676"/>
                </a:lnTo>
                <a:lnTo>
                  <a:pt x="685800" y="74676"/>
                </a:lnTo>
                <a:lnTo>
                  <a:pt x="647700" y="76200"/>
                </a:lnTo>
                <a:lnTo>
                  <a:pt x="622300" y="79248"/>
                </a:lnTo>
                <a:lnTo>
                  <a:pt x="584200" y="82296"/>
                </a:lnTo>
                <a:lnTo>
                  <a:pt x="520700" y="91440"/>
                </a:lnTo>
                <a:lnTo>
                  <a:pt x="406400" y="120396"/>
                </a:lnTo>
                <a:lnTo>
                  <a:pt x="304800" y="161544"/>
                </a:lnTo>
                <a:lnTo>
                  <a:pt x="254000" y="185928"/>
                </a:lnTo>
                <a:lnTo>
                  <a:pt x="215900" y="213360"/>
                </a:lnTo>
                <a:lnTo>
                  <a:pt x="190500" y="227076"/>
                </a:lnTo>
                <a:lnTo>
                  <a:pt x="177800" y="242316"/>
                </a:lnTo>
                <a:lnTo>
                  <a:pt x="152400" y="256032"/>
                </a:lnTo>
                <a:lnTo>
                  <a:pt x="139700" y="272796"/>
                </a:lnTo>
                <a:lnTo>
                  <a:pt x="127000" y="288036"/>
                </a:lnTo>
                <a:lnTo>
                  <a:pt x="101600" y="321564"/>
                </a:lnTo>
                <a:lnTo>
                  <a:pt x="88900" y="355092"/>
                </a:lnTo>
                <a:lnTo>
                  <a:pt x="76200" y="373380"/>
                </a:lnTo>
                <a:lnTo>
                  <a:pt x="76200" y="518160"/>
                </a:lnTo>
                <a:lnTo>
                  <a:pt x="88900" y="534924"/>
                </a:lnTo>
                <a:lnTo>
                  <a:pt x="101600" y="568452"/>
                </a:lnTo>
                <a:lnTo>
                  <a:pt x="101600" y="417576"/>
                </a:lnTo>
                <a:lnTo>
                  <a:pt x="114300" y="400812"/>
                </a:lnTo>
                <a:lnTo>
                  <a:pt x="114300" y="371856"/>
                </a:lnTo>
                <a:lnTo>
                  <a:pt x="139700" y="341376"/>
                </a:lnTo>
                <a:lnTo>
                  <a:pt x="139700" y="327660"/>
                </a:lnTo>
                <a:lnTo>
                  <a:pt x="152400" y="312420"/>
                </a:lnTo>
                <a:lnTo>
                  <a:pt x="165100" y="298704"/>
                </a:lnTo>
                <a:lnTo>
                  <a:pt x="177800" y="283464"/>
                </a:lnTo>
                <a:lnTo>
                  <a:pt x="203200" y="269748"/>
                </a:lnTo>
                <a:lnTo>
                  <a:pt x="215900" y="256032"/>
                </a:lnTo>
                <a:lnTo>
                  <a:pt x="228600" y="243840"/>
                </a:lnTo>
                <a:lnTo>
                  <a:pt x="254000" y="230124"/>
                </a:lnTo>
                <a:lnTo>
                  <a:pt x="266700" y="217932"/>
                </a:lnTo>
                <a:lnTo>
                  <a:pt x="368300" y="173736"/>
                </a:lnTo>
                <a:lnTo>
                  <a:pt x="419100" y="155448"/>
                </a:lnTo>
                <a:lnTo>
                  <a:pt x="469900" y="140208"/>
                </a:lnTo>
                <a:lnTo>
                  <a:pt x="520700" y="128016"/>
                </a:lnTo>
                <a:lnTo>
                  <a:pt x="584200" y="118872"/>
                </a:lnTo>
                <a:lnTo>
                  <a:pt x="647700" y="112776"/>
                </a:lnTo>
                <a:lnTo>
                  <a:pt x="685800" y="111252"/>
                </a:lnTo>
                <a:lnTo>
                  <a:pt x="749300" y="111252"/>
                </a:lnTo>
                <a:lnTo>
                  <a:pt x="787400" y="112776"/>
                </a:lnTo>
                <a:lnTo>
                  <a:pt x="876300" y="123444"/>
                </a:lnTo>
                <a:lnTo>
                  <a:pt x="901700" y="128016"/>
                </a:lnTo>
                <a:lnTo>
                  <a:pt x="939800" y="134112"/>
                </a:lnTo>
                <a:lnTo>
                  <a:pt x="1016000" y="155448"/>
                </a:lnTo>
                <a:lnTo>
                  <a:pt x="1092200" y="182880"/>
                </a:lnTo>
                <a:lnTo>
                  <a:pt x="1143000" y="205740"/>
                </a:lnTo>
                <a:lnTo>
                  <a:pt x="1155700" y="216408"/>
                </a:lnTo>
                <a:lnTo>
                  <a:pt x="1181100" y="230124"/>
                </a:lnTo>
                <a:lnTo>
                  <a:pt x="1206500" y="242316"/>
                </a:lnTo>
                <a:lnTo>
                  <a:pt x="1219200" y="254508"/>
                </a:lnTo>
                <a:lnTo>
                  <a:pt x="1257300" y="295656"/>
                </a:lnTo>
                <a:lnTo>
                  <a:pt x="1270000" y="310896"/>
                </a:lnTo>
                <a:lnTo>
                  <a:pt x="1295400" y="338328"/>
                </a:lnTo>
                <a:lnTo>
                  <a:pt x="1308100" y="353568"/>
                </a:lnTo>
                <a:lnTo>
                  <a:pt x="1308100" y="367284"/>
                </a:lnTo>
                <a:lnTo>
                  <a:pt x="1320800" y="382524"/>
                </a:lnTo>
                <a:lnTo>
                  <a:pt x="1320800" y="411480"/>
                </a:lnTo>
                <a:lnTo>
                  <a:pt x="1333500" y="441960"/>
                </a:lnTo>
                <a:lnTo>
                  <a:pt x="1333500" y="551688"/>
                </a:lnTo>
                <a:lnTo>
                  <a:pt x="1346200" y="533400"/>
                </a:lnTo>
                <a:lnTo>
                  <a:pt x="1358900" y="516636"/>
                </a:lnTo>
                <a:close/>
              </a:path>
              <a:path w="1435100" h="889000">
                <a:moveTo>
                  <a:pt x="1333500" y="568452"/>
                </a:moveTo>
                <a:lnTo>
                  <a:pt x="1333500" y="472440"/>
                </a:lnTo>
                <a:lnTo>
                  <a:pt x="1320800" y="487680"/>
                </a:lnTo>
                <a:lnTo>
                  <a:pt x="1320800" y="518160"/>
                </a:lnTo>
                <a:lnTo>
                  <a:pt x="1308100" y="531876"/>
                </a:lnTo>
                <a:lnTo>
                  <a:pt x="1282700" y="562356"/>
                </a:lnTo>
                <a:lnTo>
                  <a:pt x="1282700" y="576072"/>
                </a:lnTo>
                <a:lnTo>
                  <a:pt x="1270000" y="591312"/>
                </a:lnTo>
                <a:lnTo>
                  <a:pt x="1244600" y="605028"/>
                </a:lnTo>
                <a:lnTo>
                  <a:pt x="1206500" y="646176"/>
                </a:lnTo>
                <a:lnTo>
                  <a:pt x="1168400" y="670560"/>
                </a:lnTo>
                <a:lnTo>
                  <a:pt x="1117600" y="694944"/>
                </a:lnTo>
                <a:lnTo>
                  <a:pt x="1092200" y="705612"/>
                </a:lnTo>
                <a:lnTo>
                  <a:pt x="990600" y="742188"/>
                </a:lnTo>
                <a:lnTo>
                  <a:pt x="965200" y="748284"/>
                </a:lnTo>
                <a:lnTo>
                  <a:pt x="939800" y="755904"/>
                </a:lnTo>
                <a:lnTo>
                  <a:pt x="901700" y="760476"/>
                </a:lnTo>
                <a:lnTo>
                  <a:pt x="876300" y="766572"/>
                </a:lnTo>
                <a:lnTo>
                  <a:pt x="850900" y="771144"/>
                </a:lnTo>
                <a:lnTo>
                  <a:pt x="812800" y="774192"/>
                </a:lnTo>
                <a:lnTo>
                  <a:pt x="723900" y="778764"/>
                </a:lnTo>
                <a:lnTo>
                  <a:pt x="685800" y="777240"/>
                </a:lnTo>
                <a:lnTo>
                  <a:pt x="622300" y="774192"/>
                </a:lnTo>
                <a:lnTo>
                  <a:pt x="584200" y="771144"/>
                </a:lnTo>
                <a:lnTo>
                  <a:pt x="533400" y="762000"/>
                </a:lnTo>
                <a:lnTo>
                  <a:pt x="495300" y="755904"/>
                </a:lnTo>
                <a:lnTo>
                  <a:pt x="419100" y="734568"/>
                </a:lnTo>
                <a:lnTo>
                  <a:pt x="368300" y="716280"/>
                </a:lnTo>
                <a:lnTo>
                  <a:pt x="292100" y="684276"/>
                </a:lnTo>
                <a:lnTo>
                  <a:pt x="279400" y="672084"/>
                </a:lnTo>
                <a:lnTo>
                  <a:pt x="228600" y="647700"/>
                </a:lnTo>
                <a:lnTo>
                  <a:pt x="215900" y="633984"/>
                </a:lnTo>
                <a:lnTo>
                  <a:pt x="203200" y="621792"/>
                </a:lnTo>
                <a:lnTo>
                  <a:pt x="152400" y="579120"/>
                </a:lnTo>
                <a:lnTo>
                  <a:pt x="152400" y="565404"/>
                </a:lnTo>
                <a:lnTo>
                  <a:pt x="139700" y="550164"/>
                </a:lnTo>
                <a:lnTo>
                  <a:pt x="127000" y="536448"/>
                </a:lnTo>
                <a:lnTo>
                  <a:pt x="127000" y="521208"/>
                </a:lnTo>
                <a:lnTo>
                  <a:pt x="114300" y="505968"/>
                </a:lnTo>
                <a:lnTo>
                  <a:pt x="114300" y="492252"/>
                </a:lnTo>
                <a:lnTo>
                  <a:pt x="101600" y="461772"/>
                </a:lnTo>
                <a:lnTo>
                  <a:pt x="101600" y="568452"/>
                </a:lnTo>
                <a:lnTo>
                  <a:pt x="127000" y="601980"/>
                </a:lnTo>
                <a:lnTo>
                  <a:pt x="139700" y="617220"/>
                </a:lnTo>
                <a:lnTo>
                  <a:pt x="152400" y="633984"/>
                </a:lnTo>
                <a:lnTo>
                  <a:pt x="177800" y="647700"/>
                </a:lnTo>
                <a:lnTo>
                  <a:pt x="190500" y="662940"/>
                </a:lnTo>
                <a:lnTo>
                  <a:pt x="228600" y="690372"/>
                </a:lnTo>
                <a:lnTo>
                  <a:pt x="304800" y="728472"/>
                </a:lnTo>
                <a:lnTo>
                  <a:pt x="381000" y="760476"/>
                </a:lnTo>
                <a:lnTo>
                  <a:pt x="457200" y="784860"/>
                </a:lnTo>
                <a:lnTo>
                  <a:pt x="495300" y="792480"/>
                </a:lnTo>
                <a:lnTo>
                  <a:pt x="520700" y="798576"/>
                </a:lnTo>
                <a:lnTo>
                  <a:pt x="558800" y="803148"/>
                </a:lnTo>
                <a:lnTo>
                  <a:pt x="584200" y="807720"/>
                </a:lnTo>
                <a:lnTo>
                  <a:pt x="622300" y="810768"/>
                </a:lnTo>
                <a:lnTo>
                  <a:pt x="647700" y="813816"/>
                </a:lnTo>
                <a:lnTo>
                  <a:pt x="685800" y="813816"/>
                </a:lnTo>
                <a:lnTo>
                  <a:pt x="711200" y="815340"/>
                </a:lnTo>
                <a:lnTo>
                  <a:pt x="749300" y="815340"/>
                </a:lnTo>
                <a:lnTo>
                  <a:pt x="787400" y="813816"/>
                </a:lnTo>
                <a:lnTo>
                  <a:pt x="812800" y="810768"/>
                </a:lnTo>
                <a:lnTo>
                  <a:pt x="850900" y="807720"/>
                </a:lnTo>
                <a:lnTo>
                  <a:pt x="876300" y="803148"/>
                </a:lnTo>
                <a:lnTo>
                  <a:pt x="914400" y="797052"/>
                </a:lnTo>
                <a:lnTo>
                  <a:pt x="939800" y="792480"/>
                </a:lnTo>
                <a:lnTo>
                  <a:pt x="977900" y="784860"/>
                </a:lnTo>
                <a:lnTo>
                  <a:pt x="1028700" y="769620"/>
                </a:lnTo>
                <a:lnTo>
                  <a:pt x="1130300" y="728472"/>
                </a:lnTo>
                <a:lnTo>
                  <a:pt x="1181100" y="704088"/>
                </a:lnTo>
                <a:lnTo>
                  <a:pt x="1219200" y="676656"/>
                </a:lnTo>
                <a:lnTo>
                  <a:pt x="1244600" y="662940"/>
                </a:lnTo>
                <a:lnTo>
                  <a:pt x="1257300" y="647700"/>
                </a:lnTo>
                <a:lnTo>
                  <a:pt x="1282700" y="632460"/>
                </a:lnTo>
                <a:lnTo>
                  <a:pt x="1295400" y="617220"/>
                </a:lnTo>
                <a:lnTo>
                  <a:pt x="1308100" y="600456"/>
                </a:lnTo>
                <a:lnTo>
                  <a:pt x="1320800" y="585216"/>
                </a:lnTo>
                <a:lnTo>
                  <a:pt x="1333500" y="568452"/>
                </a:lnTo>
                <a:close/>
              </a:path>
              <a:path w="1435100" h="889000">
                <a:moveTo>
                  <a:pt x="1371600" y="461772"/>
                </a:moveTo>
                <a:lnTo>
                  <a:pt x="1371600" y="425196"/>
                </a:lnTo>
                <a:lnTo>
                  <a:pt x="1358900" y="406908"/>
                </a:lnTo>
                <a:lnTo>
                  <a:pt x="1358900" y="498348"/>
                </a:lnTo>
                <a:lnTo>
                  <a:pt x="1371600" y="461772"/>
                </a:lnTo>
                <a:close/>
              </a:path>
              <a:path w="1435100" h="889000">
                <a:moveTo>
                  <a:pt x="1409700" y="565404"/>
                </a:moveTo>
                <a:lnTo>
                  <a:pt x="1409700" y="445008"/>
                </a:lnTo>
                <a:lnTo>
                  <a:pt x="1397000" y="466344"/>
                </a:lnTo>
                <a:lnTo>
                  <a:pt x="1397000" y="588264"/>
                </a:lnTo>
                <a:lnTo>
                  <a:pt x="1409700" y="5654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25207" y="3151631"/>
            <a:ext cx="1361440" cy="662940"/>
          </a:xfrm>
          <a:custGeom>
            <a:avLst/>
            <a:gdLst/>
            <a:ahLst/>
            <a:cxnLst/>
            <a:rect l="l" t="t" r="r" b="b"/>
            <a:pathLst>
              <a:path w="1361440" h="662939">
                <a:moveTo>
                  <a:pt x="681227" y="0"/>
                </a:moveTo>
                <a:lnTo>
                  <a:pt x="619193" y="1349"/>
                </a:lnTo>
                <a:lnTo>
                  <a:pt x="558724" y="5320"/>
                </a:lnTo>
                <a:lnTo>
                  <a:pt x="500062" y="11796"/>
                </a:lnTo>
                <a:lnTo>
                  <a:pt x="443446" y="20662"/>
                </a:lnTo>
                <a:lnTo>
                  <a:pt x="389116" y="31802"/>
                </a:lnTo>
                <a:lnTo>
                  <a:pt x="337311" y="45099"/>
                </a:lnTo>
                <a:lnTo>
                  <a:pt x="288273" y="60437"/>
                </a:lnTo>
                <a:lnTo>
                  <a:pt x="242240" y="77701"/>
                </a:lnTo>
                <a:lnTo>
                  <a:pt x="199453" y="96773"/>
                </a:lnTo>
                <a:lnTo>
                  <a:pt x="160151" y="117540"/>
                </a:lnTo>
                <a:lnTo>
                  <a:pt x="124575" y="139883"/>
                </a:lnTo>
                <a:lnTo>
                  <a:pt x="92963" y="163688"/>
                </a:lnTo>
                <a:lnTo>
                  <a:pt x="42596" y="215218"/>
                </a:lnTo>
                <a:lnTo>
                  <a:pt x="10969" y="271200"/>
                </a:lnTo>
                <a:lnTo>
                  <a:pt x="0" y="330707"/>
                </a:lnTo>
                <a:lnTo>
                  <a:pt x="2782" y="361084"/>
                </a:lnTo>
                <a:lnTo>
                  <a:pt x="24320" y="419346"/>
                </a:lnTo>
                <a:lnTo>
                  <a:pt x="65557" y="473526"/>
                </a:lnTo>
                <a:lnTo>
                  <a:pt x="124575" y="522708"/>
                </a:lnTo>
                <a:lnTo>
                  <a:pt x="160151" y="545138"/>
                </a:lnTo>
                <a:lnTo>
                  <a:pt x="199453" y="565975"/>
                </a:lnTo>
                <a:lnTo>
                  <a:pt x="242240" y="585105"/>
                </a:lnTo>
                <a:lnTo>
                  <a:pt x="288273" y="602412"/>
                </a:lnTo>
                <a:lnTo>
                  <a:pt x="337311" y="617784"/>
                </a:lnTo>
                <a:lnTo>
                  <a:pt x="389116" y="631105"/>
                </a:lnTo>
                <a:lnTo>
                  <a:pt x="443446" y="642260"/>
                </a:lnTo>
                <a:lnTo>
                  <a:pt x="500062" y="651136"/>
                </a:lnTo>
                <a:lnTo>
                  <a:pt x="558724" y="657617"/>
                </a:lnTo>
                <a:lnTo>
                  <a:pt x="619193" y="661590"/>
                </a:lnTo>
                <a:lnTo>
                  <a:pt x="681227" y="662939"/>
                </a:lnTo>
                <a:lnTo>
                  <a:pt x="743022" y="661590"/>
                </a:lnTo>
                <a:lnTo>
                  <a:pt x="803277" y="657617"/>
                </a:lnTo>
                <a:lnTo>
                  <a:pt x="861751" y="651136"/>
                </a:lnTo>
                <a:lnTo>
                  <a:pt x="918202" y="642260"/>
                </a:lnTo>
                <a:lnTo>
                  <a:pt x="972389" y="631105"/>
                </a:lnTo>
                <a:lnTo>
                  <a:pt x="1024071" y="617784"/>
                </a:lnTo>
                <a:lnTo>
                  <a:pt x="1073006" y="602412"/>
                </a:lnTo>
                <a:lnTo>
                  <a:pt x="1118952" y="585105"/>
                </a:lnTo>
                <a:lnTo>
                  <a:pt x="1161668" y="565975"/>
                </a:lnTo>
                <a:lnTo>
                  <a:pt x="1200914" y="545138"/>
                </a:lnTo>
                <a:lnTo>
                  <a:pt x="1236446" y="522708"/>
                </a:lnTo>
                <a:lnTo>
                  <a:pt x="1268024" y="498799"/>
                </a:lnTo>
                <a:lnTo>
                  <a:pt x="1318351" y="447004"/>
                </a:lnTo>
                <a:lnTo>
                  <a:pt x="1349965" y="390668"/>
                </a:lnTo>
                <a:lnTo>
                  <a:pt x="1360931" y="330707"/>
                </a:lnTo>
                <a:lnTo>
                  <a:pt x="1358149" y="300571"/>
                </a:lnTo>
                <a:lnTo>
                  <a:pt x="1336618" y="242711"/>
                </a:lnTo>
                <a:lnTo>
                  <a:pt x="1295406" y="188839"/>
                </a:lnTo>
                <a:lnTo>
                  <a:pt x="1236446" y="139883"/>
                </a:lnTo>
                <a:lnTo>
                  <a:pt x="1200914" y="117540"/>
                </a:lnTo>
                <a:lnTo>
                  <a:pt x="1161668" y="96773"/>
                </a:lnTo>
                <a:lnTo>
                  <a:pt x="1118952" y="77701"/>
                </a:lnTo>
                <a:lnTo>
                  <a:pt x="1073006" y="60437"/>
                </a:lnTo>
                <a:lnTo>
                  <a:pt x="1024071" y="45099"/>
                </a:lnTo>
                <a:lnTo>
                  <a:pt x="972389" y="31802"/>
                </a:lnTo>
                <a:lnTo>
                  <a:pt x="918202" y="20662"/>
                </a:lnTo>
                <a:lnTo>
                  <a:pt x="861751" y="11796"/>
                </a:lnTo>
                <a:lnTo>
                  <a:pt x="803277" y="5320"/>
                </a:lnTo>
                <a:lnTo>
                  <a:pt x="743022" y="1349"/>
                </a:lnTo>
                <a:lnTo>
                  <a:pt x="681227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2272" y="3165347"/>
            <a:ext cx="1031875" cy="607060"/>
          </a:xfrm>
          <a:custGeom>
            <a:avLst/>
            <a:gdLst/>
            <a:ahLst/>
            <a:cxnLst/>
            <a:rect l="l" t="t" r="r" b="b"/>
            <a:pathLst>
              <a:path w="1031875" h="607060">
                <a:moveTo>
                  <a:pt x="516635" y="0"/>
                </a:moveTo>
                <a:lnTo>
                  <a:pt x="456448" y="2038"/>
                </a:lnTo>
                <a:lnTo>
                  <a:pt x="398283" y="8002"/>
                </a:lnTo>
                <a:lnTo>
                  <a:pt x="342531" y="17664"/>
                </a:lnTo>
                <a:lnTo>
                  <a:pt x="289582" y="30799"/>
                </a:lnTo>
                <a:lnTo>
                  <a:pt x="239825" y="47180"/>
                </a:lnTo>
                <a:lnTo>
                  <a:pt x="193650" y="66580"/>
                </a:lnTo>
                <a:lnTo>
                  <a:pt x="151447" y="88772"/>
                </a:lnTo>
                <a:lnTo>
                  <a:pt x="113606" y="113531"/>
                </a:lnTo>
                <a:lnTo>
                  <a:pt x="80518" y="140628"/>
                </a:lnTo>
                <a:lnTo>
                  <a:pt x="52571" y="169839"/>
                </a:lnTo>
                <a:lnTo>
                  <a:pt x="30156" y="200935"/>
                </a:lnTo>
                <a:lnTo>
                  <a:pt x="3480" y="267880"/>
                </a:lnTo>
                <a:lnTo>
                  <a:pt x="0" y="303275"/>
                </a:lnTo>
                <a:lnTo>
                  <a:pt x="3480" y="338671"/>
                </a:lnTo>
                <a:lnTo>
                  <a:pt x="30156" y="405616"/>
                </a:lnTo>
                <a:lnTo>
                  <a:pt x="52571" y="436712"/>
                </a:lnTo>
                <a:lnTo>
                  <a:pt x="80518" y="465923"/>
                </a:lnTo>
                <a:lnTo>
                  <a:pt x="113606" y="493020"/>
                </a:lnTo>
                <a:lnTo>
                  <a:pt x="151447" y="517778"/>
                </a:lnTo>
                <a:lnTo>
                  <a:pt x="193650" y="539971"/>
                </a:lnTo>
                <a:lnTo>
                  <a:pt x="239825" y="559371"/>
                </a:lnTo>
                <a:lnTo>
                  <a:pt x="289582" y="575752"/>
                </a:lnTo>
                <a:lnTo>
                  <a:pt x="342531" y="588887"/>
                </a:lnTo>
                <a:lnTo>
                  <a:pt x="398283" y="598549"/>
                </a:lnTo>
                <a:lnTo>
                  <a:pt x="456448" y="604513"/>
                </a:lnTo>
                <a:lnTo>
                  <a:pt x="516635" y="606551"/>
                </a:lnTo>
                <a:lnTo>
                  <a:pt x="576801" y="604513"/>
                </a:lnTo>
                <a:lnTo>
                  <a:pt x="634903" y="598549"/>
                </a:lnTo>
                <a:lnTo>
                  <a:pt x="690560" y="588887"/>
                </a:lnTo>
                <a:lnTo>
                  <a:pt x="743387" y="575752"/>
                </a:lnTo>
                <a:lnTo>
                  <a:pt x="793002" y="559371"/>
                </a:lnTo>
                <a:lnTo>
                  <a:pt x="839021" y="539971"/>
                </a:lnTo>
                <a:lnTo>
                  <a:pt x="881062" y="517778"/>
                </a:lnTo>
                <a:lnTo>
                  <a:pt x="918740" y="493020"/>
                </a:lnTo>
                <a:lnTo>
                  <a:pt x="951674" y="465923"/>
                </a:lnTo>
                <a:lnTo>
                  <a:pt x="979478" y="436712"/>
                </a:lnTo>
                <a:lnTo>
                  <a:pt x="1001771" y="405616"/>
                </a:lnTo>
                <a:lnTo>
                  <a:pt x="1028289" y="338671"/>
                </a:lnTo>
                <a:lnTo>
                  <a:pt x="1031747" y="303275"/>
                </a:lnTo>
                <a:lnTo>
                  <a:pt x="1028289" y="267880"/>
                </a:lnTo>
                <a:lnTo>
                  <a:pt x="1001771" y="200935"/>
                </a:lnTo>
                <a:lnTo>
                  <a:pt x="979478" y="169839"/>
                </a:lnTo>
                <a:lnTo>
                  <a:pt x="951674" y="140628"/>
                </a:lnTo>
                <a:lnTo>
                  <a:pt x="918740" y="113531"/>
                </a:lnTo>
                <a:lnTo>
                  <a:pt x="881062" y="88772"/>
                </a:lnTo>
                <a:lnTo>
                  <a:pt x="839021" y="66580"/>
                </a:lnTo>
                <a:lnTo>
                  <a:pt x="793002" y="47180"/>
                </a:lnTo>
                <a:lnTo>
                  <a:pt x="743387" y="30799"/>
                </a:lnTo>
                <a:lnTo>
                  <a:pt x="690560" y="17664"/>
                </a:lnTo>
                <a:lnTo>
                  <a:pt x="634903" y="8002"/>
                </a:lnTo>
                <a:lnTo>
                  <a:pt x="576801" y="2038"/>
                </a:lnTo>
                <a:lnTo>
                  <a:pt x="516635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84472" y="3185159"/>
            <a:ext cx="1400810" cy="701040"/>
          </a:xfrm>
          <a:custGeom>
            <a:avLst/>
            <a:gdLst/>
            <a:ahLst/>
            <a:cxnLst/>
            <a:rect l="l" t="t" r="r" b="b"/>
            <a:pathLst>
              <a:path w="1400810" h="701039">
                <a:moveTo>
                  <a:pt x="699515" y="0"/>
                </a:moveTo>
                <a:lnTo>
                  <a:pt x="635958" y="1432"/>
                </a:lnTo>
                <a:lnTo>
                  <a:pt x="573977" y="5648"/>
                </a:lnTo>
                <a:lnTo>
                  <a:pt x="513820" y="12523"/>
                </a:lnTo>
                <a:lnTo>
                  <a:pt x="455738" y="21933"/>
                </a:lnTo>
                <a:lnTo>
                  <a:pt x="399980" y="33755"/>
                </a:lnTo>
                <a:lnTo>
                  <a:pt x="346794" y="47864"/>
                </a:lnTo>
                <a:lnTo>
                  <a:pt x="296431" y="64137"/>
                </a:lnTo>
                <a:lnTo>
                  <a:pt x="249139" y="82450"/>
                </a:lnTo>
                <a:lnTo>
                  <a:pt x="205168" y="102679"/>
                </a:lnTo>
                <a:lnTo>
                  <a:pt x="164767" y="124700"/>
                </a:lnTo>
                <a:lnTo>
                  <a:pt x="128186" y="148389"/>
                </a:lnTo>
                <a:lnTo>
                  <a:pt x="95673" y="173623"/>
                </a:lnTo>
                <a:lnTo>
                  <a:pt x="67478" y="200277"/>
                </a:lnTo>
                <a:lnTo>
                  <a:pt x="25040" y="257351"/>
                </a:lnTo>
                <a:lnTo>
                  <a:pt x="2865" y="318621"/>
                </a:lnTo>
                <a:lnTo>
                  <a:pt x="0" y="350519"/>
                </a:lnTo>
                <a:lnTo>
                  <a:pt x="2865" y="382418"/>
                </a:lnTo>
                <a:lnTo>
                  <a:pt x="25040" y="443688"/>
                </a:lnTo>
                <a:lnTo>
                  <a:pt x="67478" y="500762"/>
                </a:lnTo>
                <a:lnTo>
                  <a:pt x="95673" y="527416"/>
                </a:lnTo>
                <a:lnTo>
                  <a:pt x="128186" y="552650"/>
                </a:lnTo>
                <a:lnTo>
                  <a:pt x="164767" y="576339"/>
                </a:lnTo>
                <a:lnTo>
                  <a:pt x="205168" y="598360"/>
                </a:lnTo>
                <a:lnTo>
                  <a:pt x="249139" y="618589"/>
                </a:lnTo>
                <a:lnTo>
                  <a:pt x="296431" y="636902"/>
                </a:lnTo>
                <a:lnTo>
                  <a:pt x="346794" y="653175"/>
                </a:lnTo>
                <a:lnTo>
                  <a:pt x="399980" y="667284"/>
                </a:lnTo>
                <a:lnTo>
                  <a:pt x="455738" y="679106"/>
                </a:lnTo>
                <a:lnTo>
                  <a:pt x="513820" y="688516"/>
                </a:lnTo>
                <a:lnTo>
                  <a:pt x="573977" y="695391"/>
                </a:lnTo>
                <a:lnTo>
                  <a:pt x="635958" y="699607"/>
                </a:lnTo>
                <a:lnTo>
                  <a:pt x="699515" y="701039"/>
                </a:lnTo>
                <a:lnTo>
                  <a:pt x="763313" y="699607"/>
                </a:lnTo>
                <a:lnTo>
                  <a:pt x="825508" y="695391"/>
                </a:lnTo>
                <a:lnTo>
                  <a:pt x="885853" y="688516"/>
                </a:lnTo>
                <a:lnTo>
                  <a:pt x="944100" y="679106"/>
                </a:lnTo>
                <a:lnTo>
                  <a:pt x="1000001" y="667284"/>
                </a:lnTo>
                <a:lnTo>
                  <a:pt x="1053309" y="653175"/>
                </a:lnTo>
                <a:lnTo>
                  <a:pt x="1103776" y="636902"/>
                </a:lnTo>
                <a:lnTo>
                  <a:pt x="1151155" y="618589"/>
                </a:lnTo>
                <a:lnTo>
                  <a:pt x="1195196" y="598360"/>
                </a:lnTo>
                <a:lnTo>
                  <a:pt x="1235654" y="576339"/>
                </a:lnTo>
                <a:lnTo>
                  <a:pt x="1272280" y="552650"/>
                </a:lnTo>
                <a:lnTo>
                  <a:pt x="1304826" y="527416"/>
                </a:lnTo>
                <a:lnTo>
                  <a:pt x="1333044" y="500762"/>
                </a:lnTo>
                <a:lnTo>
                  <a:pt x="1375508" y="443688"/>
                </a:lnTo>
                <a:lnTo>
                  <a:pt x="1397690" y="382418"/>
                </a:lnTo>
                <a:lnTo>
                  <a:pt x="1400555" y="350519"/>
                </a:lnTo>
                <a:lnTo>
                  <a:pt x="1397690" y="318621"/>
                </a:lnTo>
                <a:lnTo>
                  <a:pt x="1375508" y="257351"/>
                </a:lnTo>
                <a:lnTo>
                  <a:pt x="1333044" y="200277"/>
                </a:lnTo>
                <a:lnTo>
                  <a:pt x="1304826" y="173623"/>
                </a:lnTo>
                <a:lnTo>
                  <a:pt x="1272280" y="148389"/>
                </a:lnTo>
                <a:lnTo>
                  <a:pt x="1235654" y="124700"/>
                </a:lnTo>
                <a:lnTo>
                  <a:pt x="1195196" y="102679"/>
                </a:lnTo>
                <a:lnTo>
                  <a:pt x="1151155" y="82450"/>
                </a:lnTo>
                <a:lnTo>
                  <a:pt x="1103776" y="64137"/>
                </a:lnTo>
                <a:lnTo>
                  <a:pt x="1053309" y="47864"/>
                </a:lnTo>
                <a:lnTo>
                  <a:pt x="1000001" y="33755"/>
                </a:lnTo>
                <a:lnTo>
                  <a:pt x="944100" y="21933"/>
                </a:lnTo>
                <a:lnTo>
                  <a:pt x="885853" y="12523"/>
                </a:lnTo>
                <a:lnTo>
                  <a:pt x="825508" y="5648"/>
                </a:lnTo>
                <a:lnTo>
                  <a:pt x="763313" y="1432"/>
                </a:lnTo>
                <a:lnTo>
                  <a:pt x="699515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14923" y="4459223"/>
            <a:ext cx="2155190" cy="642484"/>
          </a:xfrm>
          <a:prstGeom prst="rect">
            <a:avLst/>
          </a:prstGeom>
          <a:ln w="38099">
            <a:solidFill>
              <a:srgbClr val="000000"/>
            </a:solidFill>
          </a:ln>
        </p:spPr>
        <p:txBody>
          <a:bodyPr vert="horz" wrap="square" lIns="0" tIns="209550" rIns="0" bIns="0" rtlCol="0">
            <a:spAutoFit/>
          </a:bodyPr>
          <a:lstStyle/>
          <a:p>
            <a:pPr marL="275590">
              <a:spcBef>
                <a:spcPts val="1650"/>
              </a:spcBef>
            </a:pPr>
            <a:r>
              <a:rPr sz="2800" spc="-10" dirty="0">
                <a:latin typeface="Arial MT"/>
                <a:cs typeface="Arial MT"/>
              </a:rPr>
              <a:t>Estudante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7718" y="3367530"/>
            <a:ext cx="83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Nome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20739" y="3245610"/>
            <a:ext cx="4991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RM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52130" y="3329430"/>
            <a:ext cx="1330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Endereço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08955" y="3886201"/>
            <a:ext cx="728980" cy="573405"/>
          </a:xfrm>
          <a:custGeom>
            <a:avLst/>
            <a:gdLst/>
            <a:ahLst/>
            <a:cxnLst/>
            <a:rect l="l" t="t" r="r" b="b"/>
            <a:pathLst>
              <a:path w="728979" h="573404">
                <a:moveTo>
                  <a:pt x="0" y="0"/>
                </a:moveTo>
                <a:lnTo>
                  <a:pt x="728471" y="5730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950450" y="3376674"/>
            <a:ext cx="719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Fone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72907" y="3886201"/>
            <a:ext cx="1150620" cy="574675"/>
          </a:xfrm>
          <a:custGeom>
            <a:avLst/>
            <a:gdLst/>
            <a:ahLst/>
            <a:cxnLst/>
            <a:rect l="l" t="t" r="r" b="b"/>
            <a:pathLst>
              <a:path w="1150620" h="574675">
                <a:moveTo>
                  <a:pt x="1150619" y="0"/>
                </a:moveTo>
                <a:lnTo>
                  <a:pt x="0" y="57454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53580" y="3814571"/>
            <a:ext cx="574675" cy="615950"/>
          </a:xfrm>
          <a:custGeom>
            <a:avLst/>
            <a:gdLst/>
            <a:ahLst/>
            <a:cxnLst/>
            <a:rect l="l" t="t" r="r" b="b"/>
            <a:pathLst>
              <a:path w="574675" h="615950">
                <a:moveTo>
                  <a:pt x="574547" y="0"/>
                </a:moveTo>
                <a:lnTo>
                  <a:pt x="0" y="615695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15965" y="3741420"/>
            <a:ext cx="70485" cy="730250"/>
          </a:xfrm>
          <a:custGeom>
            <a:avLst/>
            <a:gdLst/>
            <a:ahLst/>
            <a:cxnLst/>
            <a:rect l="l" t="t" r="r" b="b"/>
            <a:pathLst>
              <a:path w="70485" h="730250">
                <a:moveTo>
                  <a:pt x="0" y="0"/>
                </a:moveTo>
                <a:lnTo>
                  <a:pt x="70103" y="729995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63322" y="4055364"/>
            <a:ext cx="132715" cy="1630680"/>
          </a:xfrm>
          <a:custGeom>
            <a:avLst/>
            <a:gdLst/>
            <a:ahLst/>
            <a:cxnLst/>
            <a:rect l="l" t="t" r="r" b="b"/>
            <a:pathLst>
              <a:path w="132715" h="1630679">
                <a:moveTo>
                  <a:pt x="85623" y="70104"/>
                </a:moveTo>
                <a:lnTo>
                  <a:pt x="66174" y="0"/>
                </a:lnTo>
                <a:lnTo>
                  <a:pt x="642" y="236220"/>
                </a:lnTo>
                <a:lnTo>
                  <a:pt x="0" y="244101"/>
                </a:lnTo>
                <a:lnTo>
                  <a:pt x="2357" y="251269"/>
                </a:lnTo>
                <a:lnTo>
                  <a:pt x="7286" y="257008"/>
                </a:lnTo>
                <a:lnTo>
                  <a:pt x="14358" y="260604"/>
                </a:lnTo>
                <a:lnTo>
                  <a:pt x="21359" y="261246"/>
                </a:lnTo>
                <a:lnTo>
                  <a:pt x="28074" y="258889"/>
                </a:lnTo>
                <a:lnTo>
                  <a:pt x="33647" y="253960"/>
                </a:lnTo>
                <a:lnTo>
                  <a:pt x="37218" y="246888"/>
                </a:lnTo>
                <a:lnTo>
                  <a:pt x="47886" y="208345"/>
                </a:lnTo>
                <a:lnTo>
                  <a:pt x="47886" y="70104"/>
                </a:lnTo>
                <a:lnTo>
                  <a:pt x="85623" y="70104"/>
                </a:lnTo>
                <a:close/>
              </a:path>
              <a:path w="132715" h="1630679">
                <a:moveTo>
                  <a:pt x="132373" y="244101"/>
                </a:moveTo>
                <a:lnTo>
                  <a:pt x="131706" y="236220"/>
                </a:lnTo>
                <a:lnTo>
                  <a:pt x="85623" y="70104"/>
                </a:lnTo>
                <a:lnTo>
                  <a:pt x="47886" y="70104"/>
                </a:lnTo>
                <a:lnTo>
                  <a:pt x="47886" y="76200"/>
                </a:lnTo>
                <a:lnTo>
                  <a:pt x="84462" y="76200"/>
                </a:lnTo>
                <a:lnTo>
                  <a:pt x="84462" y="208345"/>
                </a:lnTo>
                <a:lnTo>
                  <a:pt x="95130" y="246888"/>
                </a:lnTo>
                <a:lnTo>
                  <a:pt x="98726" y="253960"/>
                </a:lnTo>
                <a:lnTo>
                  <a:pt x="104465" y="258889"/>
                </a:lnTo>
                <a:lnTo>
                  <a:pt x="111633" y="261246"/>
                </a:lnTo>
                <a:lnTo>
                  <a:pt x="119514" y="260604"/>
                </a:lnTo>
                <a:lnTo>
                  <a:pt x="125706" y="257008"/>
                </a:lnTo>
                <a:lnTo>
                  <a:pt x="130182" y="251269"/>
                </a:lnTo>
                <a:lnTo>
                  <a:pt x="132373" y="244101"/>
                </a:lnTo>
                <a:close/>
              </a:path>
              <a:path w="132715" h="1630679">
                <a:moveTo>
                  <a:pt x="84462" y="76200"/>
                </a:moveTo>
                <a:lnTo>
                  <a:pt x="47886" y="76200"/>
                </a:lnTo>
                <a:lnTo>
                  <a:pt x="66174" y="142272"/>
                </a:lnTo>
                <a:lnTo>
                  <a:pt x="84462" y="76200"/>
                </a:lnTo>
                <a:close/>
              </a:path>
              <a:path w="132715" h="1630679">
                <a:moveTo>
                  <a:pt x="66174" y="142272"/>
                </a:moveTo>
                <a:lnTo>
                  <a:pt x="47886" y="76200"/>
                </a:lnTo>
                <a:lnTo>
                  <a:pt x="47886" y="208345"/>
                </a:lnTo>
                <a:lnTo>
                  <a:pt x="66174" y="142272"/>
                </a:lnTo>
                <a:close/>
              </a:path>
              <a:path w="132715" h="1630679">
                <a:moveTo>
                  <a:pt x="85986" y="1630680"/>
                </a:moveTo>
                <a:lnTo>
                  <a:pt x="85986" y="213851"/>
                </a:lnTo>
                <a:lnTo>
                  <a:pt x="66174" y="142272"/>
                </a:lnTo>
                <a:lnTo>
                  <a:pt x="47886" y="208345"/>
                </a:lnTo>
                <a:lnTo>
                  <a:pt x="47886" y="1630680"/>
                </a:lnTo>
                <a:lnTo>
                  <a:pt x="85986" y="1630680"/>
                </a:lnTo>
                <a:close/>
              </a:path>
              <a:path w="132715" h="1630679">
                <a:moveTo>
                  <a:pt x="84462" y="208345"/>
                </a:moveTo>
                <a:lnTo>
                  <a:pt x="84462" y="76200"/>
                </a:lnTo>
                <a:lnTo>
                  <a:pt x="66174" y="142272"/>
                </a:lnTo>
                <a:lnTo>
                  <a:pt x="84462" y="208345"/>
                </a:lnTo>
                <a:close/>
              </a:path>
              <a:path w="132715" h="1630679">
                <a:moveTo>
                  <a:pt x="85986" y="71415"/>
                </a:moveTo>
                <a:lnTo>
                  <a:pt x="85986" y="70104"/>
                </a:lnTo>
                <a:lnTo>
                  <a:pt x="85623" y="70104"/>
                </a:lnTo>
                <a:lnTo>
                  <a:pt x="85986" y="71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708529" y="5921754"/>
            <a:ext cx="3348354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170" dirty="0">
                <a:latin typeface="Tahoma"/>
                <a:cs typeface="Tahoma"/>
              </a:rPr>
              <a:t>Atributo</a:t>
            </a:r>
            <a:r>
              <a:rPr sz="2300" spc="-15" dirty="0">
                <a:latin typeface="Tahoma"/>
                <a:cs typeface="Tahoma"/>
              </a:rPr>
              <a:t> </a:t>
            </a:r>
            <a:r>
              <a:rPr sz="2300" spc="160" dirty="0">
                <a:latin typeface="Tahoma"/>
                <a:cs typeface="Tahoma"/>
              </a:rPr>
              <a:t>Multivalorado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MER</a:t>
            </a:r>
          </a:p>
          <a:p>
            <a:pPr marL="12700">
              <a:lnSpc>
                <a:spcPct val="100000"/>
              </a:lnSpc>
            </a:pPr>
            <a:r>
              <a:rPr dirty="0"/>
              <a:t>Atributos</a:t>
            </a:r>
            <a:r>
              <a:rPr spc="-90" dirty="0"/>
              <a:t> </a:t>
            </a:r>
            <a:r>
              <a:rPr spc="-10" dirty="0"/>
              <a:t>Compostos</a:t>
            </a:r>
          </a:p>
        </p:txBody>
      </p:sp>
      <p:sp>
        <p:nvSpPr>
          <p:cNvPr id="3" name="object 3"/>
          <p:cNvSpPr/>
          <p:nvPr/>
        </p:nvSpPr>
        <p:spPr>
          <a:xfrm>
            <a:off x="8757411" y="3831336"/>
            <a:ext cx="1435100" cy="889000"/>
          </a:xfrm>
          <a:custGeom>
            <a:avLst/>
            <a:gdLst/>
            <a:ahLst/>
            <a:cxnLst/>
            <a:rect l="l" t="t" r="r" b="b"/>
            <a:pathLst>
              <a:path w="1435100" h="889000">
                <a:moveTo>
                  <a:pt x="1397000" y="608076"/>
                </a:moveTo>
                <a:lnTo>
                  <a:pt x="1397000" y="509016"/>
                </a:lnTo>
                <a:lnTo>
                  <a:pt x="1384300" y="548640"/>
                </a:lnTo>
                <a:lnTo>
                  <a:pt x="1358900" y="588264"/>
                </a:lnTo>
                <a:lnTo>
                  <a:pt x="1333500" y="624840"/>
                </a:lnTo>
                <a:lnTo>
                  <a:pt x="1320800" y="641604"/>
                </a:lnTo>
                <a:lnTo>
                  <a:pt x="1295400" y="659892"/>
                </a:lnTo>
                <a:lnTo>
                  <a:pt x="1282700" y="675132"/>
                </a:lnTo>
                <a:lnTo>
                  <a:pt x="1257300" y="691896"/>
                </a:lnTo>
                <a:lnTo>
                  <a:pt x="1244600" y="707136"/>
                </a:lnTo>
                <a:lnTo>
                  <a:pt x="1168400" y="748284"/>
                </a:lnTo>
                <a:lnTo>
                  <a:pt x="1155700" y="760476"/>
                </a:lnTo>
                <a:lnTo>
                  <a:pt x="1130300" y="772668"/>
                </a:lnTo>
                <a:lnTo>
                  <a:pt x="1066800" y="794004"/>
                </a:lnTo>
                <a:lnTo>
                  <a:pt x="1016000" y="812292"/>
                </a:lnTo>
                <a:lnTo>
                  <a:pt x="952500" y="827532"/>
                </a:lnTo>
                <a:lnTo>
                  <a:pt x="914400" y="833628"/>
                </a:lnTo>
                <a:lnTo>
                  <a:pt x="889000" y="838200"/>
                </a:lnTo>
                <a:lnTo>
                  <a:pt x="825500" y="847344"/>
                </a:lnTo>
                <a:lnTo>
                  <a:pt x="711200" y="851916"/>
                </a:lnTo>
                <a:lnTo>
                  <a:pt x="685800" y="850392"/>
                </a:lnTo>
                <a:lnTo>
                  <a:pt x="609600" y="847344"/>
                </a:lnTo>
                <a:lnTo>
                  <a:pt x="584200" y="842772"/>
                </a:lnTo>
                <a:lnTo>
                  <a:pt x="520700" y="833628"/>
                </a:lnTo>
                <a:lnTo>
                  <a:pt x="482600" y="827532"/>
                </a:lnTo>
                <a:lnTo>
                  <a:pt x="419100" y="812292"/>
                </a:lnTo>
                <a:lnTo>
                  <a:pt x="368300" y="794004"/>
                </a:lnTo>
                <a:lnTo>
                  <a:pt x="304800" y="772668"/>
                </a:lnTo>
                <a:lnTo>
                  <a:pt x="254000" y="748284"/>
                </a:lnTo>
                <a:lnTo>
                  <a:pt x="228600" y="734568"/>
                </a:lnTo>
                <a:lnTo>
                  <a:pt x="215900" y="720852"/>
                </a:lnTo>
                <a:lnTo>
                  <a:pt x="165100" y="690372"/>
                </a:lnTo>
                <a:lnTo>
                  <a:pt x="152400" y="675132"/>
                </a:lnTo>
                <a:lnTo>
                  <a:pt x="127000" y="658368"/>
                </a:lnTo>
                <a:lnTo>
                  <a:pt x="114300" y="641604"/>
                </a:lnTo>
                <a:lnTo>
                  <a:pt x="76200" y="586740"/>
                </a:lnTo>
                <a:lnTo>
                  <a:pt x="38100" y="527304"/>
                </a:lnTo>
                <a:lnTo>
                  <a:pt x="38100" y="486156"/>
                </a:lnTo>
                <a:lnTo>
                  <a:pt x="25400" y="464820"/>
                </a:lnTo>
                <a:lnTo>
                  <a:pt x="25400" y="321564"/>
                </a:lnTo>
                <a:lnTo>
                  <a:pt x="12700" y="344424"/>
                </a:lnTo>
                <a:lnTo>
                  <a:pt x="0" y="368808"/>
                </a:lnTo>
                <a:lnTo>
                  <a:pt x="0" y="515112"/>
                </a:lnTo>
                <a:lnTo>
                  <a:pt x="12700" y="537972"/>
                </a:lnTo>
                <a:lnTo>
                  <a:pt x="12700" y="560832"/>
                </a:lnTo>
                <a:lnTo>
                  <a:pt x="25400" y="583692"/>
                </a:lnTo>
                <a:lnTo>
                  <a:pt x="50800" y="626364"/>
                </a:lnTo>
                <a:lnTo>
                  <a:pt x="63500" y="646176"/>
                </a:lnTo>
                <a:lnTo>
                  <a:pt x="88900" y="665988"/>
                </a:lnTo>
                <a:lnTo>
                  <a:pt x="127000" y="702564"/>
                </a:lnTo>
                <a:lnTo>
                  <a:pt x="165100" y="736092"/>
                </a:lnTo>
                <a:lnTo>
                  <a:pt x="215900" y="766572"/>
                </a:lnTo>
                <a:lnTo>
                  <a:pt x="266700" y="794004"/>
                </a:lnTo>
                <a:lnTo>
                  <a:pt x="317500" y="818388"/>
                </a:lnTo>
                <a:lnTo>
                  <a:pt x="355600" y="829056"/>
                </a:lnTo>
                <a:lnTo>
                  <a:pt x="444500" y="856488"/>
                </a:lnTo>
                <a:lnTo>
                  <a:pt x="508000" y="870204"/>
                </a:lnTo>
                <a:lnTo>
                  <a:pt x="571500" y="879348"/>
                </a:lnTo>
                <a:lnTo>
                  <a:pt x="609600" y="883920"/>
                </a:lnTo>
                <a:lnTo>
                  <a:pt x="673100" y="886968"/>
                </a:lnTo>
                <a:lnTo>
                  <a:pt x="711200" y="888492"/>
                </a:lnTo>
                <a:lnTo>
                  <a:pt x="749300" y="888492"/>
                </a:lnTo>
                <a:lnTo>
                  <a:pt x="787400" y="886968"/>
                </a:lnTo>
                <a:lnTo>
                  <a:pt x="825500" y="883920"/>
                </a:lnTo>
                <a:lnTo>
                  <a:pt x="863600" y="879348"/>
                </a:lnTo>
                <a:lnTo>
                  <a:pt x="927100" y="870204"/>
                </a:lnTo>
                <a:lnTo>
                  <a:pt x="952500" y="864108"/>
                </a:lnTo>
                <a:lnTo>
                  <a:pt x="990600" y="856488"/>
                </a:lnTo>
                <a:lnTo>
                  <a:pt x="1016000" y="847344"/>
                </a:lnTo>
                <a:lnTo>
                  <a:pt x="1054100" y="839724"/>
                </a:lnTo>
                <a:lnTo>
                  <a:pt x="1104900" y="818388"/>
                </a:lnTo>
                <a:lnTo>
                  <a:pt x="1143000" y="806196"/>
                </a:lnTo>
                <a:lnTo>
                  <a:pt x="1193800" y="781812"/>
                </a:lnTo>
                <a:lnTo>
                  <a:pt x="1244600" y="752856"/>
                </a:lnTo>
                <a:lnTo>
                  <a:pt x="1257300" y="737616"/>
                </a:lnTo>
                <a:lnTo>
                  <a:pt x="1308100" y="704088"/>
                </a:lnTo>
                <a:lnTo>
                  <a:pt x="1320800" y="685800"/>
                </a:lnTo>
                <a:lnTo>
                  <a:pt x="1346200" y="667512"/>
                </a:lnTo>
                <a:lnTo>
                  <a:pt x="1358900" y="649224"/>
                </a:lnTo>
                <a:lnTo>
                  <a:pt x="1371600" y="629412"/>
                </a:lnTo>
                <a:lnTo>
                  <a:pt x="1397000" y="608076"/>
                </a:lnTo>
                <a:close/>
              </a:path>
              <a:path w="1435100" h="889000">
                <a:moveTo>
                  <a:pt x="1435100" y="519684"/>
                </a:moveTo>
                <a:lnTo>
                  <a:pt x="1435100" y="373380"/>
                </a:lnTo>
                <a:lnTo>
                  <a:pt x="1422400" y="348996"/>
                </a:lnTo>
                <a:lnTo>
                  <a:pt x="1409700" y="326136"/>
                </a:lnTo>
                <a:lnTo>
                  <a:pt x="1409700" y="303276"/>
                </a:lnTo>
                <a:lnTo>
                  <a:pt x="1384300" y="260604"/>
                </a:lnTo>
                <a:lnTo>
                  <a:pt x="1358900" y="240792"/>
                </a:lnTo>
                <a:lnTo>
                  <a:pt x="1346200" y="220980"/>
                </a:lnTo>
                <a:lnTo>
                  <a:pt x="1320800" y="202692"/>
                </a:lnTo>
                <a:lnTo>
                  <a:pt x="1308100" y="185928"/>
                </a:lnTo>
                <a:lnTo>
                  <a:pt x="1282700" y="167640"/>
                </a:lnTo>
                <a:lnTo>
                  <a:pt x="1270000" y="152400"/>
                </a:lnTo>
                <a:lnTo>
                  <a:pt x="1244600" y="135636"/>
                </a:lnTo>
                <a:lnTo>
                  <a:pt x="1219200" y="121920"/>
                </a:lnTo>
                <a:lnTo>
                  <a:pt x="1193800" y="106680"/>
                </a:lnTo>
                <a:lnTo>
                  <a:pt x="1117600" y="70104"/>
                </a:lnTo>
                <a:lnTo>
                  <a:pt x="1079500" y="59436"/>
                </a:lnTo>
                <a:lnTo>
                  <a:pt x="1054100" y="48768"/>
                </a:lnTo>
                <a:lnTo>
                  <a:pt x="1016000" y="39624"/>
                </a:lnTo>
                <a:lnTo>
                  <a:pt x="990600" y="32004"/>
                </a:lnTo>
                <a:lnTo>
                  <a:pt x="952500" y="24384"/>
                </a:lnTo>
                <a:lnTo>
                  <a:pt x="927100" y="18288"/>
                </a:lnTo>
                <a:lnTo>
                  <a:pt x="889000" y="12192"/>
                </a:lnTo>
                <a:lnTo>
                  <a:pt x="863600" y="7620"/>
                </a:lnTo>
                <a:lnTo>
                  <a:pt x="787400" y="1524"/>
                </a:lnTo>
                <a:lnTo>
                  <a:pt x="749300" y="0"/>
                </a:lnTo>
                <a:lnTo>
                  <a:pt x="685800" y="0"/>
                </a:lnTo>
                <a:lnTo>
                  <a:pt x="647700" y="1524"/>
                </a:lnTo>
                <a:lnTo>
                  <a:pt x="571500" y="7620"/>
                </a:lnTo>
                <a:lnTo>
                  <a:pt x="508000" y="16764"/>
                </a:lnTo>
                <a:lnTo>
                  <a:pt x="482600" y="24384"/>
                </a:lnTo>
                <a:lnTo>
                  <a:pt x="444500" y="30480"/>
                </a:lnTo>
                <a:lnTo>
                  <a:pt x="406400" y="39624"/>
                </a:lnTo>
                <a:lnTo>
                  <a:pt x="355600" y="57912"/>
                </a:lnTo>
                <a:lnTo>
                  <a:pt x="317500" y="68580"/>
                </a:lnTo>
                <a:lnTo>
                  <a:pt x="266700" y="92964"/>
                </a:lnTo>
                <a:lnTo>
                  <a:pt x="190500" y="134112"/>
                </a:lnTo>
                <a:lnTo>
                  <a:pt x="165100" y="150876"/>
                </a:lnTo>
                <a:lnTo>
                  <a:pt x="152400" y="166116"/>
                </a:lnTo>
                <a:lnTo>
                  <a:pt x="127000" y="182880"/>
                </a:lnTo>
                <a:lnTo>
                  <a:pt x="101600" y="201168"/>
                </a:lnTo>
                <a:lnTo>
                  <a:pt x="88900" y="219456"/>
                </a:lnTo>
                <a:lnTo>
                  <a:pt x="76200" y="239268"/>
                </a:lnTo>
                <a:lnTo>
                  <a:pt x="63500" y="257556"/>
                </a:lnTo>
                <a:lnTo>
                  <a:pt x="38100" y="278892"/>
                </a:lnTo>
                <a:lnTo>
                  <a:pt x="25400" y="300228"/>
                </a:lnTo>
                <a:lnTo>
                  <a:pt x="25400" y="422148"/>
                </a:lnTo>
                <a:lnTo>
                  <a:pt x="38100" y="399288"/>
                </a:lnTo>
                <a:lnTo>
                  <a:pt x="38100" y="379476"/>
                </a:lnTo>
                <a:lnTo>
                  <a:pt x="50800" y="358140"/>
                </a:lnTo>
                <a:lnTo>
                  <a:pt x="50800" y="338328"/>
                </a:lnTo>
                <a:lnTo>
                  <a:pt x="63500" y="318516"/>
                </a:lnTo>
                <a:lnTo>
                  <a:pt x="76200" y="300228"/>
                </a:lnTo>
                <a:lnTo>
                  <a:pt x="88900" y="280416"/>
                </a:lnTo>
                <a:lnTo>
                  <a:pt x="101600" y="263652"/>
                </a:lnTo>
                <a:lnTo>
                  <a:pt x="114300" y="245364"/>
                </a:lnTo>
                <a:lnTo>
                  <a:pt x="127000" y="228600"/>
                </a:lnTo>
                <a:lnTo>
                  <a:pt x="152400" y="211836"/>
                </a:lnTo>
                <a:lnTo>
                  <a:pt x="190500" y="181356"/>
                </a:lnTo>
                <a:lnTo>
                  <a:pt x="215900" y="166116"/>
                </a:lnTo>
                <a:lnTo>
                  <a:pt x="254000" y="138684"/>
                </a:lnTo>
                <a:lnTo>
                  <a:pt x="304800" y="114300"/>
                </a:lnTo>
                <a:lnTo>
                  <a:pt x="368300" y="92964"/>
                </a:lnTo>
                <a:lnTo>
                  <a:pt x="419100" y="74676"/>
                </a:lnTo>
                <a:lnTo>
                  <a:pt x="457200" y="67056"/>
                </a:lnTo>
                <a:lnTo>
                  <a:pt x="482600" y="60960"/>
                </a:lnTo>
                <a:lnTo>
                  <a:pt x="520700" y="53340"/>
                </a:lnTo>
                <a:lnTo>
                  <a:pt x="546100" y="48768"/>
                </a:lnTo>
                <a:lnTo>
                  <a:pt x="584200" y="44196"/>
                </a:lnTo>
                <a:lnTo>
                  <a:pt x="647700" y="38100"/>
                </a:lnTo>
                <a:lnTo>
                  <a:pt x="685800" y="36576"/>
                </a:lnTo>
                <a:lnTo>
                  <a:pt x="749300" y="36576"/>
                </a:lnTo>
                <a:lnTo>
                  <a:pt x="787400" y="38100"/>
                </a:lnTo>
                <a:lnTo>
                  <a:pt x="825500" y="41148"/>
                </a:lnTo>
                <a:lnTo>
                  <a:pt x="889000" y="48768"/>
                </a:lnTo>
                <a:lnTo>
                  <a:pt x="952500" y="60960"/>
                </a:lnTo>
                <a:lnTo>
                  <a:pt x="1016000" y="76200"/>
                </a:lnTo>
                <a:lnTo>
                  <a:pt x="1066800" y="94488"/>
                </a:lnTo>
                <a:lnTo>
                  <a:pt x="1092200" y="103632"/>
                </a:lnTo>
                <a:lnTo>
                  <a:pt x="1130300" y="115824"/>
                </a:lnTo>
                <a:lnTo>
                  <a:pt x="1155700" y="126492"/>
                </a:lnTo>
                <a:lnTo>
                  <a:pt x="1168400" y="140208"/>
                </a:lnTo>
                <a:lnTo>
                  <a:pt x="1193800" y="152400"/>
                </a:lnTo>
                <a:lnTo>
                  <a:pt x="1219200" y="166116"/>
                </a:lnTo>
                <a:lnTo>
                  <a:pt x="1270000" y="196596"/>
                </a:lnTo>
                <a:lnTo>
                  <a:pt x="1282700" y="213360"/>
                </a:lnTo>
                <a:lnTo>
                  <a:pt x="1295400" y="228600"/>
                </a:lnTo>
                <a:lnTo>
                  <a:pt x="1320800" y="246888"/>
                </a:lnTo>
                <a:lnTo>
                  <a:pt x="1333500" y="263652"/>
                </a:lnTo>
                <a:lnTo>
                  <a:pt x="1358900" y="300228"/>
                </a:lnTo>
                <a:lnTo>
                  <a:pt x="1384300" y="339852"/>
                </a:lnTo>
                <a:lnTo>
                  <a:pt x="1384300" y="359664"/>
                </a:lnTo>
                <a:lnTo>
                  <a:pt x="1397000" y="381000"/>
                </a:lnTo>
                <a:lnTo>
                  <a:pt x="1397000" y="586740"/>
                </a:lnTo>
                <a:lnTo>
                  <a:pt x="1409700" y="565404"/>
                </a:lnTo>
                <a:lnTo>
                  <a:pt x="1435100" y="519684"/>
                </a:lnTo>
                <a:close/>
              </a:path>
              <a:path w="1435100" h="889000">
                <a:moveTo>
                  <a:pt x="1358900" y="515112"/>
                </a:moveTo>
                <a:lnTo>
                  <a:pt x="1358900" y="370332"/>
                </a:lnTo>
                <a:lnTo>
                  <a:pt x="1346200" y="353568"/>
                </a:lnTo>
                <a:lnTo>
                  <a:pt x="1333500" y="320040"/>
                </a:lnTo>
                <a:lnTo>
                  <a:pt x="1308100" y="286512"/>
                </a:lnTo>
                <a:lnTo>
                  <a:pt x="1295400" y="271272"/>
                </a:lnTo>
                <a:lnTo>
                  <a:pt x="1270000" y="254508"/>
                </a:lnTo>
                <a:lnTo>
                  <a:pt x="1257300" y="240792"/>
                </a:lnTo>
                <a:lnTo>
                  <a:pt x="1244600" y="225552"/>
                </a:lnTo>
                <a:lnTo>
                  <a:pt x="1219200" y="211836"/>
                </a:lnTo>
                <a:lnTo>
                  <a:pt x="1181100" y="184404"/>
                </a:lnTo>
                <a:lnTo>
                  <a:pt x="1130300" y="160020"/>
                </a:lnTo>
                <a:lnTo>
                  <a:pt x="1054100" y="128016"/>
                </a:lnTo>
                <a:lnTo>
                  <a:pt x="939800" y="96012"/>
                </a:lnTo>
                <a:lnTo>
                  <a:pt x="850900" y="80772"/>
                </a:lnTo>
                <a:lnTo>
                  <a:pt x="812800" y="77724"/>
                </a:lnTo>
                <a:lnTo>
                  <a:pt x="787400" y="74676"/>
                </a:lnTo>
                <a:lnTo>
                  <a:pt x="749300" y="73152"/>
                </a:lnTo>
                <a:lnTo>
                  <a:pt x="685800" y="73152"/>
                </a:lnTo>
                <a:lnTo>
                  <a:pt x="647700" y="74676"/>
                </a:lnTo>
                <a:lnTo>
                  <a:pt x="622300" y="77724"/>
                </a:lnTo>
                <a:lnTo>
                  <a:pt x="584200" y="80772"/>
                </a:lnTo>
                <a:lnTo>
                  <a:pt x="558800" y="85344"/>
                </a:lnTo>
                <a:lnTo>
                  <a:pt x="520700" y="89916"/>
                </a:lnTo>
                <a:lnTo>
                  <a:pt x="495300" y="96012"/>
                </a:lnTo>
                <a:lnTo>
                  <a:pt x="457200" y="103632"/>
                </a:lnTo>
                <a:lnTo>
                  <a:pt x="406400" y="118872"/>
                </a:lnTo>
                <a:lnTo>
                  <a:pt x="304800" y="160020"/>
                </a:lnTo>
                <a:lnTo>
                  <a:pt x="254000" y="184404"/>
                </a:lnTo>
                <a:lnTo>
                  <a:pt x="190500" y="225552"/>
                </a:lnTo>
                <a:lnTo>
                  <a:pt x="152400" y="256032"/>
                </a:lnTo>
                <a:lnTo>
                  <a:pt x="127000" y="288036"/>
                </a:lnTo>
                <a:lnTo>
                  <a:pt x="114300" y="303276"/>
                </a:lnTo>
                <a:lnTo>
                  <a:pt x="88900" y="336804"/>
                </a:lnTo>
                <a:lnTo>
                  <a:pt x="88900" y="355092"/>
                </a:lnTo>
                <a:lnTo>
                  <a:pt x="76200" y="371856"/>
                </a:lnTo>
                <a:lnTo>
                  <a:pt x="63500" y="408432"/>
                </a:lnTo>
                <a:lnTo>
                  <a:pt x="63500" y="481584"/>
                </a:lnTo>
                <a:lnTo>
                  <a:pt x="76200" y="498348"/>
                </a:lnTo>
                <a:lnTo>
                  <a:pt x="76200" y="516636"/>
                </a:lnTo>
                <a:lnTo>
                  <a:pt x="88900" y="533400"/>
                </a:lnTo>
                <a:lnTo>
                  <a:pt x="101600" y="551688"/>
                </a:lnTo>
                <a:lnTo>
                  <a:pt x="101600" y="416052"/>
                </a:lnTo>
                <a:lnTo>
                  <a:pt x="114300" y="400812"/>
                </a:lnTo>
                <a:lnTo>
                  <a:pt x="114300" y="370332"/>
                </a:lnTo>
                <a:lnTo>
                  <a:pt x="127000" y="356616"/>
                </a:lnTo>
                <a:lnTo>
                  <a:pt x="139700" y="326136"/>
                </a:lnTo>
                <a:lnTo>
                  <a:pt x="152400" y="312420"/>
                </a:lnTo>
                <a:lnTo>
                  <a:pt x="165100" y="297180"/>
                </a:lnTo>
                <a:lnTo>
                  <a:pt x="177800" y="283464"/>
                </a:lnTo>
                <a:lnTo>
                  <a:pt x="203200" y="269748"/>
                </a:lnTo>
                <a:lnTo>
                  <a:pt x="228600" y="242316"/>
                </a:lnTo>
                <a:lnTo>
                  <a:pt x="266700" y="217932"/>
                </a:lnTo>
                <a:lnTo>
                  <a:pt x="317500" y="193548"/>
                </a:lnTo>
                <a:lnTo>
                  <a:pt x="342900" y="182880"/>
                </a:lnTo>
                <a:lnTo>
                  <a:pt x="368300" y="173736"/>
                </a:lnTo>
                <a:lnTo>
                  <a:pt x="393700" y="163068"/>
                </a:lnTo>
                <a:lnTo>
                  <a:pt x="419100" y="155448"/>
                </a:lnTo>
                <a:lnTo>
                  <a:pt x="444500" y="146304"/>
                </a:lnTo>
                <a:lnTo>
                  <a:pt x="469900" y="140208"/>
                </a:lnTo>
                <a:lnTo>
                  <a:pt x="520700" y="126492"/>
                </a:lnTo>
                <a:lnTo>
                  <a:pt x="584200" y="117348"/>
                </a:lnTo>
                <a:lnTo>
                  <a:pt x="622300" y="114300"/>
                </a:lnTo>
                <a:lnTo>
                  <a:pt x="685800" y="111252"/>
                </a:lnTo>
                <a:lnTo>
                  <a:pt x="711200" y="109728"/>
                </a:lnTo>
                <a:lnTo>
                  <a:pt x="787400" y="112776"/>
                </a:lnTo>
                <a:lnTo>
                  <a:pt x="838200" y="117348"/>
                </a:lnTo>
                <a:lnTo>
                  <a:pt x="901700" y="126492"/>
                </a:lnTo>
                <a:lnTo>
                  <a:pt x="965200" y="138684"/>
                </a:lnTo>
                <a:lnTo>
                  <a:pt x="1016000" y="153924"/>
                </a:lnTo>
                <a:lnTo>
                  <a:pt x="1066800" y="172212"/>
                </a:lnTo>
                <a:lnTo>
                  <a:pt x="1143000" y="204216"/>
                </a:lnTo>
                <a:lnTo>
                  <a:pt x="1155700" y="216408"/>
                </a:lnTo>
                <a:lnTo>
                  <a:pt x="1181100" y="228600"/>
                </a:lnTo>
                <a:lnTo>
                  <a:pt x="1193800" y="240792"/>
                </a:lnTo>
                <a:lnTo>
                  <a:pt x="1219200" y="254508"/>
                </a:lnTo>
                <a:lnTo>
                  <a:pt x="1231900" y="266700"/>
                </a:lnTo>
                <a:lnTo>
                  <a:pt x="1257300" y="295656"/>
                </a:lnTo>
                <a:lnTo>
                  <a:pt x="1282700" y="323088"/>
                </a:lnTo>
                <a:lnTo>
                  <a:pt x="1295400" y="338328"/>
                </a:lnTo>
                <a:lnTo>
                  <a:pt x="1308100" y="352044"/>
                </a:lnTo>
                <a:lnTo>
                  <a:pt x="1320800" y="382524"/>
                </a:lnTo>
                <a:lnTo>
                  <a:pt x="1320800" y="411480"/>
                </a:lnTo>
                <a:lnTo>
                  <a:pt x="1333500" y="441960"/>
                </a:lnTo>
                <a:lnTo>
                  <a:pt x="1333500" y="550164"/>
                </a:lnTo>
                <a:lnTo>
                  <a:pt x="1346200" y="533400"/>
                </a:lnTo>
                <a:lnTo>
                  <a:pt x="1358900" y="515112"/>
                </a:lnTo>
                <a:close/>
              </a:path>
              <a:path w="1435100" h="889000">
                <a:moveTo>
                  <a:pt x="1333500" y="550164"/>
                </a:moveTo>
                <a:lnTo>
                  <a:pt x="1333500" y="457200"/>
                </a:lnTo>
                <a:lnTo>
                  <a:pt x="1320800" y="470916"/>
                </a:lnTo>
                <a:lnTo>
                  <a:pt x="1320800" y="501396"/>
                </a:lnTo>
                <a:lnTo>
                  <a:pt x="1308100" y="531876"/>
                </a:lnTo>
                <a:lnTo>
                  <a:pt x="1295400" y="547116"/>
                </a:lnTo>
                <a:lnTo>
                  <a:pt x="1282700" y="560832"/>
                </a:lnTo>
                <a:lnTo>
                  <a:pt x="1282700" y="576072"/>
                </a:lnTo>
                <a:lnTo>
                  <a:pt x="1270000" y="589788"/>
                </a:lnTo>
                <a:lnTo>
                  <a:pt x="1244600" y="605028"/>
                </a:lnTo>
                <a:lnTo>
                  <a:pt x="1219200" y="632460"/>
                </a:lnTo>
                <a:lnTo>
                  <a:pt x="1206500" y="644652"/>
                </a:lnTo>
                <a:lnTo>
                  <a:pt x="1181100" y="658368"/>
                </a:lnTo>
                <a:lnTo>
                  <a:pt x="1168400" y="670560"/>
                </a:lnTo>
                <a:lnTo>
                  <a:pt x="1066800" y="714756"/>
                </a:lnTo>
                <a:lnTo>
                  <a:pt x="1016000" y="733044"/>
                </a:lnTo>
                <a:lnTo>
                  <a:pt x="965200" y="748284"/>
                </a:lnTo>
                <a:lnTo>
                  <a:pt x="901700" y="760476"/>
                </a:lnTo>
                <a:lnTo>
                  <a:pt x="850900" y="769620"/>
                </a:lnTo>
                <a:lnTo>
                  <a:pt x="812800" y="772668"/>
                </a:lnTo>
                <a:lnTo>
                  <a:pt x="787400" y="775716"/>
                </a:lnTo>
                <a:lnTo>
                  <a:pt x="749300" y="777240"/>
                </a:lnTo>
                <a:lnTo>
                  <a:pt x="685800" y="777240"/>
                </a:lnTo>
                <a:lnTo>
                  <a:pt x="647700" y="775716"/>
                </a:lnTo>
                <a:lnTo>
                  <a:pt x="622300" y="772668"/>
                </a:lnTo>
                <a:lnTo>
                  <a:pt x="584200" y="769620"/>
                </a:lnTo>
                <a:lnTo>
                  <a:pt x="533400" y="760476"/>
                </a:lnTo>
                <a:lnTo>
                  <a:pt x="469900" y="748284"/>
                </a:lnTo>
                <a:lnTo>
                  <a:pt x="419100" y="733044"/>
                </a:lnTo>
                <a:lnTo>
                  <a:pt x="342900" y="705612"/>
                </a:lnTo>
                <a:lnTo>
                  <a:pt x="292100" y="682752"/>
                </a:lnTo>
                <a:lnTo>
                  <a:pt x="266700" y="672084"/>
                </a:lnTo>
                <a:lnTo>
                  <a:pt x="254000" y="658368"/>
                </a:lnTo>
                <a:lnTo>
                  <a:pt x="215900" y="633984"/>
                </a:lnTo>
                <a:lnTo>
                  <a:pt x="203200" y="620268"/>
                </a:lnTo>
                <a:lnTo>
                  <a:pt x="177800" y="606552"/>
                </a:lnTo>
                <a:lnTo>
                  <a:pt x="165100" y="592836"/>
                </a:lnTo>
                <a:lnTo>
                  <a:pt x="152400" y="577596"/>
                </a:lnTo>
                <a:lnTo>
                  <a:pt x="139700" y="550164"/>
                </a:lnTo>
                <a:lnTo>
                  <a:pt x="127000" y="534924"/>
                </a:lnTo>
                <a:lnTo>
                  <a:pt x="127000" y="521208"/>
                </a:lnTo>
                <a:lnTo>
                  <a:pt x="114300" y="505968"/>
                </a:lnTo>
                <a:lnTo>
                  <a:pt x="114300" y="490728"/>
                </a:lnTo>
                <a:lnTo>
                  <a:pt x="101600" y="477012"/>
                </a:lnTo>
                <a:lnTo>
                  <a:pt x="101600" y="568452"/>
                </a:lnTo>
                <a:lnTo>
                  <a:pt x="114300" y="585216"/>
                </a:lnTo>
                <a:lnTo>
                  <a:pt x="127000" y="600456"/>
                </a:lnTo>
                <a:lnTo>
                  <a:pt x="139700" y="617220"/>
                </a:lnTo>
                <a:lnTo>
                  <a:pt x="152400" y="632460"/>
                </a:lnTo>
                <a:lnTo>
                  <a:pt x="177800" y="647700"/>
                </a:lnTo>
                <a:lnTo>
                  <a:pt x="190500" y="661416"/>
                </a:lnTo>
                <a:lnTo>
                  <a:pt x="215900" y="676656"/>
                </a:lnTo>
                <a:lnTo>
                  <a:pt x="228600" y="690372"/>
                </a:lnTo>
                <a:lnTo>
                  <a:pt x="330200" y="739140"/>
                </a:lnTo>
                <a:lnTo>
                  <a:pt x="355600" y="749808"/>
                </a:lnTo>
                <a:lnTo>
                  <a:pt x="431800" y="777240"/>
                </a:lnTo>
                <a:lnTo>
                  <a:pt x="457200" y="784860"/>
                </a:lnTo>
                <a:lnTo>
                  <a:pt x="495300" y="790956"/>
                </a:lnTo>
                <a:lnTo>
                  <a:pt x="520700" y="797052"/>
                </a:lnTo>
                <a:lnTo>
                  <a:pt x="584200" y="806196"/>
                </a:lnTo>
                <a:lnTo>
                  <a:pt x="647700" y="812292"/>
                </a:lnTo>
                <a:lnTo>
                  <a:pt x="685800" y="813816"/>
                </a:lnTo>
                <a:lnTo>
                  <a:pt x="749300" y="813816"/>
                </a:lnTo>
                <a:lnTo>
                  <a:pt x="787400" y="812292"/>
                </a:lnTo>
                <a:lnTo>
                  <a:pt x="812800" y="809244"/>
                </a:lnTo>
                <a:lnTo>
                  <a:pt x="850900" y="806196"/>
                </a:lnTo>
                <a:lnTo>
                  <a:pt x="876300" y="801624"/>
                </a:lnTo>
                <a:lnTo>
                  <a:pt x="914400" y="797052"/>
                </a:lnTo>
                <a:lnTo>
                  <a:pt x="939800" y="790956"/>
                </a:lnTo>
                <a:lnTo>
                  <a:pt x="977900" y="783336"/>
                </a:lnTo>
                <a:lnTo>
                  <a:pt x="1028700" y="768096"/>
                </a:lnTo>
                <a:lnTo>
                  <a:pt x="1130300" y="726948"/>
                </a:lnTo>
                <a:lnTo>
                  <a:pt x="1181100" y="702564"/>
                </a:lnTo>
                <a:lnTo>
                  <a:pt x="1244600" y="661416"/>
                </a:lnTo>
                <a:lnTo>
                  <a:pt x="1257300" y="646176"/>
                </a:lnTo>
                <a:lnTo>
                  <a:pt x="1270000" y="632460"/>
                </a:lnTo>
                <a:lnTo>
                  <a:pt x="1295400" y="615696"/>
                </a:lnTo>
                <a:lnTo>
                  <a:pt x="1308100" y="600456"/>
                </a:lnTo>
                <a:lnTo>
                  <a:pt x="1320800" y="583692"/>
                </a:lnTo>
                <a:lnTo>
                  <a:pt x="1333500" y="550164"/>
                </a:lnTo>
                <a:close/>
              </a:path>
              <a:path w="1435100" h="889000">
                <a:moveTo>
                  <a:pt x="1371600" y="443484"/>
                </a:moveTo>
                <a:lnTo>
                  <a:pt x="1358900" y="406908"/>
                </a:lnTo>
                <a:lnTo>
                  <a:pt x="1358900" y="480060"/>
                </a:lnTo>
                <a:lnTo>
                  <a:pt x="1371600" y="443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98944" y="3928872"/>
            <a:ext cx="1362710" cy="664845"/>
          </a:xfrm>
          <a:custGeom>
            <a:avLst/>
            <a:gdLst/>
            <a:ahLst/>
            <a:cxnLst/>
            <a:rect l="l" t="t" r="r" b="b"/>
            <a:pathLst>
              <a:path w="1362709" h="664845">
                <a:moveTo>
                  <a:pt x="681227" y="0"/>
                </a:moveTo>
                <a:lnTo>
                  <a:pt x="619193" y="1363"/>
                </a:lnTo>
                <a:lnTo>
                  <a:pt x="558724" y="5372"/>
                </a:lnTo>
                <a:lnTo>
                  <a:pt x="500062" y="11909"/>
                </a:lnTo>
                <a:lnTo>
                  <a:pt x="443446" y="20855"/>
                </a:lnTo>
                <a:lnTo>
                  <a:pt x="389116" y="32089"/>
                </a:lnTo>
                <a:lnTo>
                  <a:pt x="337311" y="45494"/>
                </a:lnTo>
                <a:lnTo>
                  <a:pt x="288273" y="60949"/>
                </a:lnTo>
                <a:lnTo>
                  <a:pt x="242240" y="78336"/>
                </a:lnTo>
                <a:lnTo>
                  <a:pt x="199453" y="97535"/>
                </a:lnTo>
                <a:lnTo>
                  <a:pt x="160151" y="118428"/>
                </a:lnTo>
                <a:lnTo>
                  <a:pt x="124575" y="140895"/>
                </a:lnTo>
                <a:lnTo>
                  <a:pt x="92963" y="164817"/>
                </a:lnTo>
                <a:lnTo>
                  <a:pt x="42596" y="216550"/>
                </a:lnTo>
                <a:lnTo>
                  <a:pt x="10969" y="272672"/>
                </a:lnTo>
                <a:lnTo>
                  <a:pt x="0" y="332231"/>
                </a:lnTo>
                <a:lnTo>
                  <a:pt x="2782" y="362381"/>
                </a:lnTo>
                <a:lnTo>
                  <a:pt x="24320" y="420341"/>
                </a:lnTo>
                <a:lnTo>
                  <a:pt x="65557" y="474388"/>
                </a:lnTo>
                <a:lnTo>
                  <a:pt x="124575" y="523568"/>
                </a:lnTo>
                <a:lnTo>
                  <a:pt x="160151" y="546035"/>
                </a:lnTo>
                <a:lnTo>
                  <a:pt x="199453" y="566927"/>
                </a:lnTo>
                <a:lnTo>
                  <a:pt x="242240" y="586127"/>
                </a:lnTo>
                <a:lnTo>
                  <a:pt x="288273" y="603514"/>
                </a:lnTo>
                <a:lnTo>
                  <a:pt x="337311" y="618969"/>
                </a:lnTo>
                <a:lnTo>
                  <a:pt x="389116" y="632374"/>
                </a:lnTo>
                <a:lnTo>
                  <a:pt x="443446" y="643608"/>
                </a:lnTo>
                <a:lnTo>
                  <a:pt x="500062" y="652554"/>
                </a:lnTo>
                <a:lnTo>
                  <a:pt x="558724" y="659091"/>
                </a:lnTo>
                <a:lnTo>
                  <a:pt x="619193" y="663100"/>
                </a:lnTo>
                <a:lnTo>
                  <a:pt x="681227" y="664463"/>
                </a:lnTo>
                <a:lnTo>
                  <a:pt x="743262" y="663100"/>
                </a:lnTo>
                <a:lnTo>
                  <a:pt x="803731" y="659091"/>
                </a:lnTo>
                <a:lnTo>
                  <a:pt x="862393" y="652554"/>
                </a:lnTo>
                <a:lnTo>
                  <a:pt x="919009" y="643608"/>
                </a:lnTo>
                <a:lnTo>
                  <a:pt x="973339" y="632374"/>
                </a:lnTo>
                <a:lnTo>
                  <a:pt x="1025143" y="618969"/>
                </a:lnTo>
                <a:lnTo>
                  <a:pt x="1074182" y="603514"/>
                </a:lnTo>
                <a:lnTo>
                  <a:pt x="1120215" y="586127"/>
                </a:lnTo>
                <a:lnTo>
                  <a:pt x="1163002" y="566927"/>
                </a:lnTo>
                <a:lnTo>
                  <a:pt x="1202304" y="546035"/>
                </a:lnTo>
                <a:lnTo>
                  <a:pt x="1237880" y="523568"/>
                </a:lnTo>
                <a:lnTo>
                  <a:pt x="1269491" y="499646"/>
                </a:lnTo>
                <a:lnTo>
                  <a:pt x="1319859" y="447913"/>
                </a:lnTo>
                <a:lnTo>
                  <a:pt x="1351486" y="391791"/>
                </a:lnTo>
                <a:lnTo>
                  <a:pt x="1362455" y="332231"/>
                </a:lnTo>
                <a:lnTo>
                  <a:pt x="1359673" y="302082"/>
                </a:lnTo>
                <a:lnTo>
                  <a:pt x="1338135" y="244122"/>
                </a:lnTo>
                <a:lnTo>
                  <a:pt x="1296898" y="190075"/>
                </a:lnTo>
                <a:lnTo>
                  <a:pt x="1237880" y="140895"/>
                </a:lnTo>
                <a:lnTo>
                  <a:pt x="1202304" y="118428"/>
                </a:lnTo>
                <a:lnTo>
                  <a:pt x="1163002" y="97535"/>
                </a:lnTo>
                <a:lnTo>
                  <a:pt x="1120215" y="78336"/>
                </a:lnTo>
                <a:lnTo>
                  <a:pt x="1074182" y="60949"/>
                </a:lnTo>
                <a:lnTo>
                  <a:pt x="1025143" y="45494"/>
                </a:lnTo>
                <a:lnTo>
                  <a:pt x="973339" y="32089"/>
                </a:lnTo>
                <a:lnTo>
                  <a:pt x="919009" y="20855"/>
                </a:lnTo>
                <a:lnTo>
                  <a:pt x="862393" y="11909"/>
                </a:lnTo>
                <a:lnTo>
                  <a:pt x="803731" y="5372"/>
                </a:lnTo>
                <a:lnTo>
                  <a:pt x="743262" y="1363"/>
                </a:lnTo>
                <a:lnTo>
                  <a:pt x="681227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07533" y="3942588"/>
            <a:ext cx="1031875" cy="607060"/>
          </a:xfrm>
          <a:custGeom>
            <a:avLst/>
            <a:gdLst/>
            <a:ahLst/>
            <a:cxnLst/>
            <a:rect l="l" t="t" r="r" b="b"/>
            <a:pathLst>
              <a:path w="1031875" h="607060">
                <a:moveTo>
                  <a:pt x="515111" y="0"/>
                </a:moveTo>
                <a:lnTo>
                  <a:pt x="454946" y="2059"/>
                </a:lnTo>
                <a:lnTo>
                  <a:pt x="396844" y="8082"/>
                </a:lnTo>
                <a:lnTo>
                  <a:pt x="341187" y="17829"/>
                </a:lnTo>
                <a:lnTo>
                  <a:pt x="288360" y="31066"/>
                </a:lnTo>
                <a:lnTo>
                  <a:pt x="238745" y="47555"/>
                </a:lnTo>
                <a:lnTo>
                  <a:pt x="192726" y="67060"/>
                </a:lnTo>
                <a:lnTo>
                  <a:pt x="150685" y="89344"/>
                </a:lnTo>
                <a:lnTo>
                  <a:pt x="113007" y="114171"/>
                </a:lnTo>
                <a:lnTo>
                  <a:pt x="80073" y="141303"/>
                </a:lnTo>
                <a:lnTo>
                  <a:pt x="52269" y="170505"/>
                </a:lnTo>
                <a:lnTo>
                  <a:pt x="29976" y="201540"/>
                </a:lnTo>
                <a:lnTo>
                  <a:pt x="3458" y="268162"/>
                </a:lnTo>
                <a:lnTo>
                  <a:pt x="0" y="303275"/>
                </a:lnTo>
                <a:lnTo>
                  <a:pt x="3458" y="338671"/>
                </a:lnTo>
                <a:lnTo>
                  <a:pt x="29976" y="405616"/>
                </a:lnTo>
                <a:lnTo>
                  <a:pt x="52269" y="436712"/>
                </a:lnTo>
                <a:lnTo>
                  <a:pt x="80073" y="465923"/>
                </a:lnTo>
                <a:lnTo>
                  <a:pt x="113007" y="493020"/>
                </a:lnTo>
                <a:lnTo>
                  <a:pt x="150685" y="517778"/>
                </a:lnTo>
                <a:lnTo>
                  <a:pt x="192726" y="539971"/>
                </a:lnTo>
                <a:lnTo>
                  <a:pt x="238745" y="559371"/>
                </a:lnTo>
                <a:lnTo>
                  <a:pt x="288360" y="575752"/>
                </a:lnTo>
                <a:lnTo>
                  <a:pt x="341187" y="588887"/>
                </a:lnTo>
                <a:lnTo>
                  <a:pt x="396844" y="598549"/>
                </a:lnTo>
                <a:lnTo>
                  <a:pt x="454946" y="604513"/>
                </a:lnTo>
                <a:lnTo>
                  <a:pt x="515111" y="606551"/>
                </a:lnTo>
                <a:lnTo>
                  <a:pt x="575299" y="604513"/>
                </a:lnTo>
                <a:lnTo>
                  <a:pt x="633464" y="598549"/>
                </a:lnTo>
                <a:lnTo>
                  <a:pt x="689216" y="588887"/>
                </a:lnTo>
                <a:lnTo>
                  <a:pt x="742165" y="575752"/>
                </a:lnTo>
                <a:lnTo>
                  <a:pt x="791922" y="559371"/>
                </a:lnTo>
                <a:lnTo>
                  <a:pt x="838097" y="539971"/>
                </a:lnTo>
                <a:lnTo>
                  <a:pt x="880300" y="517778"/>
                </a:lnTo>
                <a:lnTo>
                  <a:pt x="918141" y="493020"/>
                </a:lnTo>
                <a:lnTo>
                  <a:pt x="951229" y="465923"/>
                </a:lnTo>
                <a:lnTo>
                  <a:pt x="979176" y="436712"/>
                </a:lnTo>
                <a:lnTo>
                  <a:pt x="1001591" y="405616"/>
                </a:lnTo>
                <a:lnTo>
                  <a:pt x="1028267" y="338671"/>
                </a:lnTo>
                <a:lnTo>
                  <a:pt x="1031747" y="303275"/>
                </a:lnTo>
                <a:lnTo>
                  <a:pt x="1028267" y="268162"/>
                </a:lnTo>
                <a:lnTo>
                  <a:pt x="1001591" y="201540"/>
                </a:lnTo>
                <a:lnTo>
                  <a:pt x="979176" y="170505"/>
                </a:lnTo>
                <a:lnTo>
                  <a:pt x="951229" y="141303"/>
                </a:lnTo>
                <a:lnTo>
                  <a:pt x="918141" y="114171"/>
                </a:lnTo>
                <a:lnTo>
                  <a:pt x="880300" y="89344"/>
                </a:lnTo>
                <a:lnTo>
                  <a:pt x="838097" y="67060"/>
                </a:lnTo>
                <a:lnTo>
                  <a:pt x="791922" y="47555"/>
                </a:lnTo>
                <a:lnTo>
                  <a:pt x="742165" y="31066"/>
                </a:lnTo>
                <a:lnTo>
                  <a:pt x="689216" y="17829"/>
                </a:lnTo>
                <a:lnTo>
                  <a:pt x="633464" y="8082"/>
                </a:lnTo>
                <a:lnTo>
                  <a:pt x="575299" y="2059"/>
                </a:lnTo>
                <a:lnTo>
                  <a:pt x="515111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59732" y="3962401"/>
            <a:ext cx="3485515" cy="1975485"/>
          </a:xfrm>
          <a:custGeom>
            <a:avLst/>
            <a:gdLst/>
            <a:ahLst/>
            <a:cxnLst/>
            <a:rect l="l" t="t" r="r" b="b"/>
            <a:pathLst>
              <a:path w="3485515" h="1975485">
                <a:moveTo>
                  <a:pt x="699515" y="0"/>
                </a:moveTo>
                <a:lnTo>
                  <a:pt x="635732" y="1432"/>
                </a:lnTo>
                <a:lnTo>
                  <a:pt x="573575" y="5648"/>
                </a:lnTo>
                <a:lnTo>
                  <a:pt x="513291" y="12523"/>
                </a:lnTo>
                <a:lnTo>
                  <a:pt x="455124" y="21933"/>
                </a:lnTo>
                <a:lnTo>
                  <a:pt x="399317" y="33755"/>
                </a:lnTo>
                <a:lnTo>
                  <a:pt x="346117" y="47864"/>
                </a:lnTo>
                <a:lnTo>
                  <a:pt x="295767" y="64137"/>
                </a:lnTo>
                <a:lnTo>
                  <a:pt x="248512" y="82450"/>
                </a:lnTo>
                <a:lnTo>
                  <a:pt x="204596" y="102679"/>
                </a:lnTo>
                <a:lnTo>
                  <a:pt x="164265" y="124700"/>
                </a:lnTo>
                <a:lnTo>
                  <a:pt x="127763" y="148389"/>
                </a:lnTo>
                <a:lnTo>
                  <a:pt x="95334" y="173623"/>
                </a:lnTo>
                <a:lnTo>
                  <a:pt x="67223" y="200277"/>
                </a:lnTo>
                <a:lnTo>
                  <a:pt x="24934" y="257351"/>
                </a:lnTo>
                <a:lnTo>
                  <a:pt x="2852" y="318621"/>
                </a:lnTo>
                <a:lnTo>
                  <a:pt x="0" y="350519"/>
                </a:lnTo>
                <a:lnTo>
                  <a:pt x="2852" y="382418"/>
                </a:lnTo>
                <a:lnTo>
                  <a:pt x="24934" y="443688"/>
                </a:lnTo>
                <a:lnTo>
                  <a:pt x="67223" y="500762"/>
                </a:lnTo>
                <a:lnTo>
                  <a:pt x="95334" y="527416"/>
                </a:lnTo>
                <a:lnTo>
                  <a:pt x="127763" y="552650"/>
                </a:lnTo>
                <a:lnTo>
                  <a:pt x="164265" y="576339"/>
                </a:lnTo>
                <a:lnTo>
                  <a:pt x="204596" y="598360"/>
                </a:lnTo>
                <a:lnTo>
                  <a:pt x="248512" y="618589"/>
                </a:lnTo>
                <a:lnTo>
                  <a:pt x="295767" y="636902"/>
                </a:lnTo>
                <a:lnTo>
                  <a:pt x="346117" y="653175"/>
                </a:lnTo>
                <a:lnTo>
                  <a:pt x="399317" y="667284"/>
                </a:lnTo>
                <a:lnTo>
                  <a:pt x="455124" y="679106"/>
                </a:lnTo>
                <a:lnTo>
                  <a:pt x="513291" y="688516"/>
                </a:lnTo>
                <a:lnTo>
                  <a:pt x="573575" y="695391"/>
                </a:lnTo>
                <a:lnTo>
                  <a:pt x="635732" y="699607"/>
                </a:lnTo>
                <a:lnTo>
                  <a:pt x="699515" y="701039"/>
                </a:lnTo>
                <a:lnTo>
                  <a:pt x="763299" y="699607"/>
                </a:lnTo>
                <a:lnTo>
                  <a:pt x="825456" y="695391"/>
                </a:lnTo>
                <a:lnTo>
                  <a:pt x="885740" y="688516"/>
                </a:lnTo>
                <a:lnTo>
                  <a:pt x="943907" y="679106"/>
                </a:lnTo>
                <a:lnTo>
                  <a:pt x="999714" y="667284"/>
                </a:lnTo>
                <a:lnTo>
                  <a:pt x="1052914" y="653175"/>
                </a:lnTo>
                <a:lnTo>
                  <a:pt x="1103264" y="636902"/>
                </a:lnTo>
                <a:lnTo>
                  <a:pt x="1150519" y="618589"/>
                </a:lnTo>
                <a:lnTo>
                  <a:pt x="1194434" y="598360"/>
                </a:lnTo>
                <a:lnTo>
                  <a:pt x="1234766" y="576339"/>
                </a:lnTo>
                <a:lnTo>
                  <a:pt x="1271268" y="552650"/>
                </a:lnTo>
                <a:lnTo>
                  <a:pt x="1303697" y="527416"/>
                </a:lnTo>
                <a:lnTo>
                  <a:pt x="1331808" y="500762"/>
                </a:lnTo>
                <a:lnTo>
                  <a:pt x="1374097" y="443688"/>
                </a:lnTo>
                <a:lnTo>
                  <a:pt x="1396179" y="382418"/>
                </a:lnTo>
                <a:lnTo>
                  <a:pt x="1399031" y="350519"/>
                </a:lnTo>
                <a:lnTo>
                  <a:pt x="1396179" y="318621"/>
                </a:lnTo>
                <a:lnTo>
                  <a:pt x="1374097" y="257351"/>
                </a:lnTo>
                <a:lnTo>
                  <a:pt x="1331808" y="200277"/>
                </a:lnTo>
                <a:lnTo>
                  <a:pt x="1303697" y="173623"/>
                </a:lnTo>
                <a:lnTo>
                  <a:pt x="1271268" y="148389"/>
                </a:lnTo>
                <a:lnTo>
                  <a:pt x="1234766" y="124700"/>
                </a:lnTo>
                <a:lnTo>
                  <a:pt x="1194434" y="102679"/>
                </a:lnTo>
                <a:lnTo>
                  <a:pt x="1150519" y="82450"/>
                </a:lnTo>
                <a:lnTo>
                  <a:pt x="1103264" y="64137"/>
                </a:lnTo>
                <a:lnTo>
                  <a:pt x="1052914" y="47864"/>
                </a:lnTo>
                <a:lnTo>
                  <a:pt x="999714" y="33755"/>
                </a:lnTo>
                <a:lnTo>
                  <a:pt x="943907" y="21933"/>
                </a:lnTo>
                <a:lnTo>
                  <a:pt x="885740" y="12523"/>
                </a:lnTo>
                <a:lnTo>
                  <a:pt x="825456" y="5648"/>
                </a:lnTo>
                <a:lnTo>
                  <a:pt x="763299" y="1432"/>
                </a:lnTo>
                <a:lnTo>
                  <a:pt x="699515" y="0"/>
                </a:lnTo>
                <a:close/>
              </a:path>
              <a:path w="3485515" h="1975485">
                <a:moveTo>
                  <a:pt x="1330451" y="1274063"/>
                </a:moveTo>
                <a:lnTo>
                  <a:pt x="1330451" y="1975103"/>
                </a:lnTo>
                <a:lnTo>
                  <a:pt x="3485387" y="1975103"/>
                </a:lnTo>
                <a:lnTo>
                  <a:pt x="3485387" y="1274063"/>
                </a:lnTo>
                <a:lnTo>
                  <a:pt x="1330451" y="127406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53327" y="5434073"/>
            <a:ext cx="16281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Estudante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92978" y="4144770"/>
            <a:ext cx="83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Nome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5999" y="4024374"/>
            <a:ext cx="4991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RM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25866" y="4106670"/>
            <a:ext cx="1330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Endereço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82692" y="2446019"/>
            <a:ext cx="5108575" cy="2804160"/>
          </a:xfrm>
          <a:custGeom>
            <a:avLst/>
            <a:gdLst/>
            <a:ahLst/>
            <a:cxnLst/>
            <a:rect l="l" t="t" r="r" b="b"/>
            <a:pathLst>
              <a:path w="5108575" h="2804160">
                <a:moveTo>
                  <a:pt x="0" y="2217419"/>
                </a:moveTo>
                <a:lnTo>
                  <a:pt x="728471" y="2790443"/>
                </a:lnTo>
              </a:path>
              <a:path w="5108575" h="2804160">
                <a:moveTo>
                  <a:pt x="3816095" y="2217419"/>
                </a:moveTo>
                <a:lnTo>
                  <a:pt x="2663951" y="2793491"/>
                </a:lnTo>
              </a:path>
              <a:path w="5108575" h="2804160">
                <a:moveTo>
                  <a:pt x="2520695" y="2147315"/>
                </a:moveTo>
                <a:lnTo>
                  <a:pt x="1944623" y="2763011"/>
                </a:lnTo>
              </a:path>
              <a:path w="5108575" h="2804160">
                <a:moveTo>
                  <a:pt x="1208531" y="2074163"/>
                </a:moveTo>
                <a:lnTo>
                  <a:pt x="1278635" y="2804159"/>
                </a:lnTo>
              </a:path>
              <a:path w="5108575" h="2804160">
                <a:moveTo>
                  <a:pt x="4440935" y="15239"/>
                </a:moveTo>
                <a:lnTo>
                  <a:pt x="4376611" y="16689"/>
                </a:lnTo>
                <a:lnTo>
                  <a:pt x="4313993" y="20951"/>
                </a:lnTo>
                <a:lnTo>
                  <a:pt x="4253364" y="27895"/>
                </a:lnTo>
                <a:lnTo>
                  <a:pt x="4195008" y="37390"/>
                </a:lnTo>
                <a:lnTo>
                  <a:pt x="4139208" y="49307"/>
                </a:lnTo>
                <a:lnTo>
                  <a:pt x="4086246" y="63515"/>
                </a:lnTo>
                <a:lnTo>
                  <a:pt x="4036405" y="79884"/>
                </a:lnTo>
                <a:lnTo>
                  <a:pt x="3989968" y="98283"/>
                </a:lnTo>
                <a:lnTo>
                  <a:pt x="3947218" y="118583"/>
                </a:lnTo>
                <a:lnTo>
                  <a:pt x="3908438" y="140652"/>
                </a:lnTo>
                <a:lnTo>
                  <a:pt x="3873911" y="164362"/>
                </a:lnTo>
                <a:lnTo>
                  <a:pt x="3843920" y="189580"/>
                </a:lnTo>
                <a:lnTo>
                  <a:pt x="3798675" y="244025"/>
                </a:lnTo>
                <a:lnTo>
                  <a:pt x="3774969" y="302944"/>
                </a:lnTo>
                <a:lnTo>
                  <a:pt x="3771899" y="333755"/>
                </a:lnTo>
                <a:lnTo>
                  <a:pt x="3774969" y="364567"/>
                </a:lnTo>
                <a:lnTo>
                  <a:pt x="3798675" y="423486"/>
                </a:lnTo>
                <a:lnTo>
                  <a:pt x="3843920" y="477931"/>
                </a:lnTo>
                <a:lnTo>
                  <a:pt x="3873911" y="503149"/>
                </a:lnTo>
                <a:lnTo>
                  <a:pt x="3908438" y="526859"/>
                </a:lnTo>
                <a:lnTo>
                  <a:pt x="3947218" y="548928"/>
                </a:lnTo>
                <a:lnTo>
                  <a:pt x="3989968" y="569228"/>
                </a:lnTo>
                <a:lnTo>
                  <a:pt x="4036405" y="587627"/>
                </a:lnTo>
                <a:lnTo>
                  <a:pt x="4086246" y="603996"/>
                </a:lnTo>
                <a:lnTo>
                  <a:pt x="4139208" y="618204"/>
                </a:lnTo>
                <a:lnTo>
                  <a:pt x="4195008" y="630121"/>
                </a:lnTo>
                <a:lnTo>
                  <a:pt x="4253364" y="639616"/>
                </a:lnTo>
                <a:lnTo>
                  <a:pt x="4313993" y="646560"/>
                </a:lnTo>
                <a:lnTo>
                  <a:pt x="4376611" y="650822"/>
                </a:lnTo>
                <a:lnTo>
                  <a:pt x="4440935" y="652271"/>
                </a:lnTo>
                <a:lnTo>
                  <a:pt x="4505245" y="650822"/>
                </a:lnTo>
                <a:lnTo>
                  <a:pt x="4567820" y="646560"/>
                </a:lnTo>
                <a:lnTo>
                  <a:pt x="4628381" y="639616"/>
                </a:lnTo>
                <a:lnTo>
                  <a:pt x="4686649" y="630121"/>
                </a:lnTo>
                <a:lnTo>
                  <a:pt x="4742345" y="618204"/>
                </a:lnTo>
                <a:lnTo>
                  <a:pt x="4795190" y="603996"/>
                </a:lnTo>
                <a:lnTo>
                  <a:pt x="4844904" y="587627"/>
                </a:lnTo>
                <a:lnTo>
                  <a:pt x="4891208" y="569228"/>
                </a:lnTo>
                <a:lnTo>
                  <a:pt x="4933824" y="548928"/>
                </a:lnTo>
                <a:lnTo>
                  <a:pt x="4972471" y="526859"/>
                </a:lnTo>
                <a:lnTo>
                  <a:pt x="5006871" y="503149"/>
                </a:lnTo>
                <a:lnTo>
                  <a:pt x="5036745" y="477931"/>
                </a:lnTo>
                <a:lnTo>
                  <a:pt x="5081797" y="423486"/>
                </a:lnTo>
                <a:lnTo>
                  <a:pt x="5105393" y="364567"/>
                </a:lnTo>
                <a:lnTo>
                  <a:pt x="5108447" y="333755"/>
                </a:lnTo>
                <a:lnTo>
                  <a:pt x="5105393" y="302944"/>
                </a:lnTo>
                <a:lnTo>
                  <a:pt x="5081797" y="244025"/>
                </a:lnTo>
                <a:lnTo>
                  <a:pt x="5036745" y="189580"/>
                </a:lnTo>
                <a:lnTo>
                  <a:pt x="5006871" y="164362"/>
                </a:lnTo>
                <a:lnTo>
                  <a:pt x="4972471" y="140652"/>
                </a:lnTo>
                <a:lnTo>
                  <a:pt x="4933824" y="118583"/>
                </a:lnTo>
                <a:lnTo>
                  <a:pt x="4891208" y="98283"/>
                </a:lnTo>
                <a:lnTo>
                  <a:pt x="4844904" y="79884"/>
                </a:lnTo>
                <a:lnTo>
                  <a:pt x="4795190" y="63515"/>
                </a:lnTo>
                <a:lnTo>
                  <a:pt x="4742345" y="49307"/>
                </a:lnTo>
                <a:lnTo>
                  <a:pt x="4686649" y="37390"/>
                </a:lnTo>
                <a:lnTo>
                  <a:pt x="4628381" y="27895"/>
                </a:lnTo>
                <a:lnTo>
                  <a:pt x="4567820" y="20951"/>
                </a:lnTo>
                <a:lnTo>
                  <a:pt x="4505245" y="16689"/>
                </a:lnTo>
                <a:lnTo>
                  <a:pt x="4440935" y="15239"/>
                </a:lnTo>
                <a:close/>
              </a:path>
              <a:path w="5108575" h="2804160">
                <a:moveTo>
                  <a:pt x="2929127" y="0"/>
                </a:moveTo>
                <a:lnTo>
                  <a:pt x="2864818" y="1449"/>
                </a:lnTo>
                <a:lnTo>
                  <a:pt x="2802243" y="5711"/>
                </a:lnTo>
                <a:lnTo>
                  <a:pt x="2741682" y="12655"/>
                </a:lnTo>
                <a:lnTo>
                  <a:pt x="2683414" y="22150"/>
                </a:lnTo>
                <a:lnTo>
                  <a:pt x="2627718" y="34067"/>
                </a:lnTo>
                <a:lnTo>
                  <a:pt x="2574873" y="48275"/>
                </a:lnTo>
                <a:lnTo>
                  <a:pt x="2525159" y="64644"/>
                </a:lnTo>
                <a:lnTo>
                  <a:pt x="2478855" y="83043"/>
                </a:lnTo>
                <a:lnTo>
                  <a:pt x="2436239" y="103343"/>
                </a:lnTo>
                <a:lnTo>
                  <a:pt x="2397592" y="125412"/>
                </a:lnTo>
                <a:lnTo>
                  <a:pt x="2363191" y="149122"/>
                </a:lnTo>
                <a:lnTo>
                  <a:pt x="2333318" y="174340"/>
                </a:lnTo>
                <a:lnTo>
                  <a:pt x="2288266" y="228785"/>
                </a:lnTo>
                <a:lnTo>
                  <a:pt x="2264670" y="287704"/>
                </a:lnTo>
                <a:lnTo>
                  <a:pt x="2261615" y="318515"/>
                </a:lnTo>
                <a:lnTo>
                  <a:pt x="2264670" y="349074"/>
                </a:lnTo>
                <a:lnTo>
                  <a:pt x="2288266" y="407573"/>
                </a:lnTo>
                <a:lnTo>
                  <a:pt x="2333318" y="461703"/>
                </a:lnTo>
                <a:lnTo>
                  <a:pt x="2363191" y="486798"/>
                </a:lnTo>
                <a:lnTo>
                  <a:pt x="2397592" y="510405"/>
                </a:lnTo>
                <a:lnTo>
                  <a:pt x="2436239" y="532390"/>
                </a:lnTo>
                <a:lnTo>
                  <a:pt x="2478855" y="552623"/>
                </a:lnTo>
                <a:lnTo>
                  <a:pt x="2525159" y="570970"/>
                </a:lnTo>
                <a:lnTo>
                  <a:pt x="2574873" y="587299"/>
                </a:lnTo>
                <a:lnTo>
                  <a:pt x="2627718" y="601479"/>
                </a:lnTo>
                <a:lnTo>
                  <a:pt x="2683414" y="613377"/>
                </a:lnTo>
                <a:lnTo>
                  <a:pt x="2741682" y="622861"/>
                </a:lnTo>
                <a:lnTo>
                  <a:pt x="2802243" y="629799"/>
                </a:lnTo>
                <a:lnTo>
                  <a:pt x="2864818" y="634058"/>
                </a:lnTo>
                <a:lnTo>
                  <a:pt x="2929127" y="635507"/>
                </a:lnTo>
                <a:lnTo>
                  <a:pt x="2993452" y="634058"/>
                </a:lnTo>
                <a:lnTo>
                  <a:pt x="3056070" y="629799"/>
                </a:lnTo>
                <a:lnTo>
                  <a:pt x="3116699" y="622861"/>
                </a:lnTo>
                <a:lnTo>
                  <a:pt x="3175054" y="613377"/>
                </a:lnTo>
                <a:lnTo>
                  <a:pt x="3230855" y="601479"/>
                </a:lnTo>
                <a:lnTo>
                  <a:pt x="3283817" y="587299"/>
                </a:lnTo>
                <a:lnTo>
                  <a:pt x="3333658" y="570970"/>
                </a:lnTo>
                <a:lnTo>
                  <a:pt x="3380095" y="552623"/>
                </a:lnTo>
                <a:lnTo>
                  <a:pt x="3422845" y="532390"/>
                </a:lnTo>
                <a:lnTo>
                  <a:pt x="3461625" y="510405"/>
                </a:lnTo>
                <a:lnTo>
                  <a:pt x="3496152" y="486798"/>
                </a:lnTo>
                <a:lnTo>
                  <a:pt x="3526143" y="461703"/>
                </a:lnTo>
                <a:lnTo>
                  <a:pt x="3571387" y="407573"/>
                </a:lnTo>
                <a:lnTo>
                  <a:pt x="3595094" y="349074"/>
                </a:lnTo>
                <a:lnTo>
                  <a:pt x="3598163" y="318515"/>
                </a:lnTo>
                <a:lnTo>
                  <a:pt x="3595094" y="287704"/>
                </a:lnTo>
                <a:lnTo>
                  <a:pt x="3571387" y="228785"/>
                </a:lnTo>
                <a:lnTo>
                  <a:pt x="3526143" y="174340"/>
                </a:lnTo>
                <a:lnTo>
                  <a:pt x="3496152" y="149122"/>
                </a:lnTo>
                <a:lnTo>
                  <a:pt x="3461625" y="125412"/>
                </a:lnTo>
                <a:lnTo>
                  <a:pt x="3422845" y="103343"/>
                </a:lnTo>
                <a:lnTo>
                  <a:pt x="3380095" y="83043"/>
                </a:lnTo>
                <a:lnTo>
                  <a:pt x="3333658" y="64644"/>
                </a:lnTo>
                <a:lnTo>
                  <a:pt x="3283817" y="48275"/>
                </a:lnTo>
                <a:lnTo>
                  <a:pt x="3230855" y="34067"/>
                </a:lnTo>
                <a:lnTo>
                  <a:pt x="3175054" y="22150"/>
                </a:lnTo>
                <a:lnTo>
                  <a:pt x="3116699" y="12655"/>
                </a:lnTo>
                <a:lnTo>
                  <a:pt x="3056070" y="5711"/>
                </a:lnTo>
                <a:lnTo>
                  <a:pt x="2993452" y="1449"/>
                </a:lnTo>
                <a:lnTo>
                  <a:pt x="2929127" y="0"/>
                </a:lnTo>
                <a:close/>
              </a:path>
              <a:path w="5108575" h="2804160">
                <a:moveTo>
                  <a:pt x="1429511" y="41147"/>
                </a:moveTo>
                <a:lnTo>
                  <a:pt x="1365202" y="42612"/>
                </a:lnTo>
                <a:lnTo>
                  <a:pt x="1302627" y="46917"/>
                </a:lnTo>
                <a:lnTo>
                  <a:pt x="1242066" y="53928"/>
                </a:lnTo>
                <a:lnTo>
                  <a:pt x="1183798" y="63511"/>
                </a:lnTo>
                <a:lnTo>
                  <a:pt x="1128102" y="75533"/>
                </a:lnTo>
                <a:lnTo>
                  <a:pt x="1075257" y="89858"/>
                </a:lnTo>
                <a:lnTo>
                  <a:pt x="1025543" y="106354"/>
                </a:lnTo>
                <a:lnTo>
                  <a:pt x="979239" y="124886"/>
                </a:lnTo>
                <a:lnTo>
                  <a:pt x="936623" y="145320"/>
                </a:lnTo>
                <a:lnTo>
                  <a:pt x="897976" y="167522"/>
                </a:lnTo>
                <a:lnTo>
                  <a:pt x="863575" y="191358"/>
                </a:lnTo>
                <a:lnTo>
                  <a:pt x="833702" y="216694"/>
                </a:lnTo>
                <a:lnTo>
                  <a:pt x="788650" y="271331"/>
                </a:lnTo>
                <a:lnTo>
                  <a:pt x="765054" y="330361"/>
                </a:lnTo>
                <a:lnTo>
                  <a:pt x="761999" y="361187"/>
                </a:lnTo>
                <a:lnTo>
                  <a:pt x="765054" y="391761"/>
                </a:lnTo>
                <a:lnTo>
                  <a:pt x="788650" y="450371"/>
                </a:lnTo>
                <a:lnTo>
                  <a:pt x="833702" y="504693"/>
                </a:lnTo>
                <a:lnTo>
                  <a:pt x="863575" y="529906"/>
                </a:lnTo>
                <a:lnTo>
                  <a:pt x="897976" y="553639"/>
                </a:lnTo>
                <a:lnTo>
                  <a:pt x="936623" y="575757"/>
                </a:lnTo>
                <a:lnTo>
                  <a:pt x="979239" y="596124"/>
                </a:lnTo>
                <a:lnTo>
                  <a:pt x="1025543" y="614603"/>
                </a:lnTo>
                <a:lnTo>
                  <a:pt x="1075257" y="631060"/>
                </a:lnTo>
                <a:lnTo>
                  <a:pt x="1128102" y="645357"/>
                </a:lnTo>
                <a:lnTo>
                  <a:pt x="1183798" y="657359"/>
                </a:lnTo>
                <a:lnTo>
                  <a:pt x="1242066" y="666931"/>
                </a:lnTo>
                <a:lnTo>
                  <a:pt x="1302627" y="673936"/>
                </a:lnTo>
                <a:lnTo>
                  <a:pt x="1365202" y="678239"/>
                </a:lnTo>
                <a:lnTo>
                  <a:pt x="1429511" y="679703"/>
                </a:lnTo>
                <a:lnTo>
                  <a:pt x="1493821" y="678239"/>
                </a:lnTo>
                <a:lnTo>
                  <a:pt x="1556396" y="673936"/>
                </a:lnTo>
                <a:lnTo>
                  <a:pt x="1616957" y="666931"/>
                </a:lnTo>
                <a:lnTo>
                  <a:pt x="1675225" y="657359"/>
                </a:lnTo>
                <a:lnTo>
                  <a:pt x="1730921" y="645357"/>
                </a:lnTo>
                <a:lnTo>
                  <a:pt x="1783766" y="631060"/>
                </a:lnTo>
                <a:lnTo>
                  <a:pt x="1833480" y="614603"/>
                </a:lnTo>
                <a:lnTo>
                  <a:pt x="1879784" y="596124"/>
                </a:lnTo>
                <a:lnTo>
                  <a:pt x="1922400" y="575757"/>
                </a:lnTo>
                <a:lnTo>
                  <a:pt x="1961047" y="553639"/>
                </a:lnTo>
                <a:lnTo>
                  <a:pt x="1995447" y="529906"/>
                </a:lnTo>
                <a:lnTo>
                  <a:pt x="2025321" y="504693"/>
                </a:lnTo>
                <a:lnTo>
                  <a:pt x="2070373" y="450371"/>
                </a:lnTo>
                <a:lnTo>
                  <a:pt x="2093969" y="391761"/>
                </a:lnTo>
                <a:lnTo>
                  <a:pt x="2097023" y="361187"/>
                </a:lnTo>
                <a:lnTo>
                  <a:pt x="2093969" y="330361"/>
                </a:lnTo>
                <a:lnTo>
                  <a:pt x="2070373" y="271331"/>
                </a:lnTo>
                <a:lnTo>
                  <a:pt x="2025321" y="216694"/>
                </a:lnTo>
                <a:lnTo>
                  <a:pt x="1995447" y="191358"/>
                </a:lnTo>
                <a:lnTo>
                  <a:pt x="1961047" y="167522"/>
                </a:lnTo>
                <a:lnTo>
                  <a:pt x="1922400" y="145320"/>
                </a:lnTo>
                <a:lnTo>
                  <a:pt x="1879784" y="124886"/>
                </a:lnTo>
                <a:lnTo>
                  <a:pt x="1833480" y="106354"/>
                </a:lnTo>
                <a:lnTo>
                  <a:pt x="1783766" y="89858"/>
                </a:lnTo>
                <a:lnTo>
                  <a:pt x="1730921" y="75533"/>
                </a:lnTo>
                <a:lnTo>
                  <a:pt x="1675225" y="63511"/>
                </a:lnTo>
                <a:lnTo>
                  <a:pt x="1616957" y="53928"/>
                </a:lnTo>
                <a:lnTo>
                  <a:pt x="1556396" y="46917"/>
                </a:lnTo>
                <a:lnTo>
                  <a:pt x="1493821" y="42612"/>
                </a:lnTo>
                <a:lnTo>
                  <a:pt x="1429511" y="41147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25709" y="4153914"/>
            <a:ext cx="719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Fone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32802" y="2610102"/>
            <a:ext cx="585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Rua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82482" y="2623819"/>
            <a:ext cx="1109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Número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10697" y="2623819"/>
            <a:ext cx="650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CEP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64610" y="3089909"/>
            <a:ext cx="5829300" cy="2543810"/>
            <a:chOff x="1985010" y="3089909"/>
            <a:chExt cx="5829300" cy="2543810"/>
          </a:xfrm>
        </p:grpSpPr>
        <p:sp>
          <p:nvSpPr>
            <p:cNvPr id="17" name="object 17"/>
            <p:cNvSpPr/>
            <p:nvPr/>
          </p:nvSpPr>
          <p:spPr>
            <a:xfrm>
              <a:off x="4960619" y="3108959"/>
              <a:ext cx="2834640" cy="891540"/>
            </a:xfrm>
            <a:custGeom>
              <a:avLst/>
              <a:gdLst/>
              <a:ahLst/>
              <a:cxnLst/>
              <a:rect l="l" t="t" r="r" b="b"/>
              <a:pathLst>
                <a:path w="2834640" h="891539">
                  <a:moveTo>
                    <a:pt x="771143" y="821435"/>
                  </a:moveTo>
                  <a:lnTo>
                    <a:pt x="0" y="53339"/>
                  </a:lnTo>
                </a:path>
                <a:path w="2834640" h="891539">
                  <a:moveTo>
                    <a:pt x="1101851" y="809243"/>
                  </a:moveTo>
                  <a:lnTo>
                    <a:pt x="1391411" y="0"/>
                  </a:lnTo>
                </a:path>
                <a:path w="2834640" h="891539">
                  <a:moveTo>
                    <a:pt x="1652015" y="891539"/>
                  </a:moveTo>
                  <a:lnTo>
                    <a:pt x="2834639" y="2590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01012" y="3361944"/>
              <a:ext cx="3474720" cy="715010"/>
            </a:xfrm>
            <a:custGeom>
              <a:avLst/>
              <a:gdLst/>
              <a:ahLst/>
              <a:cxnLst/>
              <a:rect l="l" t="t" r="r" b="b"/>
              <a:pathLst>
                <a:path w="3474720" h="715010">
                  <a:moveTo>
                    <a:pt x="3370565" y="652033"/>
                  </a:moveTo>
                  <a:lnTo>
                    <a:pt x="3326573" y="624430"/>
                  </a:lnTo>
                  <a:lnTo>
                    <a:pt x="7620" y="0"/>
                  </a:lnTo>
                  <a:lnTo>
                    <a:pt x="0" y="38100"/>
                  </a:lnTo>
                  <a:lnTo>
                    <a:pt x="3320570" y="661354"/>
                  </a:lnTo>
                  <a:lnTo>
                    <a:pt x="3370565" y="652033"/>
                  </a:lnTo>
                  <a:close/>
                </a:path>
                <a:path w="3474720" h="715010">
                  <a:moveTo>
                    <a:pt x="3425952" y="681127"/>
                  </a:moveTo>
                  <a:lnTo>
                    <a:pt x="3425952" y="643128"/>
                  </a:lnTo>
                  <a:lnTo>
                    <a:pt x="3418332" y="679704"/>
                  </a:lnTo>
                  <a:lnTo>
                    <a:pt x="3320570" y="661354"/>
                  </a:lnTo>
                  <a:lnTo>
                    <a:pt x="3238500" y="676656"/>
                  </a:lnTo>
                  <a:lnTo>
                    <a:pt x="3223260" y="699516"/>
                  </a:lnTo>
                  <a:lnTo>
                    <a:pt x="3225950" y="705969"/>
                  </a:lnTo>
                  <a:lnTo>
                    <a:pt x="3231070" y="711136"/>
                  </a:lnTo>
                  <a:lnTo>
                    <a:pt x="3237619" y="714303"/>
                  </a:lnTo>
                  <a:lnTo>
                    <a:pt x="3244596" y="714756"/>
                  </a:lnTo>
                  <a:lnTo>
                    <a:pt x="3425952" y="681127"/>
                  </a:lnTo>
                  <a:close/>
                </a:path>
                <a:path w="3474720" h="715010">
                  <a:moveTo>
                    <a:pt x="3474720" y="672084"/>
                  </a:moveTo>
                  <a:lnTo>
                    <a:pt x="3276600" y="548640"/>
                  </a:lnTo>
                  <a:lnTo>
                    <a:pt x="3269337" y="545734"/>
                  </a:lnTo>
                  <a:lnTo>
                    <a:pt x="3261931" y="545973"/>
                  </a:lnTo>
                  <a:lnTo>
                    <a:pt x="3255383" y="549068"/>
                  </a:lnTo>
                  <a:lnTo>
                    <a:pt x="3250692" y="554736"/>
                  </a:lnTo>
                  <a:lnTo>
                    <a:pt x="3247786" y="561784"/>
                  </a:lnTo>
                  <a:lnTo>
                    <a:pt x="3248025" y="568833"/>
                  </a:lnTo>
                  <a:lnTo>
                    <a:pt x="3251120" y="575310"/>
                  </a:lnTo>
                  <a:lnTo>
                    <a:pt x="3256788" y="580644"/>
                  </a:lnTo>
                  <a:lnTo>
                    <a:pt x="3326573" y="624430"/>
                  </a:lnTo>
                  <a:lnTo>
                    <a:pt x="3425952" y="643128"/>
                  </a:lnTo>
                  <a:lnTo>
                    <a:pt x="3425952" y="681127"/>
                  </a:lnTo>
                  <a:lnTo>
                    <a:pt x="3474720" y="672084"/>
                  </a:lnTo>
                  <a:close/>
                </a:path>
                <a:path w="3474720" h="715010">
                  <a:moveTo>
                    <a:pt x="3418332" y="679704"/>
                  </a:moveTo>
                  <a:lnTo>
                    <a:pt x="3418332" y="643128"/>
                  </a:lnTo>
                  <a:lnTo>
                    <a:pt x="3412236" y="678180"/>
                  </a:lnTo>
                  <a:lnTo>
                    <a:pt x="3370565" y="652033"/>
                  </a:lnTo>
                  <a:lnTo>
                    <a:pt x="3320570" y="661354"/>
                  </a:lnTo>
                  <a:lnTo>
                    <a:pt x="3418332" y="679704"/>
                  </a:lnTo>
                  <a:close/>
                </a:path>
                <a:path w="3474720" h="715010">
                  <a:moveTo>
                    <a:pt x="3425952" y="643128"/>
                  </a:moveTo>
                  <a:lnTo>
                    <a:pt x="3326573" y="624430"/>
                  </a:lnTo>
                  <a:lnTo>
                    <a:pt x="3370565" y="652033"/>
                  </a:lnTo>
                  <a:lnTo>
                    <a:pt x="3418332" y="643128"/>
                  </a:lnTo>
                  <a:lnTo>
                    <a:pt x="3418332" y="679704"/>
                  </a:lnTo>
                  <a:lnTo>
                    <a:pt x="3425952" y="643128"/>
                  </a:lnTo>
                  <a:close/>
                </a:path>
                <a:path w="3474720" h="715010">
                  <a:moveTo>
                    <a:pt x="3418332" y="643128"/>
                  </a:moveTo>
                  <a:lnTo>
                    <a:pt x="3370565" y="652033"/>
                  </a:lnTo>
                  <a:lnTo>
                    <a:pt x="3412236" y="678180"/>
                  </a:lnTo>
                  <a:lnTo>
                    <a:pt x="3418332" y="6431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04060" y="3381755"/>
              <a:ext cx="1905" cy="2232660"/>
            </a:xfrm>
            <a:custGeom>
              <a:avLst/>
              <a:gdLst/>
              <a:ahLst/>
              <a:cxnLst/>
              <a:rect l="l" t="t" r="r" b="b"/>
              <a:pathLst>
                <a:path w="1905" h="2232660">
                  <a:moveTo>
                    <a:pt x="1523" y="0"/>
                  </a:moveTo>
                  <a:lnTo>
                    <a:pt x="0" y="22326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667136" y="5667246"/>
            <a:ext cx="279273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170" dirty="0">
                <a:latin typeface="Tahoma"/>
                <a:cs typeface="Tahoma"/>
              </a:rPr>
              <a:t>Atributo</a:t>
            </a:r>
            <a:r>
              <a:rPr sz="2300" spc="-15" dirty="0">
                <a:latin typeface="Tahoma"/>
                <a:cs typeface="Tahoma"/>
              </a:rPr>
              <a:t> </a:t>
            </a:r>
            <a:r>
              <a:rPr sz="2300" spc="155" dirty="0">
                <a:latin typeface="Tahoma"/>
                <a:cs typeface="Tahoma"/>
              </a:rPr>
              <a:t>Composto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MER</a:t>
            </a:r>
          </a:p>
          <a:p>
            <a:pPr marL="12700">
              <a:lnSpc>
                <a:spcPct val="100000"/>
              </a:lnSpc>
            </a:pPr>
            <a:r>
              <a:rPr dirty="0"/>
              <a:t>Atributos</a:t>
            </a:r>
            <a:r>
              <a:rPr spc="-90" dirty="0"/>
              <a:t> </a:t>
            </a:r>
            <a:r>
              <a:rPr spc="-10" dirty="0"/>
              <a:t>Derivados</a:t>
            </a:r>
          </a:p>
        </p:txBody>
      </p:sp>
      <p:sp>
        <p:nvSpPr>
          <p:cNvPr id="3" name="object 3"/>
          <p:cNvSpPr/>
          <p:nvPr/>
        </p:nvSpPr>
        <p:spPr>
          <a:xfrm>
            <a:off x="8757411" y="3831336"/>
            <a:ext cx="1435100" cy="889000"/>
          </a:xfrm>
          <a:custGeom>
            <a:avLst/>
            <a:gdLst/>
            <a:ahLst/>
            <a:cxnLst/>
            <a:rect l="l" t="t" r="r" b="b"/>
            <a:pathLst>
              <a:path w="1435100" h="889000">
                <a:moveTo>
                  <a:pt x="1397000" y="608076"/>
                </a:moveTo>
                <a:lnTo>
                  <a:pt x="1397000" y="509016"/>
                </a:lnTo>
                <a:lnTo>
                  <a:pt x="1384300" y="548640"/>
                </a:lnTo>
                <a:lnTo>
                  <a:pt x="1358900" y="588264"/>
                </a:lnTo>
                <a:lnTo>
                  <a:pt x="1333500" y="624840"/>
                </a:lnTo>
                <a:lnTo>
                  <a:pt x="1320800" y="641604"/>
                </a:lnTo>
                <a:lnTo>
                  <a:pt x="1295400" y="659892"/>
                </a:lnTo>
                <a:lnTo>
                  <a:pt x="1282700" y="675132"/>
                </a:lnTo>
                <a:lnTo>
                  <a:pt x="1257300" y="691896"/>
                </a:lnTo>
                <a:lnTo>
                  <a:pt x="1244600" y="707136"/>
                </a:lnTo>
                <a:lnTo>
                  <a:pt x="1168400" y="748284"/>
                </a:lnTo>
                <a:lnTo>
                  <a:pt x="1155700" y="760476"/>
                </a:lnTo>
                <a:lnTo>
                  <a:pt x="1130300" y="772668"/>
                </a:lnTo>
                <a:lnTo>
                  <a:pt x="1066800" y="794004"/>
                </a:lnTo>
                <a:lnTo>
                  <a:pt x="1016000" y="812292"/>
                </a:lnTo>
                <a:lnTo>
                  <a:pt x="952500" y="827532"/>
                </a:lnTo>
                <a:lnTo>
                  <a:pt x="914400" y="833628"/>
                </a:lnTo>
                <a:lnTo>
                  <a:pt x="889000" y="838200"/>
                </a:lnTo>
                <a:lnTo>
                  <a:pt x="825500" y="847344"/>
                </a:lnTo>
                <a:lnTo>
                  <a:pt x="711200" y="851916"/>
                </a:lnTo>
                <a:lnTo>
                  <a:pt x="685800" y="850392"/>
                </a:lnTo>
                <a:lnTo>
                  <a:pt x="609600" y="847344"/>
                </a:lnTo>
                <a:lnTo>
                  <a:pt x="584200" y="842772"/>
                </a:lnTo>
                <a:lnTo>
                  <a:pt x="520700" y="833628"/>
                </a:lnTo>
                <a:lnTo>
                  <a:pt x="482600" y="827532"/>
                </a:lnTo>
                <a:lnTo>
                  <a:pt x="419100" y="812292"/>
                </a:lnTo>
                <a:lnTo>
                  <a:pt x="368300" y="794004"/>
                </a:lnTo>
                <a:lnTo>
                  <a:pt x="304800" y="772668"/>
                </a:lnTo>
                <a:lnTo>
                  <a:pt x="254000" y="748284"/>
                </a:lnTo>
                <a:lnTo>
                  <a:pt x="228600" y="734568"/>
                </a:lnTo>
                <a:lnTo>
                  <a:pt x="215900" y="720852"/>
                </a:lnTo>
                <a:lnTo>
                  <a:pt x="165100" y="690372"/>
                </a:lnTo>
                <a:lnTo>
                  <a:pt x="152400" y="675132"/>
                </a:lnTo>
                <a:lnTo>
                  <a:pt x="127000" y="658368"/>
                </a:lnTo>
                <a:lnTo>
                  <a:pt x="114300" y="641604"/>
                </a:lnTo>
                <a:lnTo>
                  <a:pt x="76200" y="586740"/>
                </a:lnTo>
                <a:lnTo>
                  <a:pt x="38100" y="527304"/>
                </a:lnTo>
                <a:lnTo>
                  <a:pt x="38100" y="486156"/>
                </a:lnTo>
                <a:lnTo>
                  <a:pt x="25400" y="464820"/>
                </a:lnTo>
                <a:lnTo>
                  <a:pt x="25400" y="321564"/>
                </a:lnTo>
                <a:lnTo>
                  <a:pt x="12700" y="344424"/>
                </a:lnTo>
                <a:lnTo>
                  <a:pt x="0" y="368808"/>
                </a:lnTo>
                <a:lnTo>
                  <a:pt x="0" y="515112"/>
                </a:lnTo>
                <a:lnTo>
                  <a:pt x="12700" y="537972"/>
                </a:lnTo>
                <a:lnTo>
                  <a:pt x="12700" y="560832"/>
                </a:lnTo>
                <a:lnTo>
                  <a:pt x="25400" y="583692"/>
                </a:lnTo>
                <a:lnTo>
                  <a:pt x="50800" y="626364"/>
                </a:lnTo>
                <a:lnTo>
                  <a:pt x="63500" y="646176"/>
                </a:lnTo>
                <a:lnTo>
                  <a:pt x="88900" y="665988"/>
                </a:lnTo>
                <a:lnTo>
                  <a:pt x="127000" y="702564"/>
                </a:lnTo>
                <a:lnTo>
                  <a:pt x="165100" y="736092"/>
                </a:lnTo>
                <a:lnTo>
                  <a:pt x="215900" y="766572"/>
                </a:lnTo>
                <a:lnTo>
                  <a:pt x="266700" y="794004"/>
                </a:lnTo>
                <a:lnTo>
                  <a:pt x="317500" y="818388"/>
                </a:lnTo>
                <a:lnTo>
                  <a:pt x="355600" y="829056"/>
                </a:lnTo>
                <a:lnTo>
                  <a:pt x="444500" y="856488"/>
                </a:lnTo>
                <a:lnTo>
                  <a:pt x="508000" y="870204"/>
                </a:lnTo>
                <a:lnTo>
                  <a:pt x="571500" y="879348"/>
                </a:lnTo>
                <a:lnTo>
                  <a:pt x="609600" y="883920"/>
                </a:lnTo>
                <a:lnTo>
                  <a:pt x="673100" y="886968"/>
                </a:lnTo>
                <a:lnTo>
                  <a:pt x="711200" y="888492"/>
                </a:lnTo>
                <a:lnTo>
                  <a:pt x="749300" y="888492"/>
                </a:lnTo>
                <a:lnTo>
                  <a:pt x="787400" y="886968"/>
                </a:lnTo>
                <a:lnTo>
                  <a:pt x="825500" y="883920"/>
                </a:lnTo>
                <a:lnTo>
                  <a:pt x="863600" y="879348"/>
                </a:lnTo>
                <a:lnTo>
                  <a:pt x="927100" y="870204"/>
                </a:lnTo>
                <a:lnTo>
                  <a:pt x="952500" y="864108"/>
                </a:lnTo>
                <a:lnTo>
                  <a:pt x="990600" y="856488"/>
                </a:lnTo>
                <a:lnTo>
                  <a:pt x="1016000" y="847344"/>
                </a:lnTo>
                <a:lnTo>
                  <a:pt x="1054100" y="839724"/>
                </a:lnTo>
                <a:lnTo>
                  <a:pt x="1104900" y="818388"/>
                </a:lnTo>
                <a:lnTo>
                  <a:pt x="1143000" y="806196"/>
                </a:lnTo>
                <a:lnTo>
                  <a:pt x="1193800" y="781812"/>
                </a:lnTo>
                <a:lnTo>
                  <a:pt x="1244600" y="752856"/>
                </a:lnTo>
                <a:lnTo>
                  <a:pt x="1257300" y="737616"/>
                </a:lnTo>
                <a:lnTo>
                  <a:pt x="1308100" y="704088"/>
                </a:lnTo>
                <a:lnTo>
                  <a:pt x="1320800" y="685800"/>
                </a:lnTo>
                <a:lnTo>
                  <a:pt x="1346200" y="667512"/>
                </a:lnTo>
                <a:lnTo>
                  <a:pt x="1358900" y="649224"/>
                </a:lnTo>
                <a:lnTo>
                  <a:pt x="1371600" y="629412"/>
                </a:lnTo>
                <a:lnTo>
                  <a:pt x="1397000" y="608076"/>
                </a:lnTo>
                <a:close/>
              </a:path>
              <a:path w="1435100" h="889000">
                <a:moveTo>
                  <a:pt x="1435100" y="519684"/>
                </a:moveTo>
                <a:lnTo>
                  <a:pt x="1435100" y="373380"/>
                </a:lnTo>
                <a:lnTo>
                  <a:pt x="1422400" y="348996"/>
                </a:lnTo>
                <a:lnTo>
                  <a:pt x="1409700" y="326136"/>
                </a:lnTo>
                <a:lnTo>
                  <a:pt x="1409700" y="303276"/>
                </a:lnTo>
                <a:lnTo>
                  <a:pt x="1384300" y="260604"/>
                </a:lnTo>
                <a:lnTo>
                  <a:pt x="1358900" y="240792"/>
                </a:lnTo>
                <a:lnTo>
                  <a:pt x="1346200" y="220980"/>
                </a:lnTo>
                <a:lnTo>
                  <a:pt x="1320800" y="202692"/>
                </a:lnTo>
                <a:lnTo>
                  <a:pt x="1308100" y="185928"/>
                </a:lnTo>
                <a:lnTo>
                  <a:pt x="1282700" y="167640"/>
                </a:lnTo>
                <a:lnTo>
                  <a:pt x="1270000" y="152400"/>
                </a:lnTo>
                <a:lnTo>
                  <a:pt x="1244600" y="135636"/>
                </a:lnTo>
                <a:lnTo>
                  <a:pt x="1219200" y="121920"/>
                </a:lnTo>
                <a:lnTo>
                  <a:pt x="1193800" y="106680"/>
                </a:lnTo>
                <a:lnTo>
                  <a:pt x="1117600" y="70104"/>
                </a:lnTo>
                <a:lnTo>
                  <a:pt x="1079500" y="59436"/>
                </a:lnTo>
                <a:lnTo>
                  <a:pt x="1054100" y="48768"/>
                </a:lnTo>
                <a:lnTo>
                  <a:pt x="1016000" y="39624"/>
                </a:lnTo>
                <a:lnTo>
                  <a:pt x="990600" y="32004"/>
                </a:lnTo>
                <a:lnTo>
                  <a:pt x="952500" y="24384"/>
                </a:lnTo>
                <a:lnTo>
                  <a:pt x="927100" y="18288"/>
                </a:lnTo>
                <a:lnTo>
                  <a:pt x="889000" y="12192"/>
                </a:lnTo>
                <a:lnTo>
                  <a:pt x="863600" y="7620"/>
                </a:lnTo>
                <a:lnTo>
                  <a:pt x="787400" y="1524"/>
                </a:lnTo>
                <a:lnTo>
                  <a:pt x="749300" y="0"/>
                </a:lnTo>
                <a:lnTo>
                  <a:pt x="685800" y="0"/>
                </a:lnTo>
                <a:lnTo>
                  <a:pt x="647700" y="1524"/>
                </a:lnTo>
                <a:lnTo>
                  <a:pt x="571500" y="7620"/>
                </a:lnTo>
                <a:lnTo>
                  <a:pt x="508000" y="16764"/>
                </a:lnTo>
                <a:lnTo>
                  <a:pt x="482600" y="24384"/>
                </a:lnTo>
                <a:lnTo>
                  <a:pt x="444500" y="30480"/>
                </a:lnTo>
                <a:lnTo>
                  <a:pt x="406400" y="39624"/>
                </a:lnTo>
                <a:lnTo>
                  <a:pt x="355600" y="57912"/>
                </a:lnTo>
                <a:lnTo>
                  <a:pt x="317500" y="68580"/>
                </a:lnTo>
                <a:lnTo>
                  <a:pt x="266700" y="92964"/>
                </a:lnTo>
                <a:lnTo>
                  <a:pt x="190500" y="134112"/>
                </a:lnTo>
                <a:lnTo>
                  <a:pt x="165100" y="150876"/>
                </a:lnTo>
                <a:lnTo>
                  <a:pt x="152400" y="166116"/>
                </a:lnTo>
                <a:lnTo>
                  <a:pt x="127000" y="182880"/>
                </a:lnTo>
                <a:lnTo>
                  <a:pt x="101600" y="201168"/>
                </a:lnTo>
                <a:lnTo>
                  <a:pt x="88900" y="219456"/>
                </a:lnTo>
                <a:lnTo>
                  <a:pt x="76200" y="239268"/>
                </a:lnTo>
                <a:lnTo>
                  <a:pt x="63500" y="257556"/>
                </a:lnTo>
                <a:lnTo>
                  <a:pt x="38100" y="278892"/>
                </a:lnTo>
                <a:lnTo>
                  <a:pt x="25400" y="300228"/>
                </a:lnTo>
                <a:lnTo>
                  <a:pt x="25400" y="422148"/>
                </a:lnTo>
                <a:lnTo>
                  <a:pt x="38100" y="399288"/>
                </a:lnTo>
                <a:lnTo>
                  <a:pt x="38100" y="379476"/>
                </a:lnTo>
                <a:lnTo>
                  <a:pt x="50800" y="358140"/>
                </a:lnTo>
                <a:lnTo>
                  <a:pt x="50800" y="338328"/>
                </a:lnTo>
                <a:lnTo>
                  <a:pt x="63500" y="318516"/>
                </a:lnTo>
                <a:lnTo>
                  <a:pt x="76200" y="300228"/>
                </a:lnTo>
                <a:lnTo>
                  <a:pt x="88900" y="280416"/>
                </a:lnTo>
                <a:lnTo>
                  <a:pt x="101600" y="263652"/>
                </a:lnTo>
                <a:lnTo>
                  <a:pt x="114300" y="245364"/>
                </a:lnTo>
                <a:lnTo>
                  <a:pt x="127000" y="228600"/>
                </a:lnTo>
                <a:lnTo>
                  <a:pt x="152400" y="211836"/>
                </a:lnTo>
                <a:lnTo>
                  <a:pt x="190500" y="181356"/>
                </a:lnTo>
                <a:lnTo>
                  <a:pt x="215900" y="166116"/>
                </a:lnTo>
                <a:lnTo>
                  <a:pt x="254000" y="138684"/>
                </a:lnTo>
                <a:lnTo>
                  <a:pt x="304800" y="114300"/>
                </a:lnTo>
                <a:lnTo>
                  <a:pt x="368300" y="92964"/>
                </a:lnTo>
                <a:lnTo>
                  <a:pt x="419100" y="74676"/>
                </a:lnTo>
                <a:lnTo>
                  <a:pt x="457200" y="67056"/>
                </a:lnTo>
                <a:lnTo>
                  <a:pt x="482600" y="60960"/>
                </a:lnTo>
                <a:lnTo>
                  <a:pt x="520700" y="53340"/>
                </a:lnTo>
                <a:lnTo>
                  <a:pt x="546100" y="48768"/>
                </a:lnTo>
                <a:lnTo>
                  <a:pt x="584200" y="44196"/>
                </a:lnTo>
                <a:lnTo>
                  <a:pt x="647700" y="38100"/>
                </a:lnTo>
                <a:lnTo>
                  <a:pt x="685800" y="36576"/>
                </a:lnTo>
                <a:lnTo>
                  <a:pt x="749300" y="36576"/>
                </a:lnTo>
                <a:lnTo>
                  <a:pt x="787400" y="38100"/>
                </a:lnTo>
                <a:lnTo>
                  <a:pt x="825500" y="41148"/>
                </a:lnTo>
                <a:lnTo>
                  <a:pt x="889000" y="48768"/>
                </a:lnTo>
                <a:lnTo>
                  <a:pt x="952500" y="60960"/>
                </a:lnTo>
                <a:lnTo>
                  <a:pt x="1016000" y="76200"/>
                </a:lnTo>
                <a:lnTo>
                  <a:pt x="1066800" y="94488"/>
                </a:lnTo>
                <a:lnTo>
                  <a:pt x="1092200" y="103632"/>
                </a:lnTo>
                <a:lnTo>
                  <a:pt x="1130300" y="115824"/>
                </a:lnTo>
                <a:lnTo>
                  <a:pt x="1155700" y="126492"/>
                </a:lnTo>
                <a:lnTo>
                  <a:pt x="1168400" y="140208"/>
                </a:lnTo>
                <a:lnTo>
                  <a:pt x="1193800" y="152400"/>
                </a:lnTo>
                <a:lnTo>
                  <a:pt x="1219200" y="166116"/>
                </a:lnTo>
                <a:lnTo>
                  <a:pt x="1270000" y="196596"/>
                </a:lnTo>
                <a:lnTo>
                  <a:pt x="1282700" y="213360"/>
                </a:lnTo>
                <a:lnTo>
                  <a:pt x="1295400" y="228600"/>
                </a:lnTo>
                <a:lnTo>
                  <a:pt x="1320800" y="246888"/>
                </a:lnTo>
                <a:lnTo>
                  <a:pt x="1333500" y="263652"/>
                </a:lnTo>
                <a:lnTo>
                  <a:pt x="1358900" y="300228"/>
                </a:lnTo>
                <a:lnTo>
                  <a:pt x="1384300" y="339852"/>
                </a:lnTo>
                <a:lnTo>
                  <a:pt x="1384300" y="359664"/>
                </a:lnTo>
                <a:lnTo>
                  <a:pt x="1397000" y="381000"/>
                </a:lnTo>
                <a:lnTo>
                  <a:pt x="1397000" y="586740"/>
                </a:lnTo>
                <a:lnTo>
                  <a:pt x="1409700" y="565404"/>
                </a:lnTo>
                <a:lnTo>
                  <a:pt x="1435100" y="519684"/>
                </a:lnTo>
                <a:close/>
              </a:path>
              <a:path w="1435100" h="889000">
                <a:moveTo>
                  <a:pt x="1358900" y="515112"/>
                </a:moveTo>
                <a:lnTo>
                  <a:pt x="1358900" y="370332"/>
                </a:lnTo>
                <a:lnTo>
                  <a:pt x="1346200" y="353568"/>
                </a:lnTo>
                <a:lnTo>
                  <a:pt x="1333500" y="320040"/>
                </a:lnTo>
                <a:lnTo>
                  <a:pt x="1308100" y="286512"/>
                </a:lnTo>
                <a:lnTo>
                  <a:pt x="1295400" y="271272"/>
                </a:lnTo>
                <a:lnTo>
                  <a:pt x="1270000" y="254508"/>
                </a:lnTo>
                <a:lnTo>
                  <a:pt x="1257300" y="240792"/>
                </a:lnTo>
                <a:lnTo>
                  <a:pt x="1244600" y="225552"/>
                </a:lnTo>
                <a:lnTo>
                  <a:pt x="1219200" y="211836"/>
                </a:lnTo>
                <a:lnTo>
                  <a:pt x="1181100" y="184404"/>
                </a:lnTo>
                <a:lnTo>
                  <a:pt x="1130300" y="160020"/>
                </a:lnTo>
                <a:lnTo>
                  <a:pt x="1054100" y="128016"/>
                </a:lnTo>
                <a:lnTo>
                  <a:pt x="939800" y="96012"/>
                </a:lnTo>
                <a:lnTo>
                  <a:pt x="850900" y="80772"/>
                </a:lnTo>
                <a:lnTo>
                  <a:pt x="812800" y="77724"/>
                </a:lnTo>
                <a:lnTo>
                  <a:pt x="787400" y="74676"/>
                </a:lnTo>
                <a:lnTo>
                  <a:pt x="749300" y="73152"/>
                </a:lnTo>
                <a:lnTo>
                  <a:pt x="685800" y="73152"/>
                </a:lnTo>
                <a:lnTo>
                  <a:pt x="647700" y="74676"/>
                </a:lnTo>
                <a:lnTo>
                  <a:pt x="622300" y="77724"/>
                </a:lnTo>
                <a:lnTo>
                  <a:pt x="584200" y="80772"/>
                </a:lnTo>
                <a:lnTo>
                  <a:pt x="558800" y="85344"/>
                </a:lnTo>
                <a:lnTo>
                  <a:pt x="520700" y="89916"/>
                </a:lnTo>
                <a:lnTo>
                  <a:pt x="495300" y="96012"/>
                </a:lnTo>
                <a:lnTo>
                  <a:pt x="457200" y="103632"/>
                </a:lnTo>
                <a:lnTo>
                  <a:pt x="406400" y="118872"/>
                </a:lnTo>
                <a:lnTo>
                  <a:pt x="304800" y="160020"/>
                </a:lnTo>
                <a:lnTo>
                  <a:pt x="254000" y="184404"/>
                </a:lnTo>
                <a:lnTo>
                  <a:pt x="190500" y="225552"/>
                </a:lnTo>
                <a:lnTo>
                  <a:pt x="152400" y="256032"/>
                </a:lnTo>
                <a:lnTo>
                  <a:pt x="127000" y="288036"/>
                </a:lnTo>
                <a:lnTo>
                  <a:pt x="114300" y="303276"/>
                </a:lnTo>
                <a:lnTo>
                  <a:pt x="88900" y="336804"/>
                </a:lnTo>
                <a:lnTo>
                  <a:pt x="88900" y="355092"/>
                </a:lnTo>
                <a:lnTo>
                  <a:pt x="76200" y="371856"/>
                </a:lnTo>
                <a:lnTo>
                  <a:pt x="63500" y="408432"/>
                </a:lnTo>
                <a:lnTo>
                  <a:pt x="63500" y="481584"/>
                </a:lnTo>
                <a:lnTo>
                  <a:pt x="76200" y="498348"/>
                </a:lnTo>
                <a:lnTo>
                  <a:pt x="76200" y="516636"/>
                </a:lnTo>
                <a:lnTo>
                  <a:pt x="88900" y="533400"/>
                </a:lnTo>
                <a:lnTo>
                  <a:pt x="101600" y="551688"/>
                </a:lnTo>
                <a:lnTo>
                  <a:pt x="101600" y="416052"/>
                </a:lnTo>
                <a:lnTo>
                  <a:pt x="114300" y="400812"/>
                </a:lnTo>
                <a:lnTo>
                  <a:pt x="114300" y="370332"/>
                </a:lnTo>
                <a:lnTo>
                  <a:pt x="127000" y="356616"/>
                </a:lnTo>
                <a:lnTo>
                  <a:pt x="139700" y="326136"/>
                </a:lnTo>
                <a:lnTo>
                  <a:pt x="152400" y="312420"/>
                </a:lnTo>
                <a:lnTo>
                  <a:pt x="165100" y="297180"/>
                </a:lnTo>
                <a:lnTo>
                  <a:pt x="177800" y="283464"/>
                </a:lnTo>
                <a:lnTo>
                  <a:pt x="203200" y="269748"/>
                </a:lnTo>
                <a:lnTo>
                  <a:pt x="228600" y="242316"/>
                </a:lnTo>
                <a:lnTo>
                  <a:pt x="266700" y="217932"/>
                </a:lnTo>
                <a:lnTo>
                  <a:pt x="317500" y="193548"/>
                </a:lnTo>
                <a:lnTo>
                  <a:pt x="342900" y="182880"/>
                </a:lnTo>
                <a:lnTo>
                  <a:pt x="368300" y="173736"/>
                </a:lnTo>
                <a:lnTo>
                  <a:pt x="393700" y="163068"/>
                </a:lnTo>
                <a:lnTo>
                  <a:pt x="419100" y="155448"/>
                </a:lnTo>
                <a:lnTo>
                  <a:pt x="444500" y="146304"/>
                </a:lnTo>
                <a:lnTo>
                  <a:pt x="469900" y="140208"/>
                </a:lnTo>
                <a:lnTo>
                  <a:pt x="520700" y="126492"/>
                </a:lnTo>
                <a:lnTo>
                  <a:pt x="584200" y="117348"/>
                </a:lnTo>
                <a:lnTo>
                  <a:pt x="622300" y="114300"/>
                </a:lnTo>
                <a:lnTo>
                  <a:pt x="685800" y="111252"/>
                </a:lnTo>
                <a:lnTo>
                  <a:pt x="711200" y="109728"/>
                </a:lnTo>
                <a:lnTo>
                  <a:pt x="787400" y="112776"/>
                </a:lnTo>
                <a:lnTo>
                  <a:pt x="838200" y="117348"/>
                </a:lnTo>
                <a:lnTo>
                  <a:pt x="901700" y="126492"/>
                </a:lnTo>
                <a:lnTo>
                  <a:pt x="965200" y="138684"/>
                </a:lnTo>
                <a:lnTo>
                  <a:pt x="1016000" y="153924"/>
                </a:lnTo>
                <a:lnTo>
                  <a:pt x="1066800" y="172212"/>
                </a:lnTo>
                <a:lnTo>
                  <a:pt x="1143000" y="204216"/>
                </a:lnTo>
                <a:lnTo>
                  <a:pt x="1155700" y="216408"/>
                </a:lnTo>
                <a:lnTo>
                  <a:pt x="1181100" y="228600"/>
                </a:lnTo>
                <a:lnTo>
                  <a:pt x="1193800" y="240792"/>
                </a:lnTo>
                <a:lnTo>
                  <a:pt x="1219200" y="254508"/>
                </a:lnTo>
                <a:lnTo>
                  <a:pt x="1231900" y="266700"/>
                </a:lnTo>
                <a:lnTo>
                  <a:pt x="1257300" y="295656"/>
                </a:lnTo>
                <a:lnTo>
                  <a:pt x="1282700" y="323088"/>
                </a:lnTo>
                <a:lnTo>
                  <a:pt x="1295400" y="338328"/>
                </a:lnTo>
                <a:lnTo>
                  <a:pt x="1308100" y="352044"/>
                </a:lnTo>
                <a:lnTo>
                  <a:pt x="1320800" y="382524"/>
                </a:lnTo>
                <a:lnTo>
                  <a:pt x="1320800" y="411480"/>
                </a:lnTo>
                <a:lnTo>
                  <a:pt x="1333500" y="441960"/>
                </a:lnTo>
                <a:lnTo>
                  <a:pt x="1333500" y="550164"/>
                </a:lnTo>
                <a:lnTo>
                  <a:pt x="1346200" y="533400"/>
                </a:lnTo>
                <a:lnTo>
                  <a:pt x="1358900" y="515112"/>
                </a:lnTo>
                <a:close/>
              </a:path>
              <a:path w="1435100" h="889000">
                <a:moveTo>
                  <a:pt x="1333500" y="550164"/>
                </a:moveTo>
                <a:lnTo>
                  <a:pt x="1333500" y="457200"/>
                </a:lnTo>
                <a:lnTo>
                  <a:pt x="1320800" y="470916"/>
                </a:lnTo>
                <a:lnTo>
                  <a:pt x="1320800" y="501396"/>
                </a:lnTo>
                <a:lnTo>
                  <a:pt x="1308100" y="531876"/>
                </a:lnTo>
                <a:lnTo>
                  <a:pt x="1295400" y="547116"/>
                </a:lnTo>
                <a:lnTo>
                  <a:pt x="1282700" y="560832"/>
                </a:lnTo>
                <a:lnTo>
                  <a:pt x="1282700" y="576072"/>
                </a:lnTo>
                <a:lnTo>
                  <a:pt x="1270000" y="589788"/>
                </a:lnTo>
                <a:lnTo>
                  <a:pt x="1244600" y="605028"/>
                </a:lnTo>
                <a:lnTo>
                  <a:pt x="1219200" y="632460"/>
                </a:lnTo>
                <a:lnTo>
                  <a:pt x="1206500" y="644652"/>
                </a:lnTo>
                <a:lnTo>
                  <a:pt x="1181100" y="658368"/>
                </a:lnTo>
                <a:lnTo>
                  <a:pt x="1168400" y="670560"/>
                </a:lnTo>
                <a:lnTo>
                  <a:pt x="1066800" y="714756"/>
                </a:lnTo>
                <a:lnTo>
                  <a:pt x="1016000" y="733044"/>
                </a:lnTo>
                <a:lnTo>
                  <a:pt x="965200" y="748284"/>
                </a:lnTo>
                <a:lnTo>
                  <a:pt x="901700" y="760476"/>
                </a:lnTo>
                <a:lnTo>
                  <a:pt x="850900" y="769620"/>
                </a:lnTo>
                <a:lnTo>
                  <a:pt x="812800" y="772668"/>
                </a:lnTo>
                <a:lnTo>
                  <a:pt x="787400" y="775716"/>
                </a:lnTo>
                <a:lnTo>
                  <a:pt x="749300" y="777240"/>
                </a:lnTo>
                <a:lnTo>
                  <a:pt x="685800" y="777240"/>
                </a:lnTo>
                <a:lnTo>
                  <a:pt x="647700" y="775716"/>
                </a:lnTo>
                <a:lnTo>
                  <a:pt x="622300" y="772668"/>
                </a:lnTo>
                <a:lnTo>
                  <a:pt x="584200" y="769620"/>
                </a:lnTo>
                <a:lnTo>
                  <a:pt x="533400" y="760476"/>
                </a:lnTo>
                <a:lnTo>
                  <a:pt x="469900" y="748284"/>
                </a:lnTo>
                <a:lnTo>
                  <a:pt x="419100" y="733044"/>
                </a:lnTo>
                <a:lnTo>
                  <a:pt x="342900" y="705612"/>
                </a:lnTo>
                <a:lnTo>
                  <a:pt x="292100" y="682752"/>
                </a:lnTo>
                <a:lnTo>
                  <a:pt x="266700" y="672084"/>
                </a:lnTo>
                <a:lnTo>
                  <a:pt x="254000" y="658368"/>
                </a:lnTo>
                <a:lnTo>
                  <a:pt x="215900" y="633984"/>
                </a:lnTo>
                <a:lnTo>
                  <a:pt x="203200" y="620268"/>
                </a:lnTo>
                <a:lnTo>
                  <a:pt x="177800" y="606552"/>
                </a:lnTo>
                <a:lnTo>
                  <a:pt x="165100" y="592836"/>
                </a:lnTo>
                <a:lnTo>
                  <a:pt x="152400" y="577596"/>
                </a:lnTo>
                <a:lnTo>
                  <a:pt x="139700" y="550164"/>
                </a:lnTo>
                <a:lnTo>
                  <a:pt x="127000" y="534924"/>
                </a:lnTo>
                <a:lnTo>
                  <a:pt x="127000" y="521208"/>
                </a:lnTo>
                <a:lnTo>
                  <a:pt x="114300" y="505968"/>
                </a:lnTo>
                <a:lnTo>
                  <a:pt x="114300" y="490728"/>
                </a:lnTo>
                <a:lnTo>
                  <a:pt x="101600" y="477012"/>
                </a:lnTo>
                <a:lnTo>
                  <a:pt x="101600" y="568452"/>
                </a:lnTo>
                <a:lnTo>
                  <a:pt x="114300" y="585216"/>
                </a:lnTo>
                <a:lnTo>
                  <a:pt x="127000" y="600456"/>
                </a:lnTo>
                <a:lnTo>
                  <a:pt x="139700" y="617220"/>
                </a:lnTo>
                <a:lnTo>
                  <a:pt x="152400" y="632460"/>
                </a:lnTo>
                <a:lnTo>
                  <a:pt x="177800" y="647700"/>
                </a:lnTo>
                <a:lnTo>
                  <a:pt x="190500" y="661416"/>
                </a:lnTo>
                <a:lnTo>
                  <a:pt x="215900" y="676656"/>
                </a:lnTo>
                <a:lnTo>
                  <a:pt x="228600" y="690372"/>
                </a:lnTo>
                <a:lnTo>
                  <a:pt x="330200" y="739140"/>
                </a:lnTo>
                <a:lnTo>
                  <a:pt x="355600" y="749808"/>
                </a:lnTo>
                <a:lnTo>
                  <a:pt x="431800" y="777240"/>
                </a:lnTo>
                <a:lnTo>
                  <a:pt x="457200" y="784860"/>
                </a:lnTo>
                <a:lnTo>
                  <a:pt x="495300" y="790956"/>
                </a:lnTo>
                <a:lnTo>
                  <a:pt x="520700" y="797052"/>
                </a:lnTo>
                <a:lnTo>
                  <a:pt x="584200" y="806196"/>
                </a:lnTo>
                <a:lnTo>
                  <a:pt x="647700" y="812292"/>
                </a:lnTo>
                <a:lnTo>
                  <a:pt x="685800" y="813816"/>
                </a:lnTo>
                <a:lnTo>
                  <a:pt x="749300" y="813816"/>
                </a:lnTo>
                <a:lnTo>
                  <a:pt x="787400" y="812292"/>
                </a:lnTo>
                <a:lnTo>
                  <a:pt x="812800" y="809244"/>
                </a:lnTo>
                <a:lnTo>
                  <a:pt x="850900" y="806196"/>
                </a:lnTo>
                <a:lnTo>
                  <a:pt x="876300" y="801624"/>
                </a:lnTo>
                <a:lnTo>
                  <a:pt x="914400" y="797052"/>
                </a:lnTo>
                <a:lnTo>
                  <a:pt x="939800" y="790956"/>
                </a:lnTo>
                <a:lnTo>
                  <a:pt x="977900" y="783336"/>
                </a:lnTo>
                <a:lnTo>
                  <a:pt x="1028700" y="768096"/>
                </a:lnTo>
                <a:lnTo>
                  <a:pt x="1130300" y="726948"/>
                </a:lnTo>
                <a:lnTo>
                  <a:pt x="1181100" y="702564"/>
                </a:lnTo>
                <a:lnTo>
                  <a:pt x="1244600" y="661416"/>
                </a:lnTo>
                <a:lnTo>
                  <a:pt x="1257300" y="646176"/>
                </a:lnTo>
                <a:lnTo>
                  <a:pt x="1270000" y="632460"/>
                </a:lnTo>
                <a:lnTo>
                  <a:pt x="1295400" y="615696"/>
                </a:lnTo>
                <a:lnTo>
                  <a:pt x="1308100" y="600456"/>
                </a:lnTo>
                <a:lnTo>
                  <a:pt x="1320800" y="583692"/>
                </a:lnTo>
                <a:lnTo>
                  <a:pt x="1333500" y="550164"/>
                </a:lnTo>
                <a:close/>
              </a:path>
              <a:path w="1435100" h="889000">
                <a:moveTo>
                  <a:pt x="1371600" y="443484"/>
                </a:moveTo>
                <a:lnTo>
                  <a:pt x="1358900" y="406908"/>
                </a:lnTo>
                <a:lnTo>
                  <a:pt x="1358900" y="480060"/>
                </a:lnTo>
                <a:lnTo>
                  <a:pt x="1371600" y="443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98944" y="3928872"/>
            <a:ext cx="1362710" cy="664845"/>
          </a:xfrm>
          <a:custGeom>
            <a:avLst/>
            <a:gdLst/>
            <a:ahLst/>
            <a:cxnLst/>
            <a:rect l="l" t="t" r="r" b="b"/>
            <a:pathLst>
              <a:path w="1362709" h="664845">
                <a:moveTo>
                  <a:pt x="681227" y="0"/>
                </a:moveTo>
                <a:lnTo>
                  <a:pt x="619193" y="1363"/>
                </a:lnTo>
                <a:lnTo>
                  <a:pt x="558724" y="5372"/>
                </a:lnTo>
                <a:lnTo>
                  <a:pt x="500062" y="11909"/>
                </a:lnTo>
                <a:lnTo>
                  <a:pt x="443446" y="20855"/>
                </a:lnTo>
                <a:lnTo>
                  <a:pt x="389116" y="32089"/>
                </a:lnTo>
                <a:lnTo>
                  <a:pt x="337311" y="45494"/>
                </a:lnTo>
                <a:lnTo>
                  <a:pt x="288273" y="60949"/>
                </a:lnTo>
                <a:lnTo>
                  <a:pt x="242240" y="78336"/>
                </a:lnTo>
                <a:lnTo>
                  <a:pt x="199453" y="97535"/>
                </a:lnTo>
                <a:lnTo>
                  <a:pt x="160151" y="118428"/>
                </a:lnTo>
                <a:lnTo>
                  <a:pt x="124575" y="140895"/>
                </a:lnTo>
                <a:lnTo>
                  <a:pt x="92963" y="164817"/>
                </a:lnTo>
                <a:lnTo>
                  <a:pt x="42596" y="216550"/>
                </a:lnTo>
                <a:lnTo>
                  <a:pt x="10969" y="272672"/>
                </a:lnTo>
                <a:lnTo>
                  <a:pt x="0" y="332231"/>
                </a:lnTo>
                <a:lnTo>
                  <a:pt x="2782" y="362381"/>
                </a:lnTo>
                <a:lnTo>
                  <a:pt x="24320" y="420341"/>
                </a:lnTo>
                <a:lnTo>
                  <a:pt x="65557" y="474388"/>
                </a:lnTo>
                <a:lnTo>
                  <a:pt x="124575" y="523568"/>
                </a:lnTo>
                <a:lnTo>
                  <a:pt x="160151" y="546035"/>
                </a:lnTo>
                <a:lnTo>
                  <a:pt x="199453" y="566927"/>
                </a:lnTo>
                <a:lnTo>
                  <a:pt x="242240" y="586127"/>
                </a:lnTo>
                <a:lnTo>
                  <a:pt x="288273" y="603514"/>
                </a:lnTo>
                <a:lnTo>
                  <a:pt x="337311" y="618969"/>
                </a:lnTo>
                <a:lnTo>
                  <a:pt x="389116" y="632374"/>
                </a:lnTo>
                <a:lnTo>
                  <a:pt x="443446" y="643608"/>
                </a:lnTo>
                <a:lnTo>
                  <a:pt x="500062" y="652554"/>
                </a:lnTo>
                <a:lnTo>
                  <a:pt x="558724" y="659091"/>
                </a:lnTo>
                <a:lnTo>
                  <a:pt x="619193" y="663100"/>
                </a:lnTo>
                <a:lnTo>
                  <a:pt x="681227" y="664463"/>
                </a:lnTo>
                <a:lnTo>
                  <a:pt x="743262" y="663100"/>
                </a:lnTo>
                <a:lnTo>
                  <a:pt x="803731" y="659091"/>
                </a:lnTo>
                <a:lnTo>
                  <a:pt x="862393" y="652554"/>
                </a:lnTo>
                <a:lnTo>
                  <a:pt x="919009" y="643608"/>
                </a:lnTo>
                <a:lnTo>
                  <a:pt x="973339" y="632374"/>
                </a:lnTo>
                <a:lnTo>
                  <a:pt x="1025143" y="618969"/>
                </a:lnTo>
                <a:lnTo>
                  <a:pt x="1074182" y="603514"/>
                </a:lnTo>
                <a:lnTo>
                  <a:pt x="1120215" y="586127"/>
                </a:lnTo>
                <a:lnTo>
                  <a:pt x="1163002" y="566927"/>
                </a:lnTo>
                <a:lnTo>
                  <a:pt x="1202304" y="546035"/>
                </a:lnTo>
                <a:lnTo>
                  <a:pt x="1237880" y="523568"/>
                </a:lnTo>
                <a:lnTo>
                  <a:pt x="1269491" y="499646"/>
                </a:lnTo>
                <a:lnTo>
                  <a:pt x="1319859" y="447913"/>
                </a:lnTo>
                <a:lnTo>
                  <a:pt x="1351486" y="391791"/>
                </a:lnTo>
                <a:lnTo>
                  <a:pt x="1362455" y="332231"/>
                </a:lnTo>
                <a:lnTo>
                  <a:pt x="1359673" y="302082"/>
                </a:lnTo>
                <a:lnTo>
                  <a:pt x="1338135" y="244122"/>
                </a:lnTo>
                <a:lnTo>
                  <a:pt x="1296898" y="190075"/>
                </a:lnTo>
                <a:lnTo>
                  <a:pt x="1237880" y="140895"/>
                </a:lnTo>
                <a:lnTo>
                  <a:pt x="1202304" y="118428"/>
                </a:lnTo>
                <a:lnTo>
                  <a:pt x="1163002" y="97535"/>
                </a:lnTo>
                <a:lnTo>
                  <a:pt x="1120215" y="78336"/>
                </a:lnTo>
                <a:lnTo>
                  <a:pt x="1074182" y="60949"/>
                </a:lnTo>
                <a:lnTo>
                  <a:pt x="1025143" y="45494"/>
                </a:lnTo>
                <a:lnTo>
                  <a:pt x="973339" y="32089"/>
                </a:lnTo>
                <a:lnTo>
                  <a:pt x="919009" y="20855"/>
                </a:lnTo>
                <a:lnTo>
                  <a:pt x="862393" y="11909"/>
                </a:lnTo>
                <a:lnTo>
                  <a:pt x="803731" y="5372"/>
                </a:lnTo>
                <a:lnTo>
                  <a:pt x="743262" y="1363"/>
                </a:lnTo>
                <a:lnTo>
                  <a:pt x="681227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07533" y="3942588"/>
            <a:ext cx="1031875" cy="607060"/>
          </a:xfrm>
          <a:custGeom>
            <a:avLst/>
            <a:gdLst/>
            <a:ahLst/>
            <a:cxnLst/>
            <a:rect l="l" t="t" r="r" b="b"/>
            <a:pathLst>
              <a:path w="1031875" h="607060">
                <a:moveTo>
                  <a:pt x="515111" y="0"/>
                </a:moveTo>
                <a:lnTo>
                  <a:pt x="454946" y="2059"/>
                </a:lnTo>
                <a:lnTo>
                  <a:pt x="396844" y="8082"/>
                </a:lnTo>
                <a:lnTo>
                  <a:pt x="341187" y="17829"/>
                </a:lnTo>
                <a:lnTo>
                  <a:pt x="288360" y="31066"/>
                </a:lnTo>
                <a:lnTo>
                  <a:pt x="238745" y="47555"/>
                </a:lnTo>
                <a:lnTo>
                  <a:pt x="192726" y="67060"/>
                </a:lnTo>
                <a:lnTo>
                  <a:pt x="150685" y="89344"/>
                </a:lnTo>
                <a:lnTo>
                  <a:pt x="113007" y="114171"/>
                </a:lnTo>
                <a:lnTo>
                  <a:pt x="80073" y="141303"/>
                </a:lnTo>
                <a:lnTo>
                  <a:pt x="52269" y="170505"/>
                </a:lnTo>
                <a:lnTo>
                  <a:pt x="29976" y="201540"/>
                </a:lnTo>
                <a:lnTo>
                  <a:pt x="3458" y="268162"/>
                </a:lnTo>
                <a:lnTo>
                  <a:pt x="0" y="303275"/>
                </a:lnTo>
                <a:lnTo>
                  <a:pt x="3458" y="338671"/>
                </a:lnTo>
                <a:lnTo>
                  <a:pt x="29976" y="405616"/>
                </a:lnTo>
                <a:lnTo>
                  <a:pt x="52269" y="436712"/>
                </a:lnTo>
                <a:lnTo>
                  <a:pt x="80073" y="465923"/>
                </a:lnTo>
                <a:lnTo>
                  <a:pt x="113007" y="493020"/>
                </a:lnTo>
                <a:lnTo>
                  <a:pt x="150685" y="517778"/>
                </a:lnTo>
                <a:lnTo>
                  <a:pt x="192726" y="539971"/>
                </a:lnTo>
                <a:lnTo>
                  <a:pt x="238745" y="559371"/>
                </a:lnTo>
                <a:lnTo>
                  <a:pt x="288360" y="575752"/>
                </a:lnTo>
                <a:lnTo>
                  <a:pt x="341187" y="588887"/>
                </a:lnTo>
                <a:lnTo>
                  <a:pt x="396844" y="598549"/>
                </a:lnTo>
                <a:lnTo>
                  <a:pt x="454946" y="604513"/>
                </a:lnTo>
                <a:lnTo>
                  <a:pt x="515111" y="606551"/>
                </a:lnTo>
                <a:lnTo>
                  <a:pt x="575299" y="604513"/>
                </a:lnTo>
                <a:lnTo>
                  <a:pt x="633464" y="598549"/>
                </a:lnTo>
                <a:lnTo>
                  <a:pt x="689216" y="588887"/>
                </a:lnTo>
                <a:lnTo>
                  <a:pt x="742165" y="575752"/>
                </a:lnTo>
                <a:lnTo>
                  <a:pt x="791922" y="559371"/>
                </a:lnTo>
                <a:lnTo>
                  <a:pt x="838097" y="539971"/>
                </a:lnTo>
                <a:lnTo>
                  <a:pt x="880300" y="517778"/>
                </a:lnTo>
                <a:lnTo>
                  <a:pt x="918141" y="493020"/>
                </a:lnTo>
                <a:lnTo>
                  <a:pt x="951229" y="465923"/>
                </a:lnTo>
                <a:lnTo>
                  <a:pt x="979176" y="436712"/>
                </a:lnTo>
                <a:lnTo>
                  <a:pt x="1001591" y="405616"/>
                </a:lnTo>
                <a:lnTo>
                  <a:pt x="1028267" y="338671"/>
                </a:lnTo>
                <a:lnTo>
                  <a:pt x="1031747" y="303275"/>
                </a:lnTo>
                <a:lnTo>
                  <a:pt x="1028267" y="268162"/>
                </a:lnTo>
                <a:lnTo>
                  <a:pt x="1001591" y="201540"/>
                </a:lnTo>
                <a:lnTo>
                  <a:pt x="979176" y="170505"/>
                </a:lnTo>
                <a:lnTo>
                  <a:pt x="951229" y="141303"/>
                </a:lnTo>
                <a:lnTo>
                  <a:pt x="918141" y="114171"/>
                </a:lnTo>
                <a:lnTo>
                  <a:pt x="880300" y="89344"/>
                </a:lnTo>
                <a:lnTo>
                  <a:pt x="838097" y="67060"/>
                </a:lnTo>
                <a:lnTo>
                  <a:pt x="791922" y="47555"/>
                </a:lnTo>
                <a:lnTo>
                  <a:pt x="742165" y="31066"/>
                </a:lnTo>
                <a:lnTo>
                  <a:pt x="689216" y="17829"/>
                </a:lnTo>
                <a:lnTo>
                  <a:pt x="633464" y="8082"/>
                </a:lnTo>
                <a:lnTo>
                  <a:pt x="575299" y="2059"/>
                </a:lnTo>
                <a:lnTo>
                  <a:pt x="515111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59732" y="3962401"/>
            <a:ext cx="3485515" cy="1975485"/>
          </a:xfrm>
          <a:custGeom>
            <a:avLst/>
            <a:gdLst/>
            <a:ahLst/>
            <a:cxnLst/>
            <a:rect l="l" t="t" r="r" b="b"/>
            <a:pathLst>
              <a:path w="3485515" h="1975485">
                <a:moveTo>
                  <a:pt x="699515" y="0"/>
                </a:moveTo>
                <a:lnTo>
                  <a:pt x="635732" y="1432"/>
                </a:lnTo>
                <a:lnTo>
                  <a:pt x="573575" y="5648"/>
                </a:lnTo>
                <a:lnTo>
                  <a:pt x="513291" y="12523"/>
                </a:lnTo>
                <a:lnTo>
                  <a:pt x="455124" y="21933"/>
                </a:lnTo>
                <a:lnTo>
                  <a:pt x="399317" y="33755"/>
                </a:lnTo>
                <a:lnTo>
                  <a:pt x="346117" y="47864"/>
                </a:lnTo>
                <a:lnTo>
                  <a:pt x="295767" y="64137"/>
                </a:lnTo>
                <a:lnTo>
                  <a:pt x="248512" y="82450"/>
                </a:lnTo>
                <a:lnTo>
                  <a:pt x="204596" y="102679"/>
                </a:lnTo>
                <a:lnTo>
                  <a:pt x="164265" y="124700"/>
                </a:lnTo>
                <a:lnTo>
                  <a:pt x="127763" y="148389"/>
                </a:lnTo>
                <a:lnTo>
                  <a:pt x="95334" y="173623"/>
                </a:lnTo>
                <a:lnTo>
                  <a:pt x="67223" y="200277"/>
                </a:lnTo>
                <a:lnTo>
                  <a:pt x="24934" y="257351"/>
                </a:lnTo>
                <a:lnTo>
                  <a:pt x="2852" y="318621"/>
                </a:lnTo>
                <a:lnTo>
                  <a:pt x="0" y="350519"/>
                </a:lnTo>
                <a:lnTo>
                  <a:pt x="2852" y="382418"/>
                </a:lnTo>
                <a:lnTo>
                  <a:pt x="24934" y="443688"/>
                </a:lnTo>
                <a:lnTo>
                  <a:pt x="67223" y="500762"/>
                </a:lnTo>
                <a:lnTo>
                  <a:pt x="95334" y="527416"/>
                </a:lnTo>
                <a:lnTo>
                  <a:pt x="127763" y="552650"/>
                </a:lnTo>
                <a:lnTo>
                  <a:pt x="164265" y="576339"/>
                </a:lnTo>
                <a:lnTo>
                  <a:pt x="204596" y="598360"/>
                </a:lnTo>
                <a:lnTo>
                  <a:pt x="248512" y="618589"/>
                </a:lnTo>
                <a:lnTo>
                  <a:pt x="295767" y="636902"/>
                </a:lnTo>
                <a:lnTo>
                  <a:pt x="346117" y="653175"/>
                </a:lnTo>
                <a:lnTo>
                  <a:pt x="399317" y="667284"/>
                </a:lnTo>
                <a:lnTo>
                  <a:pt x="455124" y="679106"/>
                </a:lnTo>
                <a:lnTo>
                  <a:pt x="513291" y="688516"/>
                </a:lnTo>
                <a:lnTo>
                  <a:pt x="573575" y="695391"/>
                </a:lnTo>
                <a:lnTo>
                  <a:pt x="635732" y="699607"/>
                </a:lnTo>
                <a:lnTo>
                  <a:pt x="699515" y="701039"/>
                </a:lnTo>
                <a:lnTo>
                  <a:pt x="763299" y="699607"/>
                </a:lnTo>
                <a:lnTo>
                  <a:pt x="825456" y="695391"/>
                </a:lnTo>
                <a:lnTo>
                  <a:pt x="885740" y="688516"/>
                </a:lnTo>
                <a:lnTo>
                  <a:pt x="943907" y="679106"/>
                </a:lnTo>
                <a:lnTo>
                  <a:pt x="999714" y="667284"/>
                </a:lnTo>
                <a:lnTo>
                  <a:pt x="1052914" y="653175"/>
                </a:lnTo>
                <a:lnTo>
                  <a:pt x="1103264" y="636902"/>
                </a:lnTo>
                <a:lnTo>
                  <a:pt x="1150519" y="618589"/>
                </a:lnTo>
                <a:lnTo>
                  <a:pt x="1194434" y="598360"/>
                </a:lnTo>
                <a:lnTo>
                  <a:pt x="1234766" y="576339"/>
                </a:lnTo>
                <a:lnTo>
                  <a:pt x="1271268" y="552650"/>
                </a:lnTo>
                <a:lnTo>
                  <a:pt x="1303697" y="527416"/>
                </a:lnTo>
                <a:lnTo>
                  <a:pt x="1331808" y="500762"/>
                </a:lnTo>
                <a:lnTo>
                  <a:pt x="1374097" y="443688"/>
                </a:lnTo>
                <a:lnTo>
                  <a:pt x="1396179" y="382418"/>
                </a:lnTo>
                <a:lnTo>
                  <a:pt x="1399031" y="350519"/>
                </a:lnTo>
                <a:lnTo>
                  <a:pt x="1396179" y="318621"/>
                </a:lnTo>
                <a:lnTo>
                  <a:pt x="1374097" y="257351"/>
                </a:lnTo>
                <a:lnTo>
                  <a:pt x="1331808" y="200277"/>
                </a:lnTo>
                <a:lnTo>
                  <a:pt x="1303697" y="173623"/>
                </a:lnTo>
                <a:lnTo>
                  <a:pt x="1271268" y="148389"/>
                </a:lnTo>
                <a:lnTo>
                  <a:pt x="1234766" y="124700"/>
                </a:lnTo>
                <a:lnTo>
                  <a:pt x="1194434" y="102679"/>
                </a:lnTo>
                <a:lnTo>
                  <a:pt x="1150519" y="82450"/>
                </a:lnTo>
                <a:lnTo>
                  <a:pt x="1103264" y="64137"/>
                </a:lnTo>
                <a:lnTo>
                  <a:pt x="1052914" y="47864"/>
                </a:lnTo>
                <a:lnTo>
                  <a:pt x="999714" y="33755"/>
                </a:lnTo>
                <a:lnTo>
                  <a:pt x="943907" y="21933"/>
                </a:lnTo>
                <a:lnTo>
                  <a:pt x="885740" y="12523"/>
                </a:lnTo>
                <a:lnTo>
                  <a:pt x="825456" y="5648"/>
                </a:lnTo>
                <a:lnTo>
                  <a:pt x="763299" y="1432"/>
                </a:lnTo>
                <a:lnTo>
                  <a:pt x="699515" y="0"/>
                </a:lnTo>
                <a:close/>
              </a:path>
              <a:path w="3485515" h="1975485">
                <a:moveTo>
                  <a:pt x="1330451" y="1274063"/>
                </a:moveTo>
                <a:lnTo>
                  <a:pt x="1330451" y="1975103"/>
                </a:lnTo>
                <a:lnTo>
                  <a:pt x="3485387" y="1975103"/>
                </a:lnTo>
                <a:lnTo>
                  <a:pt x="3485387" y="1274063"/>
                </a:lnTo>
                <a:lnTo>
                  <a:pt x="1330451" y="127406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53327" y="5434073"/>
            <a:ext cx="16281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Estudante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92978" y="4144770"/>
            <a:ext cx="83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Nome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5999" y="4024374"/>
            <a:ext cx="4991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RM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25866" y="4106670"/>
            <a:ext cx="1330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Endereço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82692" y="2446019"/>
            <a:ext cx="5108575" cy="2804160"/>
          </a:xfrm>
          <a:custGeom>
            <a:avLst/>
            <a:gdLst/>
            <a:ahLst/>
            <a:cxnLst/>
            <a:rect l="l" t="t" r="r" b="b"/>
            <a:pathLst>
              <a:path w="5108575" h="2804160">
                <a:moveTo>
                  <a:pt x="0" y="2217419"/>
                </a:moveTo>
                <a:lnTo>
                  <a:pt x="728471" y="2790443"/>
                </a:lnTo>
              </a:path>
              <a:path w="5108575" h="2804160">
                <a:moveTo>
                  <a:pt x="3816095" y="2217419"/>
                </a:moveTo>
                <a:lnTo>
                  <a:pt x="2663951" y="2793491"/>
                </a:lnTo>
              </a:path>
              <a:path w="5108575" h="2804160">
                <a:moveTo>
                  <a:pt x="2520695" y="2147315"/>
                </a:moveTo>
                <a:lnTo>
                  <a:pt x="1944623" y="2763011"/>
                </a:lnTo>
              </a:path>
              <a:path w="5108575" h="2804160">
                <a:moveTo>
                  <a:pt x="1208531" y="2074163"/>
                </a:moveTo>
                <a:lnTo>
                  <a:pt x="1278635" y="2804159"/>
                </a:lnTo>
              </a:path>
              <a:path w="5108575" h="2804160">
                <a:moveTo>
                  <a:pt x="4440935" y="15239"/>
                </a:moveTo>
                <a:lnTo>
                  <a:pt x="4376611" y="16689"/>
                </a:lnTo>
                <a:lnTo>
                  <a:pt x="4313993" y="20951"/>
                </a:lnTo>
                <a:lnTo>
                  <a:pt x="4253364" y="27895"/>
                </a:lnTo>
                <a:lnTo>
                  <a:pt x="4195008" y="37390"/>
                </a:lnTo>
                <a:lnTo>
                  <a:pt x="4139208" y="49307"/>
                </a:lnTo>
                <a:lnTo>
                  <a:pt x="4086246" y="63515"/>
                </a:lnTo>
                <a:lnTo>
                  <a:pt x="4036405" y="79884"/>
                </a:lnTo>
                <a:lnTo>
                  <a:pt x="3989968" y="98283"/>
                </a:lnTo>
                <a:lnTo>
                  <a:pt x="3947218" y="118583"/>
                </a:lnTo>
                <a:lnTo>
                  <a:pt x="3908438" y="140652"/>
                </a:lnTo>
                <a:lnTo>
                  <a:pt x="3873911" y="164362"/>
                </a:lnTo>
                <a:lnTo>
                  <a:pt x="3843920" y="189580"/>
                </a:lnTo>
                <a:lnTo>
                  <a:pt x="3798675" y="244025"/>
                </a:lnTo>
                <a:lnTo>
                  <a:pt x="3774969" y="302944"/>
                </a:lnTo>
                <a:lnTo>
                  <a:pt x="3771899" y="333755"/>
                </a:lnTo>
                <a:lnTo>
                  <a:pt x="3774969" y="364567"/>
                </a:lnTo>
                <a:lnTo>
                  <a:pt x="3798675" y="423486"/>
                </a:lnTo>
                <a:lnTo>
                  <a:pt x="3843920" y="477931"/>
                </a:lnTo>
                <a:lnTo>
                  <a:pt x="3873911" y="503149"/>
                </a:lnTo>
                <a:lnTo>
                  <a:pt x="3908438" y="526859"/>
                </a:lnTo>
                <a:lnTo>
                  <a:pt x="3947218" y="548928"/>
                </a:lnTo>
                <a:lnTo>
                  <a:pt x="3989968" y="569228"/>
                </a:lnTo>
                <a:lnTo>
                  <a:pt x="4036405" y="587627"/>
                </a:lnTo>
                <a:lnTo>
                  <a:pt x="4086246" y="603996"/>
                </a:lnTo>
                <a:lnTo>
                  <a:pt x="4139208" y="618204"/>
                </a:lnTo>
                <a:lnTo>
                  <a:pt x="4195008" y="630121"/>
                </a:lnTo>
                <a:lnTo>
                  <a:pt x="4253364" y="639616"/>
                </a:lnTo>
                <a:lnTo>
                  <a:pt x="4313993" y="646560"/>
                </a:lnTo>
                <a:lnTo>
                  <a:pt x="4376611" y="650822"/>
                </a:lnTo>
                <a:lnTo>
                  <a:pt x="4440935" y="652271"/>
                </a:lnTo>
                <a:lnTo>
                  <a:pt x="4505245" y="650822"/>
                </a:lnTo>
                <a:lnTo>
                  <a:pt x="4567820" y="646560"/>
                </a:lnTo>
                <a:lnTo>
                  <a:pt x="4628381" y="639616"/>
                </a:lnTo>
                <a:lnTo>
                  <a:pt x="4686649" y="630121"/>
                </a:lnTo>
                <a:lnTo>
                  <a:pt x="4742345" y="618204"/>
                </a:lnTo>
                <a:lnTo>
                  <a:pt x="4795190" y="603996"/>
                </a:lnTo>
                <a:lnTo>
                  <a:pt x="4844904" y="587627"/>
                </a:lnTo>
                <a:lnTo>
                  <a:pt x="4891208" y="569228"/>
                </a:lnTo>
                <a:lnTo>
                  <a:pt x="4933824" y="548928"/>
                </a:lnTo>
                <a:lnTo>
                  <a:pt x="4972471" y="526859"/>
                </a:lnTo>
                <a:lnTo>
                  <a:pt x="5006871" y="503149"/>
                </a:lnTo>
                <a:lnTo>
                  <a:pt x="5036745" y="477931"/>
                </a:lnTo>
                <a:lnTo>
                  <a:pt x="5081797" y="423486"/>
                </a:lnTo>
                <a:lnTo>
                  <a:pt x="5105393" y="364567"/>
                </a:lnTo>
                <a:lnTo>
                  <a:pt x="5108447" y="333755"/>
                </a:lnTo>
                <a:lnTo>
                  <a:pt x="5105393" y="302944"/>
                </a:lnTo>
                <a:lnTo>
                  <a:pt x="5081797" y="244025"/>
                </a:lnTo>
                <a:lnTo>
                  <a:pt x="5036745" y="189580"/>
                </a:lnTo>
                <a:lnTo>
                  <a:pt x="5006871" y="164362"/>
                </a:lnTo>
                <a:lnTo>
                  <a:pt x="4972471" y="140652"/>
                </a:lnTo>
                <a:lnTo>
                  <a:pt x="4933824" y="118583"/>
                </a:lnTo>
                <a:lnTo>
                  <a:pt x="4891208" y="98283"/>
                </a:lnTo>
                <a:lnTo>
                  <a:pt x="4844904" y="79884"/>
                </a:lnTo>
                <a:lnTo>
                  <a:pt x="4795190" y="63515"/>
                </a:lnTo>
                <a:lnTo>
                  <a:pt x="4742345" y="49307"/>
                </a:lnTo>
                <a:lnTo>
                  <a:pt x="4686649" y="37390"/>
                </a:lnTo>
                <a:lnTo>
                  <a:pt x="4628381" y="27895"/>
                </a:lnTo>
                <a:lnTo>
                  <a:pt x="4567820" y="20951"/>
                </a:lnTo>
                <a:lnTo>
                  <a:pt x="4505245" y="16689"/>
                </a:lnTo>
                <a:lnTo>
                  <a:pt x="4440935" y="15239"/>
                </a:lnTo>
                <a:close/>
              </a:path>
              <a:path w="5108575" h="2804160">
                <a:moveTo>
                  <a:pt x="2929127" y="0"/>
                </a:moveTo>
                <a:lnTo>
                  <a:pt x="2864818" y="1449"/>
                </a:lnTo>
                <a:lnTo>
                  <a:pt x="2802243" y="5711"/>
                </a:lnTo>
                <a:lnTo>
                  <a:pt x="2741682" y="12655"/>
                </a:lnTo>
                <a:lnTo>
                  <a:pt x="2683414" y="22150"/>
                </a:lnTo>
                <a:lnTo>
                  <a:pt x="2627718" y="34067"/>
                </a:lnTo>
                <a:lnTo>
                  <a:pt x="2574873" y="48275"/>
                </a:lnTo>
                <a:lnTo>
                  <a:pt x="2525159" y="64644"/>
                </a:lnTo>
                <a:lnTo>
                  <a:pt x="2478855" y="83043"/>
                </a:lnTo>
                <a:lnTo>
                  <a:pt x="2436239" y="103343"/>
                </a:lnTo>
                <a:lnTo>
                  <a:pt x="2397592" y="125412"/>
                </a:lnTo>
                <a:lnTo>
                  <a:pt x="2363191" y="149122"/>
                </a:lnTo>
                <a:lnTo>
                  <a:pt x="2333318" y="174340"/>
                </a:lnTo>
                <a:lnTo>
                  <a:pt x="2288266" y="228785"/>
                </a:lnTo>
                <a:lnTo>
                  <a:pt x="2264670" y="287704"/>
                </a:lnTo>
                <a:lnTo>
                  <a:pt x="2261615" y="318515"/>
                </a:lnTo>
                <a:lnTo>
                  <a:pt x="2264670" y="349074"/>
                </a:lnTo>
                <a:lnTo>
                  <a:pt x="2288266" y="407573"/>
                </a:lnTo>
                <a:lnTo>
                  <a:pt x="2333318" y="461703"/>
                </a:lnTo>
                <a:lnTo>
                  <a:pt x="2363191" y="486798"/>
                </a:lnTo>
                <a:lnTo>
                  <a:pt x="2397592" y="510405"/>
                </a:lnTo>
                <a:lnTo>
                  <a:pt x="2436239" y="532390"/>
                </a:lnTo>
                <a:lnTo>
                  <a:pt x="2478855" y="552623"/>
                </a:lnTo>
                <a:lnTo>
                  <a:pt x="2525159" y="570970"/>
                </a:lnTo>
                <a:lnTo>
                  <a:pt x="2574873" y="587299"/>
                </a:lnTo>
                <a:lnTo>
                  <a:pt x="2627718" y="601479"/>
                </a:lnTo>
                <a:lnTo>
                  <a:pt x="2683414" y="613377"/>
                </a:lnTo>
                <a:lnTo>
                  <a:pt x="2741682" y="622861"/>
                </a:lnTo>
                <a:lnTo>
                  <a:pt x="2802243" y="629799"/>
                </a:lnTo>
                <a:lnTo>
                  <a:pt x="2864818" y="634058"/>
                </a:lnTo>
                <a:lnTo>
                  <a:pt x="2929127" y="635507"/>
                </a:lnTo>
                <a:lnTo>
                  <a:pt x="2993452" y="634058"/>
                </a:lnTo>
                <a:lnTo>
                  <a:pt x="3056070" y="629799"/>
                </a:lnTo>
                <a:lnTo>
                  <a:pt x="3116699" y="622861"/>
                </a:lnTo>
                <a:lnTo>
                  <a:pt x="3175054" y="613377"/>
                </a:lnTo>
                <a:lnTo>
                  <a:pt x="3230855" y="601479"/>
                </a:lnTo>
                <a:lnTo>
                  <a:pt x="3283817" y="587299"/>
                </a:lnTo>
                <a:lnTo>
                  <a:pt x="3333658" y="570970"/>
                </a:lnTo>
                <a:lnTo>
                  <a:pt x="3380095" y="552623"/>
                </a:lnTo>
                <a:lnTo>
                  <a:pt x="3422845" y="532390"/>
                </a:lnTo>
                <a:lnTo>
                  <a:pt x="3461625" y="510405"/>
                </a:lnTo>
                <a:lnTo>
                  <a:pt x="3496152" y="486798"/>
                </a:lnTo>
                <a:lnTo>
                  <a:pt x="3526143" y="461703"/>
                </a:lnTo>
                <a:lnTo>
                  <a:pt x="3571387" y="407573"/>
                </a:lnTo>
                <a:lnTo>
                  <a:pt x="3595094" y="349074"/>
                </a:lnTo>
                <a:lnTo>
                  <a:pt x="3598163" y="318515"/>
                </a:lnTo>
                <a:lnTo>
                  <a:pt x="3595094" y="287704"/>
                </a:lnTo>
                <a:lnTo>
                  <a:pt x="3571387" y="228785"/>
                </a:lnTo>
                <a:lnTo>
                  <a:pt x="3526143" y="174340"/>
                </a:lnTo>
                <a:lnTo>
                  <a:pt x="3496152" y="149122"/>
                </a:lnTo>
                <a:lnTo>
                  <a:pt x="3461625" y="125412"/>
                </a:lnTo>
                <a:lnTo>
                  <a:pt x="3422845" y="103343"/>
                </a:lnTo>
                <a:lnTo>
                  <a:pt x="3380095" y="83043"/>
                </a:lnTo>
                <a:lnTo>
                  <a:pt x="3333658" y="64644"/>
                </a:lnTo>
                <a:lnTo>
                  <a:pt x="3283817" y="48275"/>
                </a:lnTo>
                <a:lnTo>
                  <a:pt x="3230855" y="34067"/>
                </a:lnTo>
                <a:lnTo>
                  <a:pt x="3175054" y="22150"/>
                </a:lnTo>
                <a:lnTo>
                  <a:pt x="3116699" y="12655"/>
                </a:lnTo>
                <a:lnTo>
                  <a:pt x="3056070" y="5711"/>
                </a:lnTo>
                <a:lnTo>
                  <a:pt x="2993452" y="1449"/>
                </a:lnTo>
                <a:lnTo>
                  <a:pt x="2929127" y="0"/>
                </a:lnTo>
                <a:close/>
              </a:path>
              <a:path w="5108575" h="2804160">
                <a:moveTo>
                  <a:pt x="1429511" y="41147"/>
                </a:moveTo>
                <a:lnTo>
                  <a:pt x="1365202" y="42612"/>
                </a:lnTo>
                <a:lnTo>
                  <a:pt x="1302627" y="46917"/>
                </a:lnTo>
                <a:lnTo>
                  <a:pt x="1242066" y="53928"/>
                </a:lnTo>
                <a:lnTo>
                  <a:pt x="1183798" y="63511"/>
                </a:lnTo>
                <a:lnTo>
                  <a:pt x="1128102" y="75533"/>
                </a:lnTo>
                <a:lnTo>
                  <a:pt x="1075257" y="89858"/>
                </a:lnTo>
                <a:lnTo>
                  <a:pt x="1025543" y="106354"/>
                </a:lnTo>
                <a:lnTo>
                  <a:pt x="979239" y="124886"/>
                </a:lnTo>
                <a:lnTo>
                  <a:pt x="936623" y="145320"/>
                </a:lnTo>
                <a:lnTo>
                  <a:pt x="897976" y="167522"/>
                </a:lnTo>
                <a:lnTo>
                  <a:pt x="863575" y="191358"/>
                </a:lnTo>
                <a:lnTo>
                  <a:pt x="833702" y="216694"/>
                </a:lnTo>
                <a:lnTo>
                  <a:pt x="788650" y="271331"/>
                </a:lnTo>
                <a:lnTo>
                  <a:pt x="765054" y="330361"/>
                </a:lnTo>
                <a:lnTo>
                  <a:pt x="761999" y="361187"/>
                </a:lnTo>
                <a:lnTo>
                  <a:pt x="765054" y="391761"/>
                </a:lnTo>
                <a:lnTo>
                  <a:pt x="788650" y="450371"/>
                </a:lnTo>
                <a:lnTo>
                  <a:pt x="833702" y="504693"/>
                </a:lnTo>
                <a:lnTo>
                  <a:pt x="863575" y="529906"/>
                </a:lnTo>
                <a:lnTo>
                  <a:pt x="897976" y="553639"/>
                </a:lnTo>
                <a:lnTo>
                  <a:pt x="936623" y="575757"/>
                </a:lnTo>
                <a:lnTo>
                  <a:pt x="979239" y="596124"/>
                </a:lnTo>
                <a:lnTo>
                  <a:pt x="1025543" y="614603"/>
                </a:lnTo>
                <a:lnTo>
                  <a:pt x="1075257" y="631060"/>
                </a:lnTo>
                <a:lnTo>
                  <a:pt x="1128102" y="645357"/>
                </a:lnTo>
                <a:lnTo>
                  <a:pt x="1183798" y="657359"/>
                </a:lnTo>
                <a:lnTo>
                  <a:pt x="1242066" y="666931"/>
                </a:lnTo>
                <a:lnTo>
                  <a:pt x="1302627" y="673936"/>
                </a:lnTo>
                <a:lnTo>
                  <a:pt x="1365202" y="678239"/>
                </a:lnTo>
                <a:lnTo>
                  <a:pt x="1429511" y="679703"/>
                </a:lnTo>
                <a:lnTo>
                  <a:pt x="1493821" y="678239"/>
                </a:lnTo>
                <a:lnTo>
                  <a:pt x="1556396" y="673936"/>
                </a:lnTo>
                <a:lnTo>
                  <a:pt x="1616957" y="666931"/>
                </a:lnTo>
                <a:lnTo>
                  <a:pt x="1675225" y="657359"/>
                </a:lnTo>
                <a:lnTo>
                  <a:pt x="1730921" y="645357"/>
                </a:lnTo>
                <a:lnTo>
                  <a:pt x="1783766" y="631060"/>
                </a:lnTo>
                <a:lnTo>
                  <a:pt x="1833480" y="614603"/>
                </a:lnTo>
                <a:lnTo>
                  <a:pt x="1879784" y="596124"/>
                </a:lnTo>
                <a:lnTo>
                  <a:pt x="1922400" y="575757"/>
                </a:lnTo>
                <a:lnTo>
                  <a:pt x="1961047" y="553639"/>
                </a:lnTo>
                <a:lnTo>
                  <a:pt x="1995447" y="529906"/>
                </a:lnTo>
                <a:lnTo>
                  <a:pt x="2025321" y="504693"/>
                </a:lnTo>
                <a:lnTo>
                  <a:pt x="2070373" y="450371"/>
                </a:lnTo>
                <a:lnTo>
                  <a:pt x="2093969" y="391761"/>
                </a:lnTo>
                <a:lnTo>
                  <a:pt x="2097023" y="361187"/>
                </a:lnTo>
                <a:lnTo>
                  <a:pt x="2093969" y="330361"/>
                </a:lnTo>
                <a:lnTo>
                  <a:pt x="2070373" y="271331"/>
                </a:lnTo>
                <a:lnTo>
                  <a:pt x="2025321" y="216694"/>
                </a:lnTo>
                <a:lnTo>
                  <a:pt x="1995447" y="191358"/>
                </a:lnTo>
                <a:lnTo>
                  <a:pt x="1961047" y="167522"/>
                </a:lnTo>
                <a:lnTo>
                  <a:pt x="1922400" y="145320"/>
                </a:lnTo>
                <a:lnTo>
                  <a:pt x="1879784" y="124886"/>
                </a:lnTo>
                <a:lnTo>
                  <a:pt x="1833480" y="106354"/>
                </a:lnTo>
                <a:lnTo>
                  <a:pt x="1783766" y="89858"/>
                </a:lnTo>
                <a:lnTo>
                  <a:pt x="1730921" y="75533"/>
                </a:lnTo>
                <a:lnTo>
                  <a:pt x="1675225" y="63511"/>
                </a:lnTo>
                <a:lnTo>
                  <a:pt x="1616957" y="53928"/>
                </a:lnTo>
                <a:lnTo>
                  <a:pt x="1556396" y="46917"/>
                </a:lnTo>
                <a:lnTo>
                  <a:pt x="1493821" y="42612"/>
                </a:lnTo>
                <a:lnTo>
                  <a:pt x="1429511" y="41147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25709" y="4153914"/>
            <a:ext cx="719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Fone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32802" y="2610102"/>
            <a:ext cx="585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Rua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82482" y="2623819"/>
            <a:ext cx="1109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Número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10697" y="2623819"/>
            <a:ext cx="650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CEP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69053" y="3089909"/>
            <a:ext cx="5325110" cy="3474720"/>
            <a:chOff x="2489453" y="3089909"/>
            <a:chExt cx="5325110" cy="3474720"/>
          </a:xfrm>
        </p:grpSpPr>
        <p:sp>
          <p:nvSpPr>
            <p:cNvPr id="17" name="object 17"/>
            <p:cNvSpPr/>
            <p:nvPr/>
          </p:nvSpPr>
          <p:spPr>
            <a:xfrm>
              <a:off x="4960619" y="3108959"/>
              <a:ext cx="2834640" cy="891540"/>
            </a:xfrm>
            <a:custGeom>
              <a:avLst/>
              <a:gdLst/>
              <a:ahLst/>
              <a:cxnLst/>
              <a:rect l="l" t="t" r="r" b="b"/>
              <a:pathLst>
                <a:path w="2834640" h="891539">
                  <a:moveTo>
                    <a:pt x="771143" y="821435"/>
                  </a:moveTo>
                  <a:lnTo>
                    <a:pt x="0" y="53339"/>
                  </a:lnTo>
                </a:path>
                <a:path w="2834640" h="891539">
                  <a:moveTo>
                    <a:pt x="1101851" y="809243"/>
                  </a:moveTo>
                  <a:lnTo>
                    <a:pt x="1391411" y="0"/>
                  </a:lnTo>
                </a:path>
                <a:path w="2834640" h="891539">
                  <a:moveTo>
                    <a:pt x="1652015" y="891539"/>
                  </a:moveTo>
                  <a:lnTo>
                    <a:pt x="2834639" y="2590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08503" y="6392941"/>
              <a:ext cx="5057140" cy="171450"/>
            </a:xfrm>
            <a:custGeom>
              <a:avLst/>
              <a:gdLst/>
              <a:ahLst/>
              <a:cxnLst/>
              <a:rect l="l" t="t" r="r" b="b"/>
              <a:pathLst>
                <a:path w="5057140" h="171450">
                  <a:moveTo>
                    <a:pt x="4950229" y="85582"/>
                  </a:moveTo>
                  <a:lnTo>
                    <a:pt x="4903262" y="67294"/>
                  </a:lnTo>
                  <a:lnTo>
                    <a:pt x="0" y="67294"/>
                  </a:lnTo>
                  <a:lnTo>
                    <a:pt x="0" y="105394"/>
                  </a:lnTo>
                  <a:lnTo>
                    <a:pt x="4899348" y="105394"/>
                  </a:lnTo>
                  <a:lnTo>
                    <a:pt x="4950229" y="85582"/>
                  </a:lnTo>
                  <a:close/>
                </a:path>
                <a:path w="5057140" h="171450">
                  <a:moveTo>
                    <a:pt x="5056632" y="85582"/>
                  </a:moveTo>
                  <a:lnTo>
                    <a:pt x="4838700" y="1762"/>
                  </a:lnTo>
                  <a:lnTo>
                    <a:pt x="4831461" y="0"/>
                  </a:lnTo>
                  <a:lnTo>
                    <a:pt x="4824222" y="1381"/>
                  </a:lnTo>
                  <a:lnTo>
                    <a:pt x="4818126" y="5619"/>
                  </a:lnTo>
                  <a:lnTo>
                    <a:pt x="4814316" y="12430"/>
                  </a:lnTo>
                  <a:lnTo>
                    <a:pt x="4812768" y="19454"/>
                  </a:lnTo>
                  <a:lnTo>
                    <a:pt x="4814506" y="26336"/>
                  </a:lnTo>
                  <a:lnTo>
                    <a:pt x="4818816" y="32361"/>
                  </a:lnTo>
                  <a:lnTo>
                    <a:pt x="4824984" y="36814"/>
                  </a:lnTo>
                  <a:lnTo>
                    <a:pt x="4903262" y="67294"/>
                  </a:lnTo>
                  <a:lnTo>
                    <a:pt x="5003292" y="67294"/>
                  </a:lnTo>
                  <a:lnTo>
                    <a:pt x="5003292" y="106097"/>
                  </a:lnTo>
                  <a:lnTo>
                    <a:pt x="5056632" y="85582"/>
                  </a:lnTo>
                  <a:close/>
                </a:path>
                <a:path w="5057140" h="171450">
                  <a:moveTo>
                    <a:pt x="5003292" y="106097"/>
                  </a:moveTo>
                  <a:lnTo>
                    <a:pt x="5003292" y="105394"/>
                  </a:lnTo>
                  <a:lnTo>
                    <a:pt x="4899348" y="105394"/>
                  </a:lnTo>
                  <a:lnTo>
                    <a:pt x="4824984" y="134350"/>
                  </a:lnTo>
                  <a:lnTo>
                    <a:pt x="4818816" y="138803"/>
                  </a:lnTo>
                  <a:lnTo>
                    <a:pt x="4814506" y="144827"/>
                  </a:lnTo>
                  <a:lnTo>
                    <a:pt x="4812768" y="151709"/>
                  </a:lnTo>
                  <a:lnTo>
                    <a:pt x="4814316" y="158734"/>
                  </a:lnTo>
                  <a:lnTo>
                    <a:pt x="4818126" y="165544"/>
                  </a:lnTo>
                  <a:lnTo>
                    <a:pt x="4824222" y="169783"/>
                  </a:lnTo>
                  <a:lnTo>
                    <a:pt x="4831461" y="171164"/>
                  </a:lnTo>
                  <a:lnTo>
                    <a:pt x="4838700" y="169402"/>
                  </a:lnTo>
                  <a:lnTo>
                    <a:pt x="5003292" y="106097"/>
                  </a:lnTo>
                  <a:close/>
                </a:path>
                <a:path w="5057140" h="171450">
                  <a:moveTo>
                    <a:pt x="4997196" y="105394"/>
                  </a:moveTo>
                  <a:lnTo>
                    <a:pt x="4997196" y="103870"/>
                  </a:lnTo>
                  <a:lnTo>
                    <a:pt x="4950229" y="85582"/>
                  </a:lnTo>
                  <a:lnTo>
                    <a:pt x="4899348" y="105394"/>
                  </a:lnTo>
                  <a:lnTo>
                    <a:pt x="4997196" y="105394"/>
                  </a:lnTo>
                  <a:close/>
                </a:path>
                <a:path w="5057140" h="171450">
                  <a:moveTo>
                    <a:pt x="4997196" y="67294"/>
                  </a:moveTo>
                  <a:lnTo>
                    <a:pt x="4903262" y="67294"/>
                  </a:lnTo>
                  <a:lnTo>
                    <a:pt x="4950229" y="85582"/>
                  </a:lnTo>
                  <a:lnTo>
                    <a:pt x="4997196" y="67294"/>
                  </a:lnTo>
                  <a:close/>
                </a:path>
                <a:path w="5057140" h="171450">
                  <a:moveTo>
                    <a:pt x="5003292" y="105394"/>
                  </a:moveTo>
                  <a:lnTo>
                    <a:pt x="5003292" y="67294"/>
                  </a:lnTo>
                  <a:lnTo>
                    <a:pt x="4997196" y="67294"/>
                  </a:lnTo>
                  <a:lnTo>
                    <a:pt x="4950229" y="85582"/>
                  </a:lnTo>
                  <a:lnTo>
                    <a:pt x="4997196" y="103870"/>
                  </a:lnTo>
                  <a:lnTo>
                    <a:pt x="4997196" y="105394"/>
                  </a:lnTo>
                  <a:lnTo>
                    <a:pt x="5003292" y="1053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08503" y="6262115"/>
              <a:ext cx="0" cy="216535"/>
            </a:xfrm>
            <a:custGeom>
              <a:avLst/>
              <a:gdLst/>
              <a:ahLst/>
              <a:cxnLst/>
              <a:rect l="l" t="t" r="r" b="b"/>
              <a:pathLst>
                <a:path h="216535">
                  <a:moveTo>
                    <a:pt x="0" y="0"/>
                  </a:moveTo>
                  <a:lnTo>
                    <a:pt x="0" y="21640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667137" y="5850126"/>
            <a:ext cx="264096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170" dirty="0">
                <a:latin typeface="Tahoma"/>
                <a:cs typeface="Tahoma"/>
              </a:rPr>
              <a:t>Atributo</a:t>
            </a:r>
            <a:r>
              <a:rPr sz="2300" spc="-15" dirty="0">
                <a:latin typeface="Tahoma"/>
                <a:cs typeface="Tahoma"/>
              </a:rPr>
              <a:t> </a:t>
            </a:r>
            <a:r>
              <a:rPr sz="2300" spc="150" dirty="0">
                <a:latin typeface="Tahoma"/>
                <a:cs typeface="Tahoma"/>
              </a:rPr>
              <a:t>Derivado</a:t>
            </a:r>
            <a:endParaRPr sz="23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529317" y="4866895"/>
            <a:ext cx="1635760" cy="1702435"/>
            <a:chOff x="7649717" y="4866894"/>
            <a:chExt cx="1635760" cy="1702435"/>
          </a:xfrm>
        </p:grpSpPr>
        <p:sp>
          <p:nvSpPr>
            <p:cNvPr id="22" name="object 22"/>
            <p:cNvSpPr/>
            <p:nvPr/>
          </p:nvSpPr>
          <p:spPr>
            <a:xfrm>
              <a:off x="7668767" y="5771388"/>
              <a:ext cx="1336675" cy="779145"/>
            </a:xfrm>
            <a:custGeom>
              <a:avLst/>
              <a:gdLst/>
              <a:ahLst/>
              <a:cxnLst/>
              <a:rect l="l" t="t" r="r" b="b"/>
              <a:pathLst>
                <a:path w="1336675" h="779145">
                  <a:moveTo>
                    <a:pt x="669035" y="0"/>
                  </a:moveTo>
                  <a:lnTo>
                    <a:pt x="608242" y="1599"/>
                  </a:lnTo>
                  <a:lnTo>
                    <a:pt x="548957" y="6305"/>
                  </a:lnTo>
                  <a:lnTo>
                    <a:pt x="491419" y="13977"/>
                  </a:lnTo>
                  <a:lnTo>
                    <a:pt x="435866" y="24475"/>
                  </a:lnTo>
                  <a:lnTo>
                    <a:pt x="382536" y="37662"/>
                  </a:lnTo>
                  <a:lnTo>
                    <a:pt x="331667" y="53396"/>
                  </a:lnTo>
                  <a:lnTo>
                    <a:pt x="283499" y="71538"/>
                  </a:lnTo>
                  <a:lnTo>
                    <a:pt x="238268" y="91950"/>
                  </a:lnTo>
                  <a:lnTo>
                    <a:pt x="196214" y="114490"/>
                  </a:lnTo>
                  <a:lnTo>
                    <a:pt x="157576" y="139020"/>
                  </a:lnTo>
                  <a:lnTo>
                    <a:pt x="122590" y="165400"/>
                  </a:lnTo>
                  <a:lnTo>
                    <a:pt x="91496" y="193491"/>
                  </a:lnTo>
                  <a:lnTo>
                    <a:pt x="64532" y="223153"/>
                  </a:lnTo>
                  <a:lnTo>
                    <a:pt x="41936" y="254246"/>
                  </a:lnTo>
                  <a:lnTo>
                    <a:pt x="10801" y="320169"/>
                  </a:lnTo>
                  <a:lnTo>
                    <a:pt x="0" y="390143"/>
                  </a:lnTo>
                  <a:lnTo>
                    <a:pt x="2740" y="425554"/>
                  </a:lnTo>
                  <a:lnTo>
                    <a:pt x="23946" y="493543"/>
                  </a:lnTo>
                  <a:lnTo>
                    <a:pt x="64532" y="556847"/>
                  </a:lnTo>
                  <a:lnTo>
                    <a:pt x="91496" y="586401"/>
                  </a:lnTo>
                  <a:lnTo>
                    <a:pt x="122590" y="614375"/>
                  </a:lnTo>
                  <a:lnTo>
                    <a:pt x="157576" y="640631"/>
                  </a:lnTo>
                  <a:lnTo>
                    <a:pt x="196214" y="665035"/>
                  </a:lnTo>
                  <a:lnTo>
                    <a:pt x="238268" y="687449"/>
                  </a:lnTo>
                  <a:lnTo>
                    <a:pt x="283499" y="707737"/>
                  </a:lnTo>
                  <a:lnTo>
                    <a:pt x="331667" y="725762"/>
                  </a:lnTo>
                  <a:lnTo>
                    <a:pt x="382536" y="741389"/>
                  </a:lnTo>
                  <a:lnTo>
                    <a:pt x="435866" y="754480"/>
                  </a:lnTo>
                  <a:lnTo>
                    <a:pt x="491419" y="764899"/>
                  </a:lnTo>
                  <a:lnTo>
                    <a:pt x="548957" y="772511"/>
                  </a:lnTo>
                  <a:lnTo>
                    <a:pt x="608242" y="777178"/>
                  </a:lnTo>
                  <a:lnTo>
                    <a:pt x="669035" y="778763"/>
                  </a:lnTo>
                  <a:lnTo>
                    <a:pt x="729815" y="777178"/>
                  </a:lnTo>
                  <a:lnTo>
                    <a:pt x="789061" y="772511"/>
                  </a:lnTo>
                  <a:lnTo>
                    <a:pt x="846539" y="764899"/>
                  </a:lnTo>
                  <a:lnTo>
                    <a:pt x="902013" y="754480"/>
                  </a:lnTo>
                  <a:lnTo>
                    <a:pt x="955248" y="741389"/>
                  </a:lnTo>
                  <a:lnTo>
                    <a:pt x="1006009" y="725762"/>
                  </a:lnTo>
                  <a:lnTo>
                    <a:pt x="1054060" y="707737"/>
                  </a:lnTo>
                  <a:lnTo>
                    <a:pt x="1099167" y="687449"/>
                  </a:lnTo>
                  <a:lnTo>
                    <a:pt x="1141094" y="665035"/>
                  </a:lnTo>
                  <a:lnTo>
                    <a:pt x="1179607" y="640631"/>
                  </a:lnTo>
                  <a:lnTo>
                    <a:pt x="1214469" y="614375"/>
                  </a:lnTo>
                  <a:lnTo>
                    <a:pt x="1245446" y="586401"/>
                  </a:lnTo>
                  <a:lnTo>
                    <a:pt x="1272303" y="556847"/>
                  </a:lnTo>
                  <a:lnTo>
                    <a:pt x="1294804" y="525848"/>
                  </a:lnTo>
                  <a:lnTo>
                    <a:pt x="1325798" y="460066"/>
                  </a:lnTo>
                  <a:lnTo>
                    <a:pt x="1336547" y="390143"/>
                  </a:lnTo>
                  <a:lnTo>
                    <a:pt x="1333821" y="354720"/>
                  </a:lnTo>
                  <a:lnTo>
                    <a:pt x="1312714" y="286631"/>
                  </a:lnTo>
                  <a:lnTo>
                    <a:pt x="1272303" y="223153"/>
                  </a:lnTo>
                  <a:lnTo>
                    <a:pt x="1245446" y="193491"/>
                  </a:lnTo>
                  <a:lnTo>
                    <a:pt x="1214469" y="165400"/>
                  </a:lnTo>
                  <a:lnTo>
                    <a:pt x="1179607" y="139020"/>
                  </a:lnTo>
                  <a:lnTo>
                    <a:pt x="1141094" y="114490"/>
                  </a:lnTo>
                  <a:lnTo>
                    <a:pt x="1099167" y="91950"/>
                  </a:lnTo>
                  <a:lnTo>
                    <a:pt x="1054060" y="71538"/>
                  </a:lnTo>
                  <a:lnTo>
                    <a:pt x="1006009" y="53396"/>
                  </a:lnTo>
                  <a:lnTo>
                    <a:pt x="955248" y="37662"/>
                  </a:lnTo>
                  <a:lnTo>
                    <a:pt x="902013" y="24475"/>
                  </a:lnTo>
                  <a:lnTo>
                    <a:pt x="846539" y="13977"/>
                  </a:lnTo>
                  <a:lnTo>
                    <a:pt x="789061" y="6305"/>
                  </a:lnTo>
                  <a:lnTo>
                    <a:pt x="729815" y="1599"/>
                  </a:lnTo>
                  <a:lnTo>
                    <a:pt x="669035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71815" y="4885944"/>
              <a:ext cx="1594485" cy="664845"/>
            </a:xfrm>
            <a:custGeom>
              <a:avLst/>
              <a:gdLst/>
              <a:ahLst/>
              <a:cxnLst/>
              <a:rect l="l" t="t" r="r" b="b"/>
              <a:pathLst>
                <a:path w="1594484" h="664845">
                  <a:moveTo>
                    <a:pt x="797051" y="0"/>
                  </a:moveTo>
                  <a:lnTo>
                    <a:pt x="731649" y="1105"/>
                  </a:lnTo>
                  <a:lnTo>
                    <a:pt x="667708" y="4364"/>
                  </a:lnTo>
                  <a:lnTo>
                    <a:pt x="605434" y="9690"/>
                  </a:lnTo>
                  <a:lnTo>
                    <a:pt x="545031" y="16995"/>
                  </a:lnTo>
                  <a:lnTo>
                    <a:pt x="486703" y="26193"/>
                  </a:lnTo>
                  <a:lnTo>
                    <a:pt x="430656" y="37197"/>
                  </a:lnTo>
                  <a:lnTo>
                    <a:pt x="377094" y="49920"/>
                  </a:lnTo>
                  <a:lnTo>
                    <a:pt x="326221" y="64276"/>
                  </a:lnTo>
                  <a:lnTo>
                    <a:pt x="278242" y="80176"/>
                  </a:lnTo>
                  <a:lnTo>
                    <a:pt x="233362" y="97535"/>
                  </a:lnTo>
                  <a:lnTo>
                    <a:pt x="191785" y="116266"/>
                  </a:lnTo>
                  <a:lnTo>
                    <a:pt x="153716" y="136282"/>
                  </a:lnTo>
                  <a:lnTo>
                    <a:pt x="119360" y="157495"/>
                  </a:lnTo>
                  <a:lnTo>
                    <a:pt x="62603" y="203168"/>
                  </a:lnTo>
                  <a:lnTo>
                    <a:pt x="23150" y="252590"/>
                  </a:lnTo>
                  <a:lnTo>
                    <a:pt x="2640" y="305065"/>
                  </a:lnTo>
                  <a:lnTo>
                    <a:pt x="0" y="332231"/>
                  </a:lnTo>
                  <a:lnTo>
                    <a:pt x="2640" y="359398"/>
                  </a:lnTo>
                  <a:lnTo>
                    <a:pt x="23150" y="411873"/>
                  </a:lnTo>
                  <a:lnTo>
                    <a:pt x="62603" y="461295"/>
                  </a:lnTo>
                  <a:lnTo>
                    <a:pt x="119360" y="506968"/>
                  </a:lnTo>
                  <a:lnTo>
                    <a:pt x="153716" y="528181"/>
                  </a:lnTo>
                  <a:lnTo>
                    <a:pt x="191785" y="548197"/>
                  </a:lnTo>
                  <a:lnTo>
                    <a:pt x="233362" y="566927"/>
                  </a:lnTo>
                  <a:lnTo>
                    <a:pt x="278242" y="584287"/>
                  </a:lnTo>
                  <a:lnTo>
                    <a:pt x="326221" y="600187"/>
                  </a:lnTo>
                  <a:lnTo>
                    <a:pt x="377094" y="614543"/>
                  </a:lnTo>
                  <a:lnTo>
                    <a:pt x="430656" y="627266"/>
                  </a:lnTo>
                  <a:lnTo>
                    <a:pt x="486703" y="638270"/>
                  </a:lnTo>
                  <a:lnTo>
                    <a:pt x="545031" y="647468"/>
                  </a:lnTo>
                  <a:lnTo>
                    <a:pt x="605434" y="654773"/>
                  </a:lnTo>
                  <a:lnTo>
                    <a:pt x="667708" y="660099"/>
                  </a:lnTo>
                  <a:lnTo>
                    <a:pt x="731649" y="663358"/>
                  </a:lnTo>
                  <a:lnTo>
                    <a:pt x="797051" y="664463"/>
                  </a:lnTo>
                  <a:lnTo>
                    <a:pt x="862454" y="663358"/>
                  </a:lnTo>
                  <a:lnTo>
                    <a:pt x="926395" y="660099"/>
                  </a:lnTo>
                  <a:lnTo>
                    <a:pt x="988669" y="654773"/>
                  </a:lnTo>
                  <a:lnTo>
                    <a:pt x="1049072" y="647468"/>
                  </a:lnTo>
                  <a:lnTo>
                    <a:pt x="1107400" y="638270"/>
                  </a:lnTo>
                  <a:lnTo>
                    <a:pt x="1163447" y="627266"/>
                  </a:lnTo>
                  <a:lnTo>
                    <a:pt x="1217009" y="614543"/>
                  </a:lnTo>
                  <a:lnTo>
                    <a:pt x="1267882" y="600187"/>
                  </a:lnTo>
                  <a:lnTo>
                    <a:pt x="1315861" y="584287"/>
                  </a:lnTo>
                  <a:lnTo>
                    <a:pt x="1360741" y="566927"/>
                  </a:lnTo>
                  <a:lnTo>
                    <a:pt x="1402318" y="548197"/>
                  </a:lnTo>
                  <a:lnTo>
                    <a:pt x="1440387" y="528181"/>
                  </a:lnTo>
                  <a:lnTo>
                    <a:pt x="1474743" y="506968"/>
                  </a:lnTo>
                  <a:lnTo>
                    <a:pt x="1531500" y="461295"/>
                  </a:lnTo>
                  <a:lnTo>
                    <a:pt x="1570953" y="411873"/>
                  </a:lnTo>
                  <a:lnTo>
                    <a:pt x="1591463" y="359398"/>
                  </a:lnTo>
                  <a:lnTo>
                    <a:pt x="1594103" y="332231"/>
                  </a:lnTo>
                  <a:lnTo>
                    <a:pt x="1591463" y="305065"/>
                  </a:lnTo>
                  <a:lnTo>
                    <a:pt x="1570953" y="252590"/>
                  </a:lnTo>
                  <a:lnTo>
                    <a:pt x="1531500" y="203168"/>
                  </a:lnTo>
                  <a:lnTo>
                    <a:pt x="1474743" y="157495"/>
                  </a:lnTo>
                  <a:lnTo>
                    <a:pt x="1440387" y="136282"/>
                  </a:lnTo>
                  <a:lnTo>
                    <a:pt x="1402318" y="116266"/>
                  </a:lnTo>
                  <a:lnTo>
                    <a:pt x="1360741" y="97535"/>
                  </a:lnTo>
                  <a:lnTo>
                    <a:pt x="1315861" y="80176"/>
                  </a:lnTo>
                  <a:lnTo>
                    <a:pt x="1267882" y="64276"/>
                  </a:lnTo>
                  <a:lnTo>
                    <a:pt x="1217009" y="49920"/>
                  </a:lnTo>
                  <a:lnTo>
                    <a:pt x="1163447" y="37197"/>
                  </a:lnTo>
                  <a:lnTo>
                    <a:pt x="1107400" y="26193"/>
                  </a:lnTo>
                  <a:lnTo>
                    <a:pt x="1049072" y="16995"/>
                  </a:lnTo>
                  <a:lnTo>
                    <a:pt x="988669" y="9690"/>
                  </a:lnTo>
                  <a:lnTo>
                    <a:pt x="926395" y="4364"/>
                  </a:lnTo>
                  <a:lnTo>
                    <a:pt x="862454" y="1105"/>
                  </a:lnTo>
                  <a:lnTo>
                    <a:pt x="797051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575290" y="5063742"/>
            <a:ext cx="1551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Aniversário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929117" y="5142738"/>
            <a:ext cx="1720850" cy="1181100"/>
            <a:chOff x="6049517" y="5142738"/>
            <a:chExt cx="1720850" cy="1181100"/>
          </a:xfrm>
        </p:grpSpPr>
        <p:sp>
          <p:nvSpPr>
            <p:cNvPr id="26" name="object 26"/>
            <p:cNvSpPr/>
            <p:nvPr/>
          </p:nvSpPr>
          <p:spPr>
            <a:xfrm>
              <a:off x="6068567" y="5620512"/>
              <a:ext cx="1682750" cy="684530"/>
            </a:xfrm>
            <a:custGeom>
              <a:avLst/>
              <a:gdLst/>
              <a:ahLst/>
              <a:cxnLst/>
              <a:rect l="l" t="t" r="r" b="b"/>
              <a:pathLst>
                <a:path w="1682750" h="684529">
                  <a:moveTo>
                    <a:pt x="1682495" y="684275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68567" y="5161788"/>
              <a:ext cx="1600200" cy="228600"/>
            </a:xfrm>
            <a:custGeom>
              <a:avLst/>
              <a:gdLst/>
              <a:ahLst/>
              <a:cxnLst/>
              <a:rect l="l" t="t" r="r" b="b"/>
              <a:pathLst>
                <a:path w="1600200" h="228600">
                  <a:moveTo>
                    <a:pt x="1600199" y="0"/>
                  </a:moveTo>
                  <a:lnTo>
                    <a:pt x="0" y="22859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777981" y="5967473"/>
            <a:ext cx="78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Idade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/>
              <a:t>Resumo</a:t>
            </a:r>
            <a:r>
              <a:rPr spc="-125" dirty="0"/>
              <a:t> </a:t>
            </a:r>
            <a:r>
              <a:rPr dirty="0"/>
              <a:t>Representações</a:t>
            </a:r>
            <a:r>
              <a:rPr spc="-125" dirty="0"/>
              <a:t> </a:t>
            </a:r>
            <a:r>
              <a:rPr spc="-25" dirty="0"/>
              <a:t>de </a:t>
            </a:r>
            <a:r>
              <a:rPr spc="-10" dirty="0"/>
              <a:t>Atributos</a:t>
            </a:r>
          </a:p>
        </p:txBody>
      </p:sp>
      <p:sp>
        <p:nvSpPr>
          <p:cNvPr id="3" name="object 3"/>
          <p:cNvSpPr/>
          <p:nvPr/>
        </p:nvSpPr>
        <p:spPr>
          <a:xfrm>
            <a:off x="4834635" y="5830824"/>
            <a:ext cx="4160520" cy="1222375"/>
          </a:xfrm>
          <a:custGeom>
            <a:avLst/>
            <a:gdLst/>
            <a:ahLst/>
            <a:cxnLst/>
            <a:rect l="l" t="t" r="r" b="b"/>
            <a:pathLst>
              <a:path w="4160520" h="1222375">
                <a:moveTo>
                  <a:pt x="0" y="0"/>
                </a:moveTo>
                <a:lnTo>
                  <a:pt x="0" y="1222247"/>
                </a:lnTo>
                <a:lnTo>
                  <a:pt x="4160519" y="1222247"/>
                </a:lnTo>
                <a:lnTo>
                  <a:pt x="4160519" y="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90740" y="4436364"/>
            <a:ext cx="1937385" cy="769620"/>
          </a:xfrm>
          <a:custGeom>
            <a:avLst/>
            <a:gdLst/>
            <a:ahLst/>
            <a:cxnLst/>
            <a:rect l="l" t="t" r="r" b="b"/>
            <a:pathLst>
              <a:path w="1937384" h="769620">
                <a:moveTo>
                  <a:pt x="969263" y="0"/>
                </a:moveTo>
                <a:lnTo>
                  <a:pt x="902946" y="887"/>
                </a:lnTo>
                <a:lnTo>
                  <a:pt x="837821" y="3511"/>
                </a:lnTo>
                <a:lnTo>
                  <a:pt x="774034" y="7816"/>
                </a:lnTo>
                <a:lnTo>
                  <a:pt x="711729" y="13744"/>
                </a:lnTo>
                <a:lnTo>
                  <a:pt x="651051" y="21238"/>
                </a:lnTo>
                <a:lnTo>
                  <a:pt x="592145" y="30241"/>
                </a:lnTo>
                <a:lnTo>
                  <a:pt x="535156" y="40697"/>
                </a:lnTo>
                <a:lnTo>
                  <a:pt x="480229" y="52549"/>
                </a:lnTo>
                <a:lnTo>
                  <a:pt x="427508" y="65740"/>
                </a:lnTo>
                <a:lnTo>
                  <a:pt x="377139" y="80212"/>
                </a:lnTo>
                <a:lnTo>
                  <a:pt x="329267" y="95910"/>
                </a:lnTo>
                <a:lnTo>
                  <a:pt x="284035" y="112775"/>
                </a:lnTo>
                <a:lnTo>
                  <a:pt x="241590" y="130752"/>
                </a:lnTo>
                <a:lnTo>
                  <a:pt x="202075" y="149784"/>
                </a:lnTo>
                <a:lnTo>
                  <a:pt x="165636" y="169812"/>
                </a:lnTo>
                <a:lnTo>
                  <a:pt x="132418" y="190782"/>
                </a:lnTo>
                <a:lnTo>
                  <a:pt x="76223" y="235315"/>
                </a:lnTo>
                <a:lnTo>
                  <a:pt x="34649" y="282927"/>
                </a:lnTo>
                <a:lnTo>
                  <a:pt x="8855" y="333165"/>
                </a:lnTo>
                <a:lnTo>
                  <a:pt x="0" y="385571"/>
                </a:lnTo>
                <a:lnTo>
                  <a:pt x="2238" y="411835"/>
                </a:lnTo>
                <a:lnTo>
                  <a:pt x="19707" y="462894"/>
                </a:lnTo>
                <a:lnTo>
                  <a:pt x="53536" y="511611"/>
                </a:lnTo>
                <a:lnTo>
                  <a:pt x="102566" y="557526"/>
                </a:lnTo>
                <a:lnTo>
                  <a:pt x="165636" y="600179"/>
                </a:lnTo>
                <a:lnTo>
                  <a:pt x="202075" y="620138"/>
                </a:lnTo>
                <a:lnTo>
                  <a:pt x="241590" y="639109"/>
                </a:lnTo>
                <a:lnTo>
                  <a:pt x="284035" y="657034"/>
                </a:lnTo>
                <a:lnTo>
                  <a:pt x="329267" y="673856"/>
                </a:lnTo>
                <a:lnTo>
                  <a:pt x="377139" y="689517"/>
                </a:lnTo>
                <a:lnTo>
                  <a:pt x="427508" y="703959"/>
                </a:lnTo>
                <a:lnTo>
                  <a:pt x="480229" y="717126"/>
                </a:lnTo>
                <a:lnTo>
                  <a:pt x="535156" y="728959"/>
                </a:lnTo>
                <a:lnTo>
                  <a:pt x="592145" y="739401"/>
                </a:lnTo>
                <a:lnTo>
                  <a:pt x="651051" y="748395"/>
                </a:lnTo>
                <a:lnTo>
                  <a:pt x="711729" y="755882"/>
                </a:lnTo>
                <a:lnTo>
                  <a:pt x="774034" y="761806"/>
                </a:lnTo>
                <a:lnTo>
                  <a:pt x="837821" y="766108"/>
                </a:lnTo>
                <a:lnTo>
                  <a:pt x="902946" y="768732"/>
                </a:lnTo>
                <a:lnTo>
                  <a:pt x="969263" y="769619"/>
                </a:lnTo>
                <a:lnTo>
                  <a:pt x="1035573" y="768732"/>
                </a:lnTo>
                <a:lnTo>
                  <a:pt x="1100676" y="766108"/>
                </a:lnTo>
                <a:lnTo>
                  <a:pt x="1164428" y="761806"/>
                </a:lnTo>
                <a:lnTo>
                  <a:pt x="1226685" y="755882"/>
                </a:lnTo>
                <a:lnTo>
                  <a:pt x="1287305" y="748395"/>
                </a:lnTo>
                <a:lnTo>
                  <a:pt x="1346144" y="739401"/>
                </a:lnTo>
                <a:lnTo>
                  <a:pt x="1403058" y="728959"/>
                </a:lnTo>
                <a:lnTo>
                  <a:pt x="1457903" y="717126"/>
                </a:lnTo>
                <a:lnTo>
                  <a:pt x="1510536" y="703959"/>
                </a:lnTo>
                <a:lnTo>
                  <a:pt x="1560814" y="689517"/>
                </a:lnTo>
                <a:lnTo>
                  <a:pt x="1608593" y="673856"/>
                </a:lnTo>
                <a:lnTo>
                  <a:pt x="1653730" y="657034"/>
                </a:lnTo>
                <a:lnTo>
                  <a:pt x="1696080" y="639109"/>
                </a:lnTo>
                <a:lnTo>
                  <a:pt x="1735501" y="620138"/>
                </a:lnTo>
                <a:lnTo>
                  <a:pt x="1771849" y="600179"/>
                </a:lnTo>
                <a:lnTo>
                  <a:pt x="1804980" y="579289"/>
                </a:lnTo>
                <a:lnTo>
                  <a:pt x="1861018" y="534947"/>
                </a:lnTo>
                <a:lnTo>
                  <a:pt x="1902467" y="487574"/>
                </a:lnTo>
                <a:lnTo>
                  <a:pt x="1928178" y="437628"/>
                </a:lnTo>
                <a:lnTo>
                  <a:pt x="1937003" y="385571"/>
                </a:lnTo>
                <a:lnTo>
                  <a:pt x="1934773" y="359125"/>
                </a:lnTo>
                <a:lnTo>
                  <a:pt x="1917361" y="307746"/>
                </a:lnTo>
                <a:lnTo>
                  <a:pt x="1883638" y="258764"/>
                </a:lnTo>
                <a:lnTo>
                  <a:pt x="1834751" y="212635"/>
                </a:lnTo>
                <a:lnTo>
                  <a:pt x="1771849" y="169812"/>
                </a:lnTo>
                <a:lnTo>
                  <a:pt x="1735501" y="149784"/>
                </a:lnTo>
                <a:lnTo>
                  <a:pt x="1696080" y="130752"/>
                </a:lnTo>
                <a:lnTo>
                  <a:pt x="1653730" y="112775"/>
                </a:lnTo>
                <a:lnTo>
                  <a:pt x="1608593" y="95910"/>
                </a:lnTo>
                <a:lnTo>
                  <a:pt x="1560814" y="80212"/>
                </a:lnTo>
                <a:lnTo>
                  <a:pt x="1510536" y="65740"/>
                </a:lnTo>
                <a:lnTo>
                  <a:pt x="1457903" y="52549"/>
                </a:lnTo>
                <a:lnTo>
                  <a:pt x="1403058" y="40697"/>
                </a:lnTo>
                <a:lnTo>
                  <a:pt x="1346144" y="30241"/>
                </a:lnTo>
                <a:lnTo>
                  <a:pt x="1287305" y="21238"/>
                </a:lnTo>
                <a:lnTo>
                  <a:pt x="1226685" y="13744"/>
                </a:lnTo>
                <a:lnTo>
                  <a:pt x="1164428" y="7816"/>
                </a:lnTo>
                <a:lnTo>
                  <a:pt x="1100676" y="3511"/>
                </a:lnTo>
                <a:lnTo>
                  <a:pt x="1035573" y="887"/>
                </a:lnTo>
                <a:lnTo>
                  <a:pt x="969263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33468" y="4354068"/>
            <a:ext cx="2082800" cy="878205"/>
          </a:xfrm>
          <a:custGeom>
            <a:avLst/>
            <a:gdLst/>
            <a:ahLst/>
            <a:cxnLst/>
            <a:rect l="l" t="t" r="r" b="b"/>
            <a:pathLst>
              <a:path w="2082800" h="878204">
                <a:moveTo>
                  <a:pt x="25400" y="541020"/>
                </a:moveTo>
                <a:lnTo>
                  <a:pt x="25400" y="335280"/>
                </a:lnTo>
                <a:lnTo>
                  <a:pt x="12700" y="345948"/>
                </a:lnTo>
                <a:lnTo>
                  <a:pt x="12700" y="359664"/>
                </a:lnTo>
                <a:lnTo>
                  <a:pt x="0" y="384048"/>
                </a:lnTo>
                <a:lnTo>
                  <a:pt x="0" y="504444"/>
                </a:lnTo>
                <a:lnTo>
                  <a:pt x="12700" y="528828"/>
                </a:lnTo>
                <a:lnTo>
                  <a:pt x="25400" y="541020"/>
                </a:lnTo>
                <a:close/>
              </a:path>
              <a:path w="2082800" h="878204">
                <a:moveTo>
                  <a:pt x="38100" y="394716"/>
                </a:moveTo>
                <a:lnTo>
                  <a:pt x="38100" y="312420"/>
                </a:lnTo>
                <a:lnTo>
                  <a:pt x="25400" y="323088"/>
                </a:lnTo>
                <a:lnTo>
                  <a:pt x="25400" y="426720"/>
                </a:lnTo>
                <a:lnTo>
                  <a:pt x="38100" y="394716"/>
                </a:lnTo>
                <a:close/>
              </a:path>
              <a:path w="2082800" h="878204">
                <a:moveTo>
                  <a:pt x="38100" y="565404"/>
                </a:moveTo>
                <a:lnTo>
                  <a:pt x="38100" y="461772"/>
                </a:lnTo>
                <a:lnTo>
                  <a:pt x="25400" y="449580"/>
                </a:lnTo>
                <a:lnTo>
                  <a:pt x="25400" y="553212"/>
                </a:lnTo>
                <a:lnTo>
                  <a:pt x="38100" y="565404"/>
                </a:lnTo>
                <a:close/>
              </a:path>
              <a:path w="2082800" h="878204">
                <a:moveTo>
                  <a:pt x="971454" y="38674"/>
                </a:moveTo>
                <a:lnTo>
                  <a:pt x="953074" y="2649"/>
                </a:lnTo>
                <a:lnTo>
                  <a:pt x="889000" y="4572"/>
                </a:lnTo>
                <a:lnTo>
                  <a:pt x="838200" y="7620"/>
                </a:lnTo>
                <a:lnTo>
                  <a:pt x="787400" y="12192"/>
                </a:lnTo>
                <a:lnTo>
                  <a:pt x="736600" y="18288"/>
                </a:lnTo>
                <a:lnTo>
                  <a:pt x="698500" y="24384"/>
                </a:lnTo>
                <a:lnTo>
                  <a:pt x="647700" y="30480"/>
                </a:lnTo>
                <a:lnTo>
                  <a:pt x="596900" y="39624"/>
                </a:lnTo>
                <a:lnTo>
                  <a:pt x="558800" y="47244"/>
                </a:lnTo>
                <a:lnTo>
                  <a:pt x="520700" y="57912"/>
                </a:lnTo>
                <a:lnTo>
                  <a:pt x="469900" y="67056"/>
                </a:lnTo>
                <a:lnTo>
                  <a:pt x="431800" y="79248"/>
                </a:lnTo>
                <a:lnTo>
                  <a:pt x="393700" y="89916"/>
                </a:lnTo>
                <a:lnTo>
                  <a:pt x="355600" y="103632"/>
                </a:lnTo>
                <a:lnTo>
                  <a:pt x="317500" y="115824"/>
                </a:lnTo>
                <a:lnTo>
                  <a:pt x="292100" y="129540"/>
                </a:lnTo>
                <a:lnTo>
                  <a:pt x="215900" y="160020"/>
                </a:lnTo>
                <a:lnTo>
                  <a:pt x="139700" y="210312"/>
                </a:lnTo>
                <a:lnTo>
                  <a:pt x="114300" y="228600"/>
                </a:lnTo>
                <a:lnTo>
                  <a:pt x="88900" y="248412"/>
                </a:lnTo>
                <a:lnTo>
                  <a:pt x="76200" y="268224"/>
                </a:lnTo>
                <a:lnTo>
                  <a:pt x="38100" y="300228"/>
                </a:lnTo>
                <a:lnTo>
                  <a:pt x="38100" y="373380"/>
                </a:lnTo>
                <a:lnTo>
                  <a:pt x="50800" y="362712"/>
                </a:lnTo>
                <a:lnTo>
                  <a:pt x="50800" y="353568"/>
                </a:lnTo>
                <a:lnTo>
                  <a:pt x="63500" y="332232"/>
                </a:lnTo>
                <a:lnTo>
                  <a:pt x="76200" y="323088"/>
                </a:lnTo>
                <a:lnTo>
                  <a:pt x="76200" y="312420"/>
                </a:lnTo>
                <a:lnTo>
                  <a:pt x="101600" y="294132"/>
                </a:lnTo>
                <a:lnTo>
                  <a:pt x="114300" y="275844"/>
                </a:lnTo>
                <a:lnTo>
                  <a:pt x="139700" y="259080"/>
                </a:lnTo>
                <a:lnTo>
                  <a:pt x="152400" y="240792"/>
                </a:lnTo>
                <a:lnTo>
                  <a:pt x="177800" y="224028"/>
                </a:lnTo>
                <a:lnTo>
                  <a:pt x="215900" y="208788"/>
                </a:lnTo>
                <a:lnTo>
                  <a:pt x="266700" y="178308"/>
                </a:lnTo>
                <a:lnTo>
                  <a:pt x="304800" y="164592"/>
                </a:lnTo>
                <a:lnTo>
                  <a:pt x="330200" y="150876"/>
                </a:lnTo>
                <a:lnTo>
                  <a:pt x="444500" y="114300"/>
                </a:lnTo>
                <a:lnTo>
                  <a:pt x="520700" y="92964"/>
                </a:lnTo>
                <a:lnTo>
                  <a:pt x="558800" y="83820"/>
                </a:lnTo>
                <a:lnTo>
                  <a:pt x="609600" y="76200"/>
                </a:lnTo>
                <a:lnTo>
                  <a:pt x="647700" y="67056"/>
                </a:lnTo>
                <a:lnTo>
                  <a:pt x="787400" y="50292"/>
                </a:lnTo>
                <a:lnTo>
                  <a:pt x="889000" y="41148"/>
                </a:lnTo>
                <a:lnTo>
                  <a:pt x="971454" y="38674"/>
                </a:lnTo>
                <a:close/>
              </a:path>
              <a:path w="2082800" h="878204">
                <a:moveTo>
                  <a:pt x="2070100" y="519684"/>
                </a:moveTo>
                <a:lnTo>
                  <a:pt x="2070100" y="350520"/>
                </a:lnTo>
                <a:lnTo>
                  <a:pt x="2057400" y="336804"/>
                </a:lnTo>
                <a:lnTo>
                  <a:pt x="2057400" y="326136"/>
                </a:lnTo>
                <a:lnTo>
                  <a:pt x="2044700" y="313944"/>
                </a:lnTo>
                <a:lnTo>
                  <a:pt x="2044700" y="493776"/>
                </a:lnTo>
                <a:lnTo>
                  <a:pt x="2032000" y="525780"/>
                </a:lnTo>
                <a:lnTo>
                  <a:pt x="2019300" y="536448"/>
                </a:lnTo>
                <a:lnTo>
                  <a:pt x="2019300" y="545592"/>
                </a:lnTo>
                <a:lnTo>
                  <a:pt x="2006600" y="556260"/>
                </a:lnTo>
                <a:lnTo>
                  <a:pt x="2006600" y="565404"/>
                </a:lnTo>
                <a:lnTo>
                  <a:pt x="1981200" y="583692"/>
                </a:lnTo>
                <a:lnTo>
                  <a:pt x="1968500" y="601980"/>
                </a:lnTo>
                <a:lnTo>
                  <a:pt x="1866900" y="670560"/>
                </a:lnTo>
                <a:lnTo>
                  <a:pt x="1816100" y="699516"/>
                </a:lnTo>
                <a:lnTo>
                  <a:pt x="1778000" y="714756"/>
                </a:lnTo>
                <a:lnTo>
                  <a:pt x="1752600" y="728472"/>
                </a:lnTo>
                <a:lnTo>
                  <a:pt x="1638300" y="765048"/>
                </a:lnTo>
                <a:lnTo>
                  <a:pt x="1600200" y="775716"/>
                </a:lnTo>
                <a:lnTo>
                  <a:pt x="1511300" y="794004"/>
                </a:lnTo>
                <a:lnTo>
                  <a:pt x="1473200" y="803148"/>
                </a:lnTo>
                <a:lnTo>
                  <a:pt x="1435100" y="810768"/>
                </a:lnTo>
                <a:lnTo>
                  <a:pt x="1384300" y="818388"/>
                </a:lnTo>
                <a:lnTo>
                  <a:pt x="1333500" y="824484"/>
                </a:lnTo>
                <a:lnTo>
                  <a:pt x="1244600" y="833628"/>
                </a:lnTo>
                <a:lnTo>
                  <a:pt x="1143000" y="839724"/>
                </a:lnTo>
                <a:lnTo>
                  <a:pt x="1093226" y="841217"/>
                </a:lnTo>
                <a:lnTo>
                  <a:pt x="1041400" y="841248"/>
                </a:lnTo>
                <a:lnTo>
                  <a:pt x="889000" y="836676"/>
                </a:lnTo>
                <a:lnTo>
                  <a:pt x="838200" y="833628"/>
                </a:lnTo>
                <a:lnTo>
                  <a:pt x="787400" y="829056"/>
                </a:lnTo>
                <a:lnTo>
                  <a:pt x="698500" y="816864"/>
                </a:lnTo>
                <a:lnTo>
                  <a:pt x="647700" y="810768"/>
                </a:lnTo>
                <a:lnTo>
                  <a:pt x="609600" y="803148"/>
                </a:lnTo>
                <a:lnTo>
                  <a:pt x="558800" y="794004"/>
                </a:lnTo>
                <a:lnTo>
                  <a:pt x="482600" y="775716"/>
                </a:lnTo>
                <a:lnTo>
                  <a:pt x="444500" y="763524"/>
                </a:lnTo>
                <a:lnTo>
                  <a:pt x="406400" y="752856"/>
                </a:lnTo>
                <a:lnTo>
                  <a:pt x="368300" y="740664"/>
                </a:lnTo>
                <a:lnTo>
                  <a:pt x="330200" y="726948"/>
                </a:lnTo>
                <a:lnTo>
                  <a:pt x="304800" y="714756"/>
                </a:lnTo>
                <a:lnTo>
                  <a:pt x="266700" y="699516"/>
                </a:lnTo>
                <a:lnTo>
                  <a:pt x="241300" y="684276"/>
                </a:lnTo>
                <a:lnTo>
                  <a:pt x="203200" y="669036"/>
                </a:lnTo>
                <a:lnTo>
                  <a:pt x="177800" y="653796"/>
                </a:lnTo>
                <a:lnTo>
                  <a:pt x="152400" y="637032"/>
                </a:lnTo>
                <a:lnTo>
                  <a:pt x="139700" y="620268"/>
                </a:lnTo>
                <a:lnTo>
                  <a:pt x="114300" y="601980"/>
                </a:lnTo>
                <a:lnTo>
                  <a:pt x="101600" y="583692"/>
                </a:lnTo>
                <a:lnTo>
                  <a:pt x="76200" y="563880"/>
                </a:lnTo>
                <a:lnTo>
                  <a:pt x="76200" y="554736"/>
                </a:lnTo>
                <a:lnTo>
                  <a:pt x="63500" y="545592"/>
                </a:lnTo>
                <a:lnTo>
                  <a:pt x="50800" y="524256"/>
                </a:lnTo>
                <a:lnTo>
                  <a:pt x="50800" y="515112"/>
                </a:lnTo>
                <a:lnTo>
                  <a:pt x="38100" y="493776"/>
                </a:lnTo>
                <a:lnTo>
                  <a:pt x="38100" y="576072"/>
                </a:lnTo>
                <a:lnTo>
                  <a:pt x="50800" y="586740"/>
                </a:lnTo>
                <a:lnTo>
                  <a:pt x="63500" y="608076"/>
                </a:lnTo>
                <a:lnTo>
                  <a:pt x="114300" y="647700"/>
                </a:lnTo>
                <a:lnTo>
                  <a:pt x="165100" y="684276"/>
                </a:lnTo>
                <a:lnTo>
                  <a:pt x="215900" y="717804"/>
                </a:lnTo>
                <a:lnTo>
                  <a:pt x="254000" y="733044"/>
                </a:lnTo>
                <a:lnTo>
                  <a:pt x="279400" y="748284"/>
                </a:lnTo>
                <a:lnTo>
                  <a:pt x="355600" y="775716"/>
                </a:lnTo>
                <a:lnTo>
                  <a:pt x="431800" y="800100"/>
                </a:lnTo>
                <a:lnTo>
                  <a:pt x="508000" y="821436"/>
                </a:lnTo>
                <a:lnTo>
                  <a:pt x="558800" y="830580"/>
                </a:lnTo>
                <a:lnTo>
                  <a:pt x="596900" y="839724"/>
                </a:lnTo>
                <a:lnTo>
                  <a:pt x="647700" y="847344"/>
                </a:lnTo>
                <a:lnTo>
                  <a:pt x="685800" y="854964"/>
                </a:lnTo>
                <a:lnTo>
                  <a:pt x="736600" y="861060"/>
                </a:lnTo>
                <a:lnTo>
                  <a:pt x="838200" y="870204"/>
                </a:lnTo>
                <a:lnTo>
                  <a:pt x="939800" y="876300"/>
                </a:lnTo>
                <a:lnTo>
                  <a:pt x="989834" y="877801"/>
                </a:lnTo>
                <a:lnTo>
                  <a:pt x="1093226" y="877793"/>
                </a:lnTo>
                <a:lnTo>
                  <a:pt x="1143000" y="876300"/>
                </a:lnTo>
                <a:lnTo>
                  <a:pt x="1244600" y="870204"/>
                </a:lnTo>
                <a:lnTo>
                  <a:pt x="1346200" y="861060"/>
                </a:lnTo>
                <a:lnTo>
                  <a:pt x="1384300" y="854964"/>
                </a:lnTo>
                <a:lnTo>
                  <a:pt x="1473200" y="839724"/>
                </a:lnTo>
                <a:lnTo>
                  <a:pt x="1524000" y="830580"/>
                </a:lnTo>
                <a:lnTo>
                  <a:pt x="1562100" y="821436"/>
                </a:lnTo>
                <a:lnTo>
                  <a:pt x="1612900" y="810768"/>
                </a:lnTo>
                <a:lnTo>
                  <a:pt x="1651000" y="800100"/>
                </a:lnTo>
                <a:lnTo>
                  <a:pt x="1727200" y="775716"/>
                </a:lnTo>
                <a:lnTo>
                  <a:pt x="1765300" y="762000"/>
                </a:lnTo>
                <a:lnTo>
                  <a:pt x="1790700" y="748284"/>
                </a:lnTo>
                <a:lnTo>
                  <a:pt x="1828800" y="734568"/>
                </a:lnTo>
                <a:lnTo>
                  <a:pt x="1854200" y="719328"/>
                </a:lnTo>
                <a:lnTo>
                  <a:pt x="1892300" y="702564"/>
                </a:lnTo>
                <a:lnTo>
                  <a:pt x="1917700" y="685800"/>
                </a:lnTo>
                <a:lnTo>
                  <a:pt x="1993900" y="630936"/>
                </a:lnTo>
                <a:lnTo>
                  <a:pt x="2006600" y="611124"/>
                </a:lnTo>
                <a:lnTo>
                  <a:pt x="2032000" y="589788"/>
                </a:lnTo>
                <a:lnTo>
                  <a:pt x="2032000" y="577596"/>
                </a:lnTo>
                <a:lnTo>
                  <a:pt x="2057400" y="556260"/>
                </a:lnTo>
                <a:lnTo>
                  <a:pt x="2070100" y="519684"/>
                </a:lnTo>
                <a:close/>
              </a:path>
              <a:path w="2082800" h="878204">
                <a:moveTo>
                  <a:pt x="76200" y="466344"/>
                </a:moveTo>
                <a:lnTo>
                  <a:pt x="76200" y="405384"/>
                </a:lnTo>
                <a:lnTo>
                  <a:pt x="63500" y="414528"/>
                </a:lnTo>
                <a:lnTo>
                  <a:pt x="63500" y="448056"/>
                </a:lnTo>
                <a:lnTo>
                  <a:pt x="76200" y="466344"/>
                </a:lnTo>
                <a:close/>
              </a:path>
              <a:path w="2082800" h="878204">
                <a:moveTo>
                  <a:pt x="101600" y="525780"/>
                </a:moveTo>
                <a:lnTo>
                  <a:pt x="101600" y="353568"/>
                </a:lnTo>
                <a:lnTo>
                  <a:pt x="88900" y="371856"/>
                </a:lnTo>
                <a:lnTo>
                  <a:pt x="76200" y="379476"/>
                </a:lnTo>
                <a:lnTo>
                  <a:pt x="76200" y="499872"/>
                </a:lnTo>
                <a:lnTo>
                  <a:pt x="88900" y="509016"/>
                </a:lnTo>
                <a:lnTo>
                  <a:pt x="88900" y="516636"/>
                </a:lnTo>
                <a:lnTo>
                  <a:pt x="101600" y="525780"/>
                </a:lnTo>
                <a:close/>
              </a:path>
              <a:path w="2082800" h="878204">
                <a:moveTo>
                  <a:pt x="1092200" y="86868"/>
                </a:moveTo>
                <a:lnTo>
                  <a:pt x="1092200" y="74676"/>
                </a:lnTo>
                <a:lnTo>
                  <a:pt x="1066800" y="74676"/>
                </a:lnTo>
                <a:lnTo>
                  <a:pt x="1054100" y="48768"/>
                </a:lnTo>
                <a:lnTo>
                  <a:pt x="1054100" y="71628"/>
                </a:lnTo>
                <a:lnTo>
                  <a:pt x="1041400" y="74676"/>
                </a:lnTo>
                <a:lnTo>
                  <a:pt x="990600" y="74676"/>
                </a:lnTo>
                <a:lnTo>
                  <a:pt x="990600" y="76200"/>
                </a:lnTo>
                <a:lnTo>
                  <a:pt x="989834" y="74698"/>
                </a:lnTo>
                <a:lnTo>
                  <a:pt x="939800" y="76200"/>
                </a:lnTo>
                <a:lnTo>
                  <a:pt x="838200" y="82296"/>
                </a:lnTo>
                <a:lnTo>
                  <a:pt x="787400" y="86868"/>
                </a:lnTo>
                <a:lnTo>
                  <a:pt x="698500" y="97536"/>
                </a:lnTo>
                <a:lnTo>
                  <a:pt x="660400" y="103632"/>
                </a:lnTo>
                <a:lnTo>
                  <a:pt x="609600" y="112776"/>
                </a:lnTo>
                <a:lnTo>
                  <a:pt x="571500" y="120396"/>
                </a:lnTo>
                <a:lnTo>
                  <a:pt x="495300" y="138684"/>
                </a:lnTo>
                <a:lnTo>
                  <a:pt x="457200" y="149352"/>
                </a:lnTo>
                <a:lnTo>
                  <a:pt x="342900" y="185928"/>
                </a:lnTo>
                <a:lnTo>
                  <a:pt x="317500" y="198120"/>
                </a:lnTo>
                <a:lnTo>
                  <a:pt x="279400" y="211836"/>
                </a:lnTo>
                <a:lnTo>
                  <a:pt x="254000" y="227076"/>
                </a:lnTo>
                <a:lnTo>
                  <a:pt x="228600" y="240792"/>
                </a:lnTo>
                <a:lnTo>
                  <a:pt x="177800" y="271272"/>
                </a:lnTo>
                <a:lnTo>
                  <a:pt x="152400" y="288036"/>
                </a:lnTo>
                <a:lnTo>
                  <a:pt x="139700" y="304800"/>
                </a:lnTo>
                <a:lnTo>
                  <a:pt x="127000" y="320040"/>
                </a:lnTo>
                <a:lnTo>
                  <a:pt x="101600" y="336804"/>
                </a:lnTo>
                <a:lnTo>
                  <a:pt x="101600" y="422148"/>
                </a:lnTo>
                <a:lnTo>
                  <a:pt x="114300" y="409956"/>
                </a:lnTo>
                <a:lnTo>
                  <a:pt x="114300" y="388620"/>
                </a:lnTo>
                <a:lnTo>
                  <a:pt x="127000" y="382524"/>
                </a:lnTo>
                <a:lnTo>
                  <a:pt x="127000" y="368808"/>
                </a:lnTo>
                <a:lnTo>
                  <a:pt x="139700" y="361188"/>
                </a:lnTo>
                <a:lnTo>
                  <a:pt x="152400" y="347472"/>
                </a:lnTo>
                <a:lnTo>
                  <a:pt x="177800" y="316992"/>
                </a:lnTo>
                <a:lnTo>
                  <a:pt x="203200" y="303276"/>
                </a:lnTo>
                <a:lnTo>
                  <a:pt x="215900" y="288036"/>
                </a:lnTo>
                <a:lnTo>
                  <a:pt x="241300" y="274320"/>
                </a:lnTo>
                <a:lnTo>
                  <a:pt x="266700" y="259080"/>
                </a:lnTo>
                <a:lnTo>
                  <a:pt x="292100" y="246888"/>
                </a:lnTo>
                <a:lnTo>
                  <a:pt x="330200" y="233172"/>
                </a:lnTo>
                <a:lnTo>
                  <a:pt x="393700" y="208788"/>
                </a:lnTo>
                <a:lnTo>
                  <a:pt x="431800" y="196596"/>
                </a:lnTo>
                <a:lnTo>
                  <a:pt x="495300" y="175260"/>
                </a:lnTo>
                <a:lnTo>
                  <a:pt x="584200" y="156972"/>
                </a:lnTo>
                <a:lnTo>
                  <a:pt x="622300" y="147828"/>
                </a:lnTo>
                <a:lnTo>
                  <a:pt x="660400" y="141732"/>
                </a:lnTo>
                <a:lnTo>
                  <a:pt x="711200" y="134112"/>
                </a:lnTo>
                <a:lnTo>
                  <a:pt x="749300" y="128016"/>
                </a:lnTo>
                <a:lnTo>
                  <a:pt x="800100" y="123444"/>
                </a:lnTo>
                <a:lnTo>
                  <a:pt x="838200" y="118872"/>
                </a:lnTo>
                <a:lnTo>
                  <a:pt x="939800" y="112776"/>
                </a:lnTo>
                <a:lnTo>
                  <a:pt x="989834" y="111274"/>
                </a:lnTo>
                <a:lnTo>
                  <a:pt x="1041400" y="111252"/>
                </a:lnTo>
                <a:lnTo>
                  <a:pt x="1054100" y="109585"/>
                </a:lnTo>
                <a:lnTo>
                  <a:pt x="1066800" y="104775"/>
                </a:lnTo>
                <a:lnTo>
                  <a:pt x="1079500" y="97107"/>
                </a:lnTo>
                <a:lnTo>
                  <a:pt x="1092200" y="86868"/>
                </a:lnTo>
                <a:close/>
              </a:path>
              <a:path w="2082800" h="878204">
                <a:moveTo>
                  <a:pt x="1968500" y="541020"/>
                </a:moveTo>
                <a:lnTo>
                  <a:pt x="1968500" y="489204"/>
                </a:lnTo>
                <a:lnTo>
                  <a:pt x="1955800" y="495300"/>
                </a:lnTo>
                <a:lnTo>
                  <a:pt x="1943100" y="510540"/>
                </a:lnTo>
                <a:lnTo>
                  <a:pt x="1943100" y="516636"/>
                </a:lnTo>
                <a:lnTo>
                  <a:pt x="1917700" y="547116"/>
                </a:lnTo>
                <a:lnTo>
                  <a:pt x="1905000" y="560832"/>
                </a:lnTo>
                <a:lnTo>
                  <a:pt x="1854200" y="591312"/>
                </a:lnTo>
                <a:lnTo>
                  <a:pt x="1816100" y="618744"/>
                </a:lnTo>
                <a:lnTo>
                  <a:pt x="1752600" y="646176"/>
                </a:lnTo>
                <a:lnTo>
                  <a:pt x="1727200" y="658368"/>
                </a:lnTo>
                <a:lnTo>
                  <a:pt x="1651000" y="682752"/>
                </a:lnTo>
                <a:lnTo>
                  <a:pt x="1574800" y="704088"/>
                </a:lnTo>
                <a:lnTo>
                  <a:pt x="1498600" y="722376"/>
                </a:lnTo>
                <a:lnTo>
                  <a:pt x="1422400" y="737616"/>
                </a:lnTo>
                <a:lnTo>
                  <a:pt x="1371600" y="743712"/>
                </a:lnTo>
                <a:lnTo>
                  <a:pt x="1282700" y="755904"/>
                </a:lnTo>
                <a:lnTo>
                  <a:pt x="1231900" y="758952"/>
                </a:lnTo>
                <a:lnTo>
                  <a:pt x="1193800" y="763524"/>
                </a:lnTo>
                <a:lnTo>
                  <a:pt x="1093226" y="766541"/>
                </a:lnTo>
                <a:lnTo>
                  <a:pt x="989834" y="766549"/>
                </a:lnTo>
                <a:lnTo>
                  <a:pt x="939800" y="765048"/>
                </a:lnTo>
                <a:lnTo>
                  <a:pt x="889000" y="762000"/>
                </a:lnTo>
                <a:lnTo>
                  <a:pt x="800100" y="755904"/>
                </a:lnTo>
                <a:lnTo>
                  <a:pt x="749300" y="749808"/>
                </a:lnTo>
                <a:lnTo>
                  <a:pt x="660400" y="737616"/>
                </a:lnTo>
                <a:lnTo>
                  <a:pt x="584200" y="722376"/>
                </a:lnTo>
                <a:lnTo>
                  <a:pt x="533400" y="713232"/>
                </a:lnTo>
                <a:lnTo>
                  <a:pt x="495300" y="704088"/>
                </a:lnTo>
                <a:lnTo>
                  <a:pt x="457200" y="693420"/>
                </a:lnTo>
                <a:lnTo>
                  <a:pt x="431800" y="682752"/>
                </a:lnTo>
                <a:lnTo>
                  <a:pt x="393700" y="670560"/>
                </a:lnTo>
                <a:lnTo>
                  <a:pt x="330200" y="646176"/>
                </a:lnTo>
                <a:lnTo>
                  <a:pt x="304800" y="633984"/>
                </a:lnTo>
                <a:lnTo>
                  <a:pt x="266700" y="620268"/>
                </a:lnTo>
                <a:lnTo>
                  <a:pt x="254000" y="606552"/>
                </a:lnTo>
                <a:lnTo>
                  <a:pt x="228600" y="591312"/>
                </a:lnTo>
                <a:lnTo>
                  <a:pt x="177800" y="563880"/>
                </a:lnTo>
                <a:lnTo>
                  <a:pt x="165100" y="548640"/>
                </a:lnTo>
                <a:lnTo>
                  <a:pt x="152400" y="534924"/>
                </a:lnTo>
                <a:lnTo>
                  <a:pt x="139700" y="519684"/>
                </a:lnTo>
                <a:lnTo>
                  <a:pt x="127000" y="512064"/>
                </a:lnTo>
                <a:lnTo>
                  <a:pt x="127000" y="498348"/>
                </a:lnTo>
                <a:lnTo>
                  <a:pt x="114300" y="492252"/>
                </a:lnTo>
                <a:lnTo>
                  <a:pt x="114300" y="472440"/>
                </a:lnTo>
                <a:lnTo>
                  <a:pt x="101600" y="460248"/>
                </a:lnTo>
                <a:lnTo>
                  <a:pt x="101600" y="533400"/>
                </a:lnTo>
                <a:lnTo>
                  <a:pt x="114300" y="542544"/>
                </a:lnTo>
                <a:lnTo>
                  <a:pt x="139700" y="576072"/>
                </a:lnTo>
                <a:lnTo>
                  <a:pt x="165100" y="591312"/>
                </a:lnTo>
                <a:lnTo>
                  <a:pt x="177800" y="608076"/>
                </a:lnTo>
                <a:lnTo>
                  <a:pt x="228600" y="638556"/>
                </a:lnTo>
                <a:lnTo>
                  <a:pt x="279400" y="665988"/>
                </a:lnTo>
                <a:lnTo>
                  <a:pt x="317500" y="679704"/>
                </a:lnTo>
                <a:lnTo>
                  <a:pt x="342900" y="693420"/>
                </a:lnTo>
                <a:lnTo>
                  <a:pt x="419100" y="717804"/>
                </a:lnTo>
                <a:lnTo>
                  <a:pt x="533400" y="749808"/>
                </a:lnTo>
                <a:lnTo>
                  <a:pt x="571500" y="758952"/>
                </a:lnTo>
                <a:lnTo>
                  <a:pt x="609600" y="766572"/>
                </a:lnTo>
                <a:lnTo>
                  <a:pt x="660400" y="774192"/>
                </a:lnTo>
                <a:lnTo>
                  <a:pt x="698500" y="780288"/>
                </a:lnTo>
                <a:lnTo>
                  <a:pt x="800100" y="792480"/>
                </a:lnTo>
                <a:lnTo>
                  <a:pt x="838200" y="795528"/>
                </a:lnTo>
                <a:lnTo>
                  <a:pt x="889000" y="800100"/>
                </a:lnTo>
                <a:lnTo>
                  <a:pt x="1041400" y="804672"/>
                </a:lnTo>
                <a:lnTo>
                  <a:pt x="1193800" y="800100"/>
                </a:lnTo>
                <a:lnTo>
                  <a:pt x="1244600" y="797052"/>
                </a:lnTo>
                <a:lnTo>
                  <a:pt x="1333500" y="786384"/>
                </a:lnTo>
                <a:lnTo>
                  <a:pt x="1384300" y="781812"/>
                </a:lnTo>
                <a:lnTo>
                  <a:pt x="1422400" y="774192"/>
                </a:lnTo>
                <a:lnTo>
                  <a:pt x="1511300" y="758952"/>
                </a:lnTo>
                <a:lnTo>
                  <a:pt x="1549400" y="749808"/>
                </a:lnTo>
                <a:lnTo>
                  <a:pt x="1663700" y="717804"/>
                </a:lnTo>
                <a:lnTo>
                  <a:pt x="1739900" y="693420"/>
                </a:lnTo>
                <a:lnTo>
                  <a:pt x="1790700" y="665988"/>
                </a:lnTo>
                <a:lnTo>
                  <a:pt x="1828800" y="652272"/>
                </a:lnTo>
                <a:lnTo>
                  <a:pt x="1905000" y="606552"/>
                </a:lnTo>
                <a:lnTo>
                  <a:pt x="1917700" y="591312"/>
                </a:lnTo>
                <a:lnTo>
                  <a:pt x="1943100" y="574548"/>
                </a:lnTo>
                <a:lnTo>
                  <a:pt x="1968500" y="541020"/>
                </a:lnTo>
                <a:close/>
              </a:path>
              <a:path w="2082800" h="878204">
                <a:moveTo>
                  <a:pt x="989834" y="1546"/>
                </a:moveTo>
                <a:lnTo>
                  <a:pt x="952500" y="1524"/>
                </a:lnTo>
                <a:lnTo>
                  <a:pt x="953074" y="2649"/>
                </a:lnTo>
                <a:lnTo>
                  <a:pt x="989834" y="1546"/>
                </a:lnTo>
                <a:close/>
              </a:path>
              <a:path w="2082800" h="878204">
                <a:moveTo>
                  <a:pt x="990600" y="74676"/>
                </a:moveTo>
                <a:lnTo>
                  <a:pt x="990600" y="38100"/>
                </a:lnTo>
                <a:lnTo>
                  <a:pt x="971454" y="38674"/>
                </a:lnTo>
                <a:lnTo>
                  <a:pt x="989834" y="74698"/>
                </a:lnTo>
                <a:lnTo>
                  <a:pt x="990600" y="74676"/>
                </a:lnTo>
                <a:close/>
              </a:path>
              <a:path w="2082800" h="878204">
                <a:moveTo>
                  <a:pt x="2044700" y="406908"/>
                </a:moveTo>
                <a:lnTo>
                  <a:pt x="2044700" y="303276"/>
                </a:lnTo>
                <a:lnTo>
                  <a:pt x="2032000" y="291084"/>
                </a:lnTo>
                <a:lnTo>
                  <a:pt x="2006600" y="271272"/>
                </a:lnTo>
                <a:lnTo>
                  <a:pt x="1993900" y="249936"/>
                </a:lnTo>
                <a:lnTo>
                  <a:pt x="1968500" y="231648"/>
                </a:lnTo>
                <a:lnTo>
                  <a:pt x="1943100" y="211836"/>
                </a:lnTo>
                <a:lnTo>
                  <a:pt x="1917700" y="195072"/>
                </a:lnTo>
                <a:lnTo>
                  <a:pt x="1892300" y="176784"/>
                </a:lnTo>
                <a:lnTo>
                  <a:pt x="1854200" y="161544"/>
                </a:lnTo>
                <a:lnTo>
                  <a:pt x="1790700" y="131064"/>
                </a:lnTo>
                <a:lnTo>
                  <a:pt x="1765300" y="117348"/>
                </a:lnTo>
                <a:lnTo>
                  <a:pt x="1727200" y="103632"/>
                </a:lnTo>
                <a:lnTo>
                  <a:pt x="1612900" y="67056"/>
                </a:lnTo>
                <a:lnTo>
                  <a:pt x="1562100" y="57912"/>
                </a:lnTo>
                <a:lnTo>
                  <a:pt x="1524000" y="47244"/>
                </a:lnTo>
                <a:lnTo>
                  <a:pt x="1485900" y="39624"/>
                </a:lnTo>
                <a:lnTo>
                  <a:pt x="1435100" y="30480"/>
                </a:lnTo>
                <a:lnTo>
                  <a:pt x="1384300" y="24384"/>
                </a:lnTo>
                <a:lnTo>
                  <a:pt x="1346200" y="18288"/>
                </a:lnTo>
                <a:lnTo>
                  <a:pt x="1295400" y="12192"/>
                </a:lnTo>
                <a:lnTo>
                  <a:pt x="1244600" y="7620"/>
                </a:lnTo>
                <a:lnTo>
                  <a:pt x="1143000" y="1524"/>
                </a:lnTo>
                <a:lnTo>
                  <a:pt x="1093226" y="30"/>
                </a:lnTo>
                <a:lnTo>
                  <a:pt x="1041400" y="0"/>
                </a:lnTo>
                <a:lnTo>
                  <a:pt x="1028700" y="1666"/>
                </a:lnTo>
                <a:lnTo>
                  <a:pt x="1016000" y="6477"/>
                </a:lnTo>
                <a:lnTo>
                  <a:pt x="1003300" y="14144"/>
                </a:lnTo>
                <a:lnTo>
                  <a:pt x="990600" y="24384"/>
                </a:lnTo>
                <a:lnTo>
                  <a:pt x="990600" y="38100"/>
                </a:lnTo>
                <a:lnTo>
                  <a:pt x="1016000" y="38100"/>
                </a:lnTo>
                <a:lnTo>
                  <a:pt x="1016000" y="50292"/>
                </a:lnTo>
                <a:lnTo>
                  <a:pt x="1028700" y="45720"/>
                </a:lnTo>
                <a:lnTo>
                  <a:pt x="1028700" y="36576"/>
                </a:lnTo>
                <a:lnTo>
                  <a:pt x="1041400" y="36576"/>
                </a:lnTo>
                <a:lnTo>
                  <a:pt x="1092200" y="38100"/>
                </a:lnTo>
                <a:lnTo>
                  <a:pt x="1092200" y="35052"/>
                </a:lnTo>
                <a:lnTo>
                  <a:pt x="1093226" y="38130"/>
                </a:lnTo>
                <a:lnTo>
                  <a:pt x="1193800" y="41148"/>
                </a:lnTo>
                <a:lnTo>
                  <a:pt x="1244600" y="44196"/>
                </a:lnTo>
                <a:lnTo>
                  <a:pt x="1435100" y="67056"/>
                </a:lnTo>
                <a:lnTo>
                  <a:pt x="1473200" y="74676"/>
                </a:lnTo>
                <a:lnTo>
                  <a:pt x="1562100" y="92964"/>
                </a:lnTo>
                <a:lnTo>
                  <a:pt x="1638300" y="114300"/>
                </a:lnTo>
                <a:lnTo>
                  <a:pt x="1752600" y="150876"/>
                </a:lnTo>
                <a:lnTo>
                  <a:pt x="1778000" y="164592"/>
                </a:lnTo>
                <a:lnTo>
                  <a:pt x="1816100" y="178308"/>
                </a:lnTo>
                <a:lnTo>
                  <a:pt x="1866900" y="208788"/>
                </a:lnTo>
                <a:lnTo>
                  <a:pt x="1943100" y="259080"/>
                </a:lnTo>
                <a:lnTo>
                  <a:pt x="1968500" y="277368"/>
                </a:lnTo>
                <a:lnTo>
                  <a:pt x="1981200" y="295656"/>
                </a:lnTo>
                <a:lnTo>
                  <a:pt x="2006600" y="313944"/>
                </a:lnTo>
                <a:lnTo>
                  <a:pt x="2006600" y="323088"/>
                </a:lnTo>
                <a:lnTo>
                  <a:pt x="2019300" y="333756"/>
                </a:lnTo>
                <a:lnTo>
                  <a:pt x="2019300" y="344424"/>
                </a:lnTo>
                <a:lnTo>
                  <a:pt x="2032000" y="353568"/>
                </a:lnTo>
                <a:lnTo>
                  <a:pt x="2032000" y="374904"/>
                </a:lnTo>
                <a:lnTo>
                  <a:pt x="2044700" y="406908"/>
                </a:lnTo>
                <a:close/>
              </a:path>
              <a:path w="2082800" h="878204">
                <a:moveTo>
                  <a:pt x="1105541" y="75076"/>
                </a:moveTo>
                <a:lnTo>
                  <a:pt x="1093226" y="38130"/>
                </a:lnTo>
                <a:lnTo>
                  <a:pt x="1092200" y="38100"/>
                </a:lnTo>
                <a:lnTo>
                  <a:pt x="1092200" y="74676"/>
                </a:lnTo>
                <a:lnTo>
                  <a:pt x="1105541" y="75076"/>
                </a:lnTo>
                <a:close/>
              </a:path>
              <a:path w="2082800" h="878204">
                <a:moveTo>
                  <a:pt x="1117600" y="112014"/>
                </a:moveTo>
                <a:lnTo>
                  <a:pt x="1117600" y="111252"/>
                </a:lnTo>
                <a:lnTo>
                  <a:pt x="1093226" y="111252"/>
                </a:lnTo>
                <a:lnTo>
                  <a:pt x="1105541" y="111652"/>
                </a:lnTo>
                <a:lnTo>
                  <a:pt x="1117600" y="112014"/>
                </a:lnTo>
                <a:close/>
              </a:path>
              <a:path w="2082800" h="878204">
                <a:moveTo>
                  <a:pt x="1981200" y="533400"/>
                </a:moveTo>
                <a:lnTo>
                  <a:pt x="1981200" y="344424"/>
                </a:lnTo>
                <a:lnTo>
                  <a:pt x="1968500" y="336804"/>
                </a:lnTo>
                <a:lnTo>
                  <a:pt x="1943100" y="303276"/>
                </a:lnTo>
                <a:lnTo>
                  <a:pt x="1917700" y="286512"/>
                </a:lnTo>
                <a:lnTo>
                  <a:pt x="1905000" y="271272"/>
                </a:lnTo>
                <a:lnTo>
                  <a:pt x="1828800" y="225552"/>
                </a:lnTo>
                <a:lnTo>
                  <a:pt x="1790700" y="211836"/>
                </a:lnTo>
                <a:lnTo>
                  <a:pt x="1765300" y="198120"/>
                </a:lnTo>
                <a:lnTo>
                  <a:pt x="1739900" y="185928"/>
                </a:lnTo>
                <a:lnTo>
                  <a:pt x="1701800" y="172212"/>
                </a:lnTo>
                <a:lnTo>
                  <a:pt x="1663700" y="161544"/>
                </a:lnTo>
                <a:lnTo>
                  <a:pt x="1625600" y="149352"/>
                </a:lnTo>
                <a:lnTo>
                  <a:pt x="1587500" y="138684"/>
                </a:lnTo>
                <a:lnTo>
                  <a:pt x="1511300" y="120396"/>
                </a:lnTo>
                <a:lnTo>
                  <a:pt x="1460500" y="111252"/>
                </a:lnTo>
                <a:lnTo>
                  <a:pt x="1422400" y="103632"/>
                </a:lnTo>
                <a:lnTo>
                  <a:pt x="1333500" y="91440"/>
                </a:lnTo>
                <a:lnTo>
                  <a:pt x="1282700" y="86868"/>
                </a:lnTo>
                <a:lnTo>
                  <a:pt x="1244600" y="82296"/>
                </a:lnTo>
                <a:lnTo>
                  <a:pt x="1143000" y="76200"/>
                </a:lnTo>
                <a:lnTo>
                  <a:pt x="1105541" y="75076"/>
                </a:lnTo>
                <a:lnTo>
                  <a:pt x="1117600" y="111252"/>
                </a:lnTo>
                <a:lnTo>
                  <a:pt x="1117600" y="112014"/>
                </a:lnTo>
                <a:lnTo>
                  <a:pt x="1143000" y="112776"/>
                </a:lnTo>
                <a:lnTo>
                  <a:pt x="1181100" y="115824"/>
                </a:lnTo>
                <a:lnTo>
                  <a:pt x="1231900" y="118872"/>
                </a:lnTo>
                <a:lnTo>
                  <a:pt x="1282700" y="123444"/>
                </a:lnTo>
                <a:lnTo>
                  <a:pt x="1371600" y="134112"/>
                </a:lnTo>
                <a:lnTo>
                  <a:pt x="1409700" y="140208"/>
                </a:lnTo>
                <a:lnTo>
                  <a:pt x="1460500" y="147828"/>
                </a:lnTo>
                <a:lnTo>
                  <a:pt x="1498600" y="156972"/>
                </a:lnTo>
                <a:lnTo>
                  <a:pt x="1536700" y="164592"/>
                </a:lnTo>
                <a:lnTo>
                  <a:pt x="1689100" y="207264"/>
                </a:lnTo>
                <a:lnTo>
                  <a:pt x="1714500" y="219456"/>
                </a:lnTo>
                <a:lnTo>
                  <a:pt x="1752600" y="231648"/>
                </a:lnTo>
                <a:lnTo>
                  <a:pt x="1879600" y="300228"/>
                </a:lnTo>
                <a:lnTo>
                  <a:pt x="1892300" y="315468"/>
                </a:lnTo>
                <a:lnTo>
                  <a:pt x="1917700" y="329184"/>
                </a:lnTo>
                <a:lnTo>
                  <a:pt x="1943100" y="359664"/>
                </a:lnTo>
                <a:lnTo>
                  <a:pt x="1943100" y="365760"/>
                </a:lnTo>
                <a:lnTo>
                  <a:pt x="1955800" y="373380"/>
                </a:lnTo>
                <a:lnTo>
                  <a:pt x="1955800" y="387096"/>
                </a:lnTo>
                <a:lnTo>
                  <a:pt x="1968500" y="399288"/>
                </a:lnTo>
                <a:lnTo>
                  <a:pt x="1968500" y="541020"/>
                </a:lnTo>
                <a:lnTo>
                  <a:pt x="1981200" y="533400"/>
                </a:lnTo>
                <a:close/>
              </a:path>
              <a:path w="2082800" h="878204">
                <a:moveTo>
                  <a:pt x="1993900" y="516636"/>
                </a:moveTo>
                <a:lnTo>
                  <a:pt x="1993900" y="361188"/>
                </a:lnTo>
                <a:lnTo>
                  <a:pt x="1981200" y="353568"/>
                </a:lnTo>
                <a:lnTo>
                  <a:pt x="1981200" y="524256"/>
                </a:lnTo>
                <a:lnTo>
                  <a:pt x="1993900" y="516636"/>
                </a:lnTo>
                <a:close/>
              </a:path>
              <a:path w="2082800" h="878204">
                <a:moveTo>
                  <a:pt x="2006600" y="490728"/>
                </a:moveTo>
                <a:lnTo>
                  <a:pt x="2006600" y="387096"/>
                </a:lnTo>
                <a:lnTo>
                  <a:pt x="1993900" y="377952"/>
                </a:lnTo>
                <a:lnTo>
                  <a:pt x="1993900" y="498348"/>
                </a:lnTo>
                <a:lnTo>
                  <a:pt x="2006600" y="490728"/>
                </a:lnTo>
                <a:close/>
              </a:path>
              <a:path w="2082800" h="878204">
                <a:moveTo>
                  <a:pt x="2082800" y="493776"/>
                </a:moveTo>
                <a:lnTo>
                  <a:pt x="2082800" y="387096"/>
                </a:lnTo>
                <a:lnTo>
                  <a:pt x="2070100" y="374904"/>
                </a:lnTo>
                <a:lnTo>
                  <a:pt x="2070100" y="507492"/>
                </a:lnTo>
                <a:lnTo>
                  <a:pt x="2082800" y="493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97753" y="4410456"/>
            <a:ext cx="2452370" cy="1571625"/>
          </a:xfrm>
          <a:custGeom>
            <a:avLst/>
            <a:gdLst/>
            <a:ahLst/>
            <a:cxnLst/>
            <a:rect l="l" t="t" r="r" b="b"/>
            <a:pathLst>
              <a:path w="2452370" h="1571625">
                <a:moveTo>
                  <a:pt x="1066806" y="0"/>
                </a:moveTo>
                <a:lnTo>
                  <a:pt x="999274" y="796"/>
                </a:lnTo>
                <a:lnTo>
                  <a:pt x="932867" y="3156"/>
                </a:lnTo>
                <a:lnTo>
                  <a:pt x="867710" y="7030"/>
                </a:lnTo>
                <a:lnTo>
                  <a:pt x="803927" y="12372"/>
                </a:lnTo>
                <a:lnTo>
                  <a:pt x="741643" y="19134"/>
                </a:lnTo>
                <a:lnTo>
                  <a:pt x="680981" y="27269"/>
                </a:lnTo>
                <a:lnTo>
                  <a:pt x="622067" y="36730"/>
                </a:lnTo>
                <a:lnTo>
                  <a:pt x="565023" y="47469"/>
                </a:lnTo>
                <a:lnTo>
                  <a:pt x="509976" y="59439"/>
                </a:lnTo>
                <a:lnTo>
                  <a:pt x="457048" y="72592"/>
                </a:lnTo>
                <a:lnTo>
                  <a:pt x="406365" y="86882"/>
                </a:lnTo>
                <a:lnTo>
                  <a:pt x="358051" y="102261"/>
                </a:lnTo>
                <a:lnTo>
                  <a:pt x="312230" y="118681"/>
                </a:lnTo>
                <a:lnTo>
                  <a:pt x="269026" y="136095"/>
                </a:lnTo>
                <a:lnTo>
                  <a:pt x="228564" y="154457"/>
                </a:lnTo>
                <a:lnTo>
                  <a:pt x="190968" y="173717"/>
                </a:lnTo>
                <a:lnTo>
                  <a:pt x="156363" y="193830"/>
                </a:lnTo>
                <a:lnTo>
                  <a:pt x="96620" y="236424"/>
                </a:lnTo>
                <a:lnTo>
                  <a:pt x="50332" y="281857"/>
                </a:lnTo>
                <a:lnTo>
                  <a:pt x="18492" y="329753"/>
                </a:lnTo>
                <a:lnTo>
                  <a:pt x="2096" y="379731"/>
                </a:lnTo>
                <a:lnTo>
                  <a:pt x="0" y="405383"/>
                </a:lnTo>
                <a:lnTo>
                  <a:pt x="2096" y="431036"/>
                </a:lnTo>
                <a:lnTo>
                  <a:pt x="18492" y="481014"/>
                </a:lnTo>
                <a:lnTo>
                  <a:pt x="50332" y="528910"/>
                </a:lnTo>
                <a:lnTo>
                  <a:pt x="96620" y="574343"/>
                </a:lnTo>
                <a:lnTo>
                  <a:pt x="156363" y="616937"/>
                </a:lnTo>
                <a:lnTo>
                  <a:pt x="190968" y="637050"/>
                </a:lnTo>
                <a:lnTo>
                  <a:pt x="228564" y="656310"/>
                </a:lnTo>
                <a:lnTo>
                  <a:pt x="269026" y="674672"/>
                </a:lnTo>
                <a:lnTo>
                  <a:pt x="312230" y="692086"/>
                </a:lnTo>
                <a:lnTo>
                  <a:pt x="358051" y="708506"/>
                </a:lnTo>
                <a:lnTo>
                  <a:pt x="406365" y="723885"/>
                </a:lnTo>
                <a:lnTo>
                  <a:pt x="457048" y="738175"/>
                </a:lnTo>
                <a:lnTo>
                  <a:pt x="509976" y="751328"/>
                </a:lnTo>
                <a:lnTo>
                  <a:pt x="565023" y="763298"/>
                </a:lnTo>
                <a:lnTo>
                  <a:pt x="622067" y="774037"/>
                </a:lnTo>
                <a:lnTo>
                  <a:pt x="680981" y="783498"/>
                </a:lnTo>
                <a:lnTo>
                  <a:pt x="741643" y="791633"/>
                </a:lnTo>
                <a:lnTo>
                  <a:pt x="803927" y="798395"/>
                </a:lnTo>
                <a:lnTo>
                  <a:pt x="867710" y="803737"/>
                </a:lnTo>
                <a:lnTo>
                  <a:pt x="932867" y="807611"/>
                </a:lnTo>
                <a:lnTo>
                  <a:pt x="999274" y="809971"/>
                </a:lnTo>
                <a:lnTo>
                  <a:pt x="1066806" y="810767"/>
                </a:lnTo>
                <a:lnTo>
                  <a:pt x="1134343" y="809971"/>
                </a:lnTo>
                <a:lnTo>
                  <a:pt x="1200768" y="807611"/>
                </a:lnTo>
                <a:lnTo>
                  <a:pt x="1265955" y="803737"/>
                </a:lnTo>
                <a:lnTo>
                  <a:pt x="1329778" y="798395"/>
                </a:lnTo>
                <a:lnTo>
                  <a:pt x="1392113" y="791633"/>
                </a:lnTo>
                <a:lnTo>
                  <a:pt x="1452833" y="783498"/>
                </a:lnTo>
                <a:lnTo>
                  <a:pt x="1511813" y="774037"/>
                </a:lnTo>
                <a:lnTo>
                  <a:pt x="1568928" y="763298"/>
                </a:lnTo>
                <a:lnTo>
                  <a:pt x="1624052" y="751328"/>
                </a:lnTo>
                <a:lnTo>
                  <a:pt x="1677061" y="738175"/>
                </a:lnTo>
                <a:lnTo>
                  <a:pt x="1727829" y="723885"/>
                </a:lnTo>
                <a:lnTo>
                  <a:pt x="1776229" y="708506"/>
                </a:lnTo>
                <a:lnTo>
                  <a:pt x="1822138" y="692086"/>
                </a:lnTo>
                <a:lnTo>
                  <a:pt x="1865429" y="674672"/>
                </a:lnTo>
                <a:lnTo>
                  <a:pt x="1905978" y="656310"/>
                </a:lnTo>
                <a:lnTo>
                  <a:pt x="1943658" y="637050"/>
                </a:lnTo>
                <a:lnTo>
                  <a:pt x="1978345" y="616937"/>
                </a:lnTo>
                <a:lnTo>
                  <a:pt x="2038237" y="574343"/>
                </a:lnTo>
                <a:lnTo>
                  <a:pt x="2084650" y="528910"/>
                </a:lnTo>
                <a:lnTo>
                  <a:pt x="2116581" y="481014"/>
                </a:lnTo>
                <a:lnTo>
                  <a:pt x="2133027" y="431036"/>
                </a:lnTo>
                <a:lnTo>
                  <a:pt x="2135130" y="405383"/>
                </a:lnTo>
                <a:lnTo>
                  <a:pt x="2133027" y="379731"/>
                </a:lnTo>
                <a:lnTo>
                  <a:pt x="2116581" y="329753"/>
                </a:lnTo>
                <a:lnTo>
                  <a:pt x="2084650" y="281857"/>
                </a:lnTo>
                <a:lnTo>
                  <a:pt x="2038237" y="236424"/>
                </a:lnTo>
                <a:lnTo>
                  <a:pt x="1978345" y="193830"/>
                </a:lnTo>
                <a:lnTo>
                  <a:pt x="1943658" y="173717"/>
                </a:lnTo>
                <a:lnTo>
                  <a:pt x="1905978" y="154457"/>
                </a:lnTo>
                <a:lnTo>
                  <a:pt x="1865429" y="136095"/>
                </a:lnTo>
                <a:lnTo>
                  <a:pt x="1822138" y="118681"/>
                </a:lnTo>
                <a:lnTo>
                  <a:pt x="1776229" y="102261"/>
                </a:lnTo>
                <a:lnTo>
                  <a:pt x="1727829" y="86882"/>
                </a:lnTo>
                <a:lnTo>
                  <a:pt x="1677061" y="72592"/>
                </a:lnTo>
                <a:lnTo>
                  <a:pt x="1624052" y="59439"/>
                </a:lnTo>
                <a:lnTo>
                  <a:pt x="1568928" y="47469"/>
                </a:lnTo>
                <a:lnTo>
                  <a:pt x="1511813" y="36730"/>
                </a:lnTo>
                <a:lnTo>
                  <a:pt x="1452833" y="27269"/>
                </a:lnTo>
                <a:lnTo>
                  <a:pt x="1392113" y="19134"/>
                </a:lnTo>
                <a:lnTo>
                  <a:pt x="1329778" y="12372"/>
                </a:lnTo>
                <a:lnTo>
                  <a:pt x="1265955" y="7030"/>
                </a:lnTo>
                <a:lnTo>
                  <a:pt x="1200768" y="3156"/>
                </a:lnTo>
                <a:lnTo>
                  <a:pt x="1134343" y="796"/>
                </a:lnTo>
                <a:lnTo>
                  <a:pt x="1066806" y="0"/>
                </a:lnTo>
                <a:close/>
              </a:path>
              <a:path w="2452370" h="1571625">
                <a:moveTo>
                  <a:pt x="2452122" y="1571243"/>
                </a:moveTo>
                <a:lnTo>
                  <a:pt x="1062234" y="786383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313673" y="2518918"/>
            <a:ext cx="2992120" cy="3604895"/>
            <a:chOff x="6434073" y="2518917"/>
            <a:chExt cx="2992120" cy="3604895"/>
          </a:xfrm>
        </p:grpSpPr>
        <p:sp>
          <p:nvSpPr>
            <p:cNvPr id="8" name="object 8"/>
            <p:cNvSpPr/>
            <p:nvPr/>
          </p:nvSpPr>
          <p:spPr>
            <a:xfrm>
              <a:off x="7482839" y="4424171"/>
              <a:ext cx="1937385" cy="767080"/>
            </a:xfrm>
            <a:custGeom>
              <a:avLst/>
              <a:gdLst/>
              <a:ahLst/>
              <a:cxnLst/>
              <a:rect l="l" t="t" r="r" b="b"/>
              <a:pathLst>
                <a:path w="1937384" h="767079">
                  <a:moveTo>
                    <a:pt x="969263" y="0"/>
                  </a:moveTo>
                  <a:lnTo>
                    <a:pt x="902946" y="887"/>
                  </a:lnTo>
                  <a:lnTo>
                    <a:pt x="837821" y="3511"/>
                  </a:lnTo>
                  <a:lnTo>
                    <a:pt x="774034" y="7813"/>
                  </a:lnTo>
                  <a:lnTo>
                    <a:pt x="711729" y="13737"/>
                  </a:lnTo>
                  <a:lnTo>
                    <a:pt x="651051" y="21224"/>
                  </a:lnTo>
                  <a:lnTo>
                    <a:pt x="592145" y="30218"/>
                  </a:lnTo>
                  <a:lnTo>
                    <a:pt x="535156" y="40660"/>
                  </a:lnTo>
                  <a:lnTo>
                    <a:pt x="480229" y="52493"/>
                  </a:lnTo>
                  <a:lnTo>
                    <a:pt x="427508" y="65659"/>
                  </a:lnTo>
                  <a:lnTo>
                    <a:pt x="377139" y="80102"/>
                  </a:lnTo>
                  <a:lnTo>
                    <a:pt x="329267" y="95763"/>
                  </a:lnTo>
                  <a:lnTo>
                    <a:pt x="284035" y="112585"/>
                  </a:lnTo>
                  <a:lnTo>
                    <a:pt x="241590" y="130510"/>
                  </a:lnTo>
                  <a:lnTo>
                    <a:pt x="202075" y="149481"/>
                  </a:lnTo>
                  <a:lnTo>
                    <a:pt x="165636" y="169440"/>
                  </a:lnTo>
                  <a:lnTo>
                    <a:pt x="132418" y="190330"/>
                  </a:lnTo>
                  <a:lnTo>
                    <a:pt x="76223" y="234672"/>
                  </a:lnTo>
                  <a:lnTo>
                    <a:pt x="34649" y="282045"/>
                  </a:lnTo>
                  <a:lnTo>
                    <a:pt x="8855" y="331991"/>
                  </a:lnTo>
                  <a:lnTo>
                    <a:pt x="0" y="384047"/>
                  </a:lnTo>
                  <a:lnTo>
                    <a:pt x="2238" y="410303"/>
                  </a:lnTo>
                  <a:lnTo>
                    <a:pt x="19707" y="461304"/>
                  </a:lnTo>
                  <a:lnTo>
                    <a:pt x="53536" y="509916"/>
                  </a:lnTo>
                  <a:lnTo>
                    <a:pt x="102566" y="555689"/>
                  </a:lnTo>
                  <a:lnTo>
                    <a:pt x="165636" y="598172"/>
                  </a:lnTo>
                  <a:lnTo>
                    <a:pt x="202075" y="618041"/>
                  </a:lnTo>
                  <a:lnTo>
                    <a:pt x="241590" y="636918"/>
                  </a:lnTo>
                  <a:lnTo>
                    <a:pt x="284035" y="654748"/>
                  </a:lnTo>
                  <a:lnTo>
                    <a:pt x="329267" y="671475"/>
                  </a:lnTo>
                  <a:lnTo>
                    <a:pt x="377139" y="687042"/>
                  </a:lnTo>
                  <a:lnTo>
                    <a:pt x="427508" y="701394"/>
                  </a:lnTo>
                  <a:lnTo>
                    <a:pt x="480229" y="714473"/>
                  </a:lnTo>
                  <a:lnTo>
                    <a:pt x="535156" y="726225"/>
                  </a:lnTo>
                  <a:lnTo>
                    <a:pt x="592145" y="736592"/>
                  </a:lnTo>
                  <a:lnTo>
                    <a:pt x="651051" y="745518"/>
                  </a:lnTo>
                  <a:lnTo>
                    <a:pt x="711729" y="752947"/>
                  </a:lnTo>
                  <a:lnTo>
                    <a:pt x="774034" y="758823"/>
                  </a:lnTo>
                  <a:lnTo>
                    <a:pt x="837821" y="763090"/>
                  </a:lnTo>
                  <a:lnTo>
                    <a:pt x="902946" y="765692"/>
                  </a:lnTo>
                  <a:lnTo>
                    <a:pt x="969263" y="766571"/>
                  </a:lnTo>
                  <a:lnTo>
                    <a:pt x="1035573" y="765692"/>
                  </a:lnTo>
                  <a:lnTo>
                    <a:pt x="1100676" y="763090"/>
                  </a:lnTo>
                  <a:lnTo>
                    <a:pt x="1164428" y="758823"/>
                  </a:lnTo>
                  <a:lnTo>
                    <a:pt x="1226685" y="752947"/>
                  </a:lnTo>
                  <a:lnTo>
                    <a:pt x="1287305" y="745518"/>
                  </a:lnTo>
                  <a:lnTo>
                    <a:pt x="1346144" y="736592"/>
                  </a:lnTo>
                  <a:lnTo>
                    <a:pt x="1403058" y="726225"/>
                  </a:lnTo>
                  <a:lnTo>
                    <a:pt x="1457903" y="714473"/>
                  </a:lnTo>
                  <a:lnTo>
                    <a:pt x="1510536" y="701394"/>
                  </a:lnTo>
                  <a:lnTo>
                    <a:pt x="1560814" y="687042"/>
                  </a:lnTo>
                  <a:lnTo>
                    <a:pt x="1608593" y="671475"/>
                  </a:lnTo>
                  <a:lnTo>
                    <a:pt x="1653730" y="654748"/>
                  </a:lnTo>
                  <a:lnTo>
                    <a:pt x="1696080" y="636918"/>
                  </a:lnTo>
                  <a:lnTo>
                    <a:pt x="1735501" y="618041"/>
                  </a:lnTo>
                  <a:lnTo>
                    <a:pt x="1771849" y="598172"/>
                  </a:lnTo>
                  <a:lnTo>
                    <a:pt x="1804980" y="577370"/>
                  </a:lnTo>
                  <a:lnTo>
                    <a:pt x="1861018" y="533185"/>
                  </a:lnTo>
                  <a:lnTo>
                    <a:pt x="1902467" y="485937"/>
                  </a:lnTo>
                  <a:lnTo>
                    <a:pt x="1928178" y="436074"/>
                  </a:lnTo>
                  <a:lnTo>
                    <a:pt x="1937003" y="384047"/>
                  </a:lnTo>
                  <a:lnTo>
                    <a:pt x="1934773" y="357784"/>
                  </a:lnTo>
                  <a:lnTo>
                    <a:pt x="1917361" y="306725"/>
                  </a:lnTo>
                  <a:lnTo>
                    <a:pt x="1883638" y="258008"/>
                  </a:lnTo>
                  <a:lnTo>
                    <a:pt x="1834751" y="212093"/>
                  </a:lnTo>
                  <a:lnTo>
                    <a:pt x="1771849" y="169440"/>
                  </a:lnTo>
                  <a:lnTo>
                    <a:pt x="1735501" y="149481"/>
                  </a:lnTo>
                  <a:lnTo>
                    <a:pt x="1696080" y="130510"/>
                  </a:lnTo>
                  <a:lnTo>
                    <a:pt x="1653730" y="112585"/>
                  </a:lnTo>
                  <a:lnTo>
                    <a:pt x="1608593" y="95763"/>
                  </a:lnTo>
                  <a:lnTo>
                    <a:pt x="1560814" y="80102"/>
                  </a:lnTo>
                  <a:lnTo>
                    <a:pt x="1510536" y="65659"/>
                  </a:lnTo>
                  <a:lnTo>
                    <a:pt x="1457903" y="52493"/>
                  </a:lnTo>
                  <a:lnTo>
                    <a:pt x="1403058" y="40660"/>
                  </a:lnTo>
                  <a:lnTo>
                    <a:pt x="1346144" y="30218"/>
                  </a:lnTo>
                  <a:lnTo>
                    <a:pt x="1287305" y="21224"/>
                  </a:lnTo>
                  <a:lnTo>
                    <a:pt x="1226685" y="13737"/>
                  </a:lnTo>
                  <a:lnTo>
                    <a:pt x="1164428" y="7813"/>
                  </a:lnTo>
                  <a:lnTo>
                    <a:pt x="1100676" y="3511"/>
                  </a:lnTo>
                  <a:lnTo>
                    <a:pt x="1035573" y="887"/>
                  </a:lnTo>
                  <a:lnTo>
                    <a:pt x="969263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40423" y="2525267"/>
              <a:ext cx="1937385" cy="1932939"/>
            </a:xfrm>
            <a:custGeom>
              <a:avLst/>
              <a:gdLst/>
              <a:ahLst/>
              <a:cxnLst/>
              <a:rect l="l" t="t" r="r" b="b"/>
              <a:pathLst>
                <a:path w="1937384" h="1932939">
                  <a:moveTo>
                    <a:pt x="967739" y="0"/>
                  </a:moveTo>
                  <a:lnTo>
                    <a:pt x="901430" y="887"/>
                  </a:lnTo>
                  <a:lnTo>
                    <a:pt x="836327" y="3511"/>
                  </a:lnTo>
                  <a:lnTo>
                    <a:pt x="772575" y="7813"/>
                  </a:lnTo>
                  <a:lnTo>
                    <a:pt x="710318" y="13737"/>
                  </a:lnTo>
                  <a:lnTo>
                    <a:pt x="649698" y="21224"/>
                  </a:lnTo>
                  <a:lnTo>
                    <a:pt x="590859" y="30218"/>
                  </a:lnTo>
                  <a:lnTo>
                    <a:pt x="533945" y="40660"/>
                  </a:lnTo>
                  <a:lnTo>
                    <a:pt x="479100" y="52493"/>
                  </a:lnTo>
                  <a:lnTo>
                    <a:pt x="426466" y="65659"/>
                  </a:lnTo>
                  <a:lnTo>
                    <a:pt x="376188" y="80102"/>
                  </a:lnTo>
                  <a:lnTo>
                    <a:pt x="328409" y="95763"/>
                  </a:lnTo>
                  <a:lnTo>
                    <a:pt x="283273" y="112585"/>
                  </a:lnTo>
                  <a:lnTo>
                    <a:pt x="240923" y="130510"/>
                  </a:lnTo>
                  <a:lnTo>
                    <a:pt x="201502" y="149481"/>
                  </a:lnTo>
                  <a:lnTo>
                    <a:pt x="165154" y="169440"/>
                  </a:lnTo>
                  <a:lnTo>
                    <a:pt x="132023" y="190330"/>
                  </a:lnTo>
                  <a:lnTo>
                    <a:pt x="75985" y="234672"/>
                  </a:lnTo>
                  <a:lnTo>
                    <a:pt x="34536" y="282045"/>
                  </a:lnTo>
                  <a:lnTo>
                    <a:pt x="8825" y="331991"/>
                  </a:lnTo>
                  <a:lnTo>
                    <a:pt x="0" y="384047"/>
                  </a:lnTo>
                  <a:lnTo>
                    <a:pt x="2230" y="410486"/>
                  </a:lnTo>
                  <a:lnTo>
                    <a:pt x="19642" y="461807"/>
                  </a:lnTo>
                  <a:lnTo>
                    <a:pt x="53365" y="510684"/>
                  </a:lnTo>
                  <a:lnTo>
                    <a:pt x="102252" y="556671"/>
                  </a:lnTo>
                  <a:lnTo>
                    <a:pt x="165154" y="599324"/>
                  </a:lnTo>
                  <a:lnTo>
                    <a:pt x="201502" y="619262"/>
                  </a:lnTo>
                  <a:lnTo>
                    <a:pt x="240923" y="638200"/>
                  </a:lnTo>
                  <a:lnTo>
                    <a:pt x="283273" y="656081"/>
                  </a:lnTo>
                  <a:lnTo>
                    <a:pt x="328409" y="672852"/>
                  </a:lnTo>
                  <a:lnTo>
                    <a:pt x="376188" y="688456"/>
                  </a:lnTo>
                  <a:lnTo>
                    <a:pt x="426466" y="702837"/>
                  </a:lnTo>
                  <a:lnTo>
                    <a:pt x="479100" y="715941"/>
                  </a:lnTo>
                  <a:lnTo>
                    <a:pt x="533945" y="727711"/>
                  </a:lnTo>
                  <a:lnTo>
                    <a:pt x="590859" y="738092"/>
                  </a:lnTo>
                  <a:lnTo>
                    <a:pt x="649698" y="747028"/>
                  </a:lnTo>
                  <a:lnTo>
                    <a:pt x="710318" y="754464"/>
                  </a:lnTo>
                  <a:lnTo>
                    <a:pt x="772575" y="760345"/>
                  </a:lnTo>
                  <a:lnTo>
                    <a:pt x="836327" y="764614"/>
                  </a:lnTo>
                  <a:lnTo>
                    <a:pt x="901430" y="767216"/>
                  </a:lnTo>
                  <a:lnTo>
                    <a:pt x="967739" y="768095"/>
                  </a:lnTo>
                  <a:lnTo>
                    <a:pt x="1034057" y="767216"/>
                  </a:lnTo>
                  <a:lnTo>
                    <a:pt x="1099182" y="764614"/>
                  </a:lnTo>
                  <a:lnTo>
                    <a:pt x="1162969" y="760345"/>
                  </a:lnTo>
                  <a:lnTo>
                    <a:pt x="1225274" y="754464"/>
                  </a:lnTo>
                  <a:lnTo>
                    <a:pt x="1285952" y="747028"/>
                  </a:lnTo>
                  <a:lnTo>
                    <a:pt x="1344858" y="738092"/>
                  </a:lnTo>
                  <a:lnTo>
                    <a:pt x="1401847" y="727711"/>
                  </a:lnTo>
                  <a:lnTo>
                    <a:pt x="1456774" y="715941"/>
                  </a:lnTo>
                  <a:lnTo>
                    <a:pt x="1509495" y="702837"/>
                  </a:lnTo>
                  <a:lnTo>
                    <a:pt x="1559864" y="688456"/>
                  </a:lnTo>
                  <a:lnTo>
                    <a:pt x="1607736" y="672852"/>
                  </a:lnTo>
                  <a:lnTo>
                    <a:pt x="1652968" y="656081"/>
                  </a:lnTo>
                  <a:lnTo>
                    <a:pt x="1695413" y="638200"/>
                  </a:lnTo>
                  <a:lnTo>
                    <a:pt x="1734928" y="619262"/>
                  </a:lnTo>
                  <a:lnTo>
                    <a:pt x="1771367" y="599324"/>
                  </a:lnTo>
                  <a:lnTo>
                    <a:pt x="1804585" y="578442"/>
                  </a:lnTo>
                  <a:lnTo>
                    <a:pt x="1860780" y="534066"/>
                  </a:lnTo>
                  <a:lnTo>
                    <a:pt x="1902354" y="486579"/>
                  </a:lnTo>
                  <a:lnTo>
                    <a:pt x="1928148" y="436424"/>
                  </a:lnTo>
                  <a:lnTo>
                    <a:pt x="1937003" y="384047"/>
                  </a:lnTo>
                  <a:lnTo>
                    <a:pt x="1934765" y="357784"/>
                  </a:lnTo>
                  <a:lnTo>
                    <a:pt x="1917296" y="306725"/>
                  </a:lnTo>
                  <a:lnTo>
                    <a:pt x="1883467" y="258008"/>
                  </a:lnTo>
                  <a:lnTo>
                    <a:pt x="1834437" y="212093"/>
                  </a:lnTo>
                  <a:lnTo>
                    <a:pt x="1771367" y="169440"/>
                  </a:lnTo>
                  <a:lnTo>
                    <a:pt x="1734928" y="149481"/>
                  </a:lnTo>
                  <a:lnTo>
                    <a:pt x="1695413" y="130510"/>
                  </a:lnTo>
                  <a:lnTo>
                    <a:pt x="1652968" y="112585"/>
                  </a:lnTo>
                  <a:lnTo>
                    <a:pt x="1607736" y="95763"/>
                  </a:lnTo>
                  <a:lnTo>
                    <a:pt x="1559864" y="80102"/>
                  </a:lnTo>
                  <a:lnTo>
                    <a:pt x="1509495" y="65659"/>
                  </a:lnTo>
                  <a:lnTo>
                    <a:pt x="1456774" y="52493"/>
                  </a:lnTo>
                  <a:lnTo>
                    <a:pt x="1401847" y="40660"/>
                  </a:lnTo>
                  <a:lnTo>
                    <a:pt x="1344858" y="30218"/>
                  </a:lnTo>
                  <a:lnTo>
                    <a:pt x="1285952" y="21224"/>
                  </a:lnTo>
                  <a:lnTo>
                    <a:pt x="1225274" y="13737"/>
                  </a:lnTo>
                  <a:lnTo>
                    <a:pt x="1162969" y="7813"/>
                  </a:lnTo>
                  <a:lnTo>
                    <a:pt x="1099182" y="3511"/>
                  </a:lnTo>
                  <a:lnTo>
                    <a:pt x="1034057" y="887"/>
                  </a:lnTo>
                  <a:lnTo>
                    <a:pt x="967739" y="0"/>
                  </a:lnTo>
                  <a:close/>
                </a:path>
                <a:path w="1937384" h="1932939">
                  <a:moveTo>
                    <a:pt x="33527" y="1932431"/>
                  </a:moveTo>
                  <a:lnTo>
                    <a:pt x="1036319" y="77723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17079" y="5196839"/>
              <a:ext cx="1280160" cy="920750"/>
            </a:xfrm>
            <a:custGeom>
              <a:avLst/>
              <a:gdLst/>
              <a:ahLst/>
              <a:cxnLst/>
              <a:rect l="l" t="t" r="r" b="b"/>
              <a:pathLst>
                <a:path w="1280159" h="920750">
                  <a:moveTo>
                    <a:pt x="0" y="920495"/>
                  </a:moveTo>
                  <a:lnTo>
                    <a:pt x="1280159" y="0"/>
                  </a:lnTo>
                </a:path>
              </a:pathLst>
            </a:custGeom>
            <a:ln w="126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6079744" y="2540508"/>
            <a:ext cx="2025650" cy="1888489"/>
          </a:xfrm>
          <a:custGeom>
            <a:avLst/>
            <a:gdLst/>
            <a:ahLst/>
            <a:cxnLst/>
            <a:rect l="l" t="t" r="r" b="b"/>
            <a:pathLst>
              <a:path w="2025650" h="1888489">
                <a:moveTo>
                  <a:pt x="967739" y="0"/>
                </a:moveTo>
                <a:lnTo>
                  <a:pt x="901430" y="879"/>
                </a:lnTo>
                <a:lnTo>
                  <a:pt x="836327" y="3481"/>
                </a:lnTo>
                <a:lnTo>
                  <a:pt x="772575" y="7750"/>
                </a:lnTo>
                <a:lnTo>
                  <a:pt x="710318" y="13631"/>
                </a:lnTo>
                <a:lnTo>
                  <a:pt x="649698" y="21067"/>
                </a:lnTo>
                <a:lnTo>
                  <a:pt x="590859" y="30003"/>
                </a:lnTo>
                <a:lnTo>
                  <a:pt x="533945" y="40384"/>
                </a:lnTo>
                <a:lnTo>
                  <a:pt x="479100" y="52154"/>
                </a:lnTo>
                <a:lnTo>
                  <a:pt x="426466" y="65258"/>
                </a:lnTo>
                <a:lnTo>
                  <a:pt x="376188" y="79639"/>
                </a:lnTo>
                <a:lnTo>
                  <a:pt x="328409" y="95243"/>
                </a:lnTo>
                <a:lnTo>
                  <a:pt x="283273" y="112013"/>
                </a:lnTo>
                <a:lnTo>
                  <a:pt x="240923" y="129895"/>
                </a:lnTo>
                <a:lnTo>
                  <a:pt x="201502" y="148833"/>
                </a:lnTo>
                <a:lnTo>
                  <a:pt x="165154" y="168771"/>
                </a:lnTo>
                <a:lnTo>
                  <a:pt x="132023" y="189653"/>
                </a:lnTo>
                <a:lnTo>
                  <a:pt x="75985" y="234029"/>
                </a:lnTo>
                <a:lnTo>
                  <a:pt x="34536" y="281516"/>
                </a:lnTo>
                <a:lnTo>
                  <a:pt x="8825" y="331671"/>
                </a:lnTo>
                <a:lnTo>
                  <a:pt x="0" y="384047"/>
                </a:lnTo>
                <a:lnTo>
                  <a:pt x="2230" y="410311"/>
                </a:lnTo>
                <a:lnTo>
                  <a:pt x="19642" y="461370"/>
                </a:lnTo>
                <a:lnTo>
                  <a:pt x="53365" y="510087"/>
                </a:lnTo>
                <a:lnTo>
                  <a:pt x="102252" y="556002"/>
                </a:lnTo>
                <a:lnTo>
                  <a:pt x="165154" y="598655"/>
                </a:lnTo>
                <a:lnTo>
                  <a:pt x="201502" y="618614"/>
                </a:lnTo>
                <a:lnTo>
                  <a:pt x="240923" y="637585"/>
                </a:lnTo>
                <a:lnTo>
                  <a:pt x="283273" y="655510"/>
                </a:lnTo>
                <a:lnTo>
                  <a:pt x="328409" y="672332"/>
                </a:lnTo>
                <a:lnTo>
                  <a:pt x="376188" y="687993"/>
                </a:lnTo>
                <a:lnTo>
                  <a:pt x="426466" y="702435"/>
                </a:lnTo>
                <a:lnTo>
                  <a:pt x="479100" y="715602"/>
                </a:lnTo>
                <a:lnTo>
                  <a:pt x="533945" y="727435"/>
                </a:lnTo>
                <a:lnTo>
                  <a:pt x="590859" y="737877"/>
                </a:lnTo>
                <a:lnTo>
                  <a:pt x="649698" y="746871"/>
                </a:lnTo>
                <a:lnTo>
                  <a:pt x="710318" y="754358"/>
                </a:lnTo>
                <a:lnTo>
                  <a:pt x="772575" y="760282"/>
                </a:lnTo>
                <a:lnTo>
                  <a:pt x="836327" y="764584"/>
                </a:lnTo>
                <a:lnTo>
                  <a:pt x="901430" y="767208"/>
                </a:lnTo>
                <a:lnTo>
                  <a:pt x="967739" y="768095"/>
                </a:lnTo>
                <a:lnTo>
                  <a:pt x="1034049" y="767208"/>
                </a:lnTo>
                <a:lnTo>
                  <a:pt x="1099152" y="764584"/>
                </a:lnTo>
                <a:lnTo>
                  <a:pt x="1162904" y="760282"/>
                </a:lnTo>
                <a:lnTo>
                  <a:pt x="1225161" y="754358"/>
                </a:lnTo>
                <a:lnTo>
                  <a:pt x="1285781" y="746871"/>
                </a:lnTo>
                <a:lnTo>
                  <a:pt x="1344620" y="737877"/>
                </a:lnTo>
                <a:lnTo>
                  <a:pt x="1401534" y="727435"/>
                </a:lnTo>
                <a:lnTo>
                  <a:pt x="1456379" y="715602"/>
                </a:lnTo>
                <a:lnTo>
                  <a:pt x="1509012" y="702435"/>
                </a:lnTo>
                <a:lnTo>
                  <a:pt x="1559290" y="687993"/>
                </a:lnTo>
                <a:lnTo>
                  <a:pt x="1607069" y="672332"/>
                </a:lnTo>
                <a:lnTo>
                  <a:pt x="1652206" y="655510"/>
                </a:lnTo>
                <a:lnTo>
                  <a:pt x="1694556" y="637585"/>
                </a:lnTo>
                <a:lnTo>
                  <a:pt x="1733977" y="618614"/>
                </a:lnTo>
                <a:lnTo>
                  <a:pt x="1770325" y="598655"/>
                </a:lnTo>
                <a:lnTo>
                  <a:pt x="1803456" y="577765"/>
                </a:lnTo>
                <a:lnTo>
                  <a:pt x="1859494" y="533423"/>
                </a:lnTo>
                <a:lnTo>
                  <a:pt x="1900943" y="486050"/>
                </a:lnTo>
                <a:lnTo>
                  <a:pt x="1926654" y="436104"/>
                </a:lnTo>
                <a:lnTo>
                  <a:pt x="1935479" y="384047"/>
                </a:lnTo>
                <a:lnTo>
                  <a:pt x="1933249" y="357609"/>
                </a:lnTo>
                <a:lnTo>
                  <a:pt x="1915837" y="306288"/>
                </a:lnTo>
                <a:lnTo>
                  <a:pt x="1882114" y="257411"/>
                </a:lnTo>
                <a:lnTo>
                  <a:pt x="1833227" y="211424"/>
                </a:lnTo>
                <a:lnTo>
                  <a:pt x="1770325" y="168771"/>
                </a:lnTo>
                <a:lnTo>
                  <a:pt x="1733977" y="148833"/>
                </a:lnTo>
                <a:lnTo>
                  <a:pt x="1694556" y="129895"/>
                </a:lnTo>
                <a:lnTo>
                  <a:pt x="1652206" y="112013"/>
                </a:lnTo>
                <a:lnTo>
                  <a:pt x="1607069" y="95243"/>
                </a:lnTo>
                <a:lnTo>
                  <a:pt x="1559290" y="79639"/>
                </a:lnTo>
                <a:lnTo>
                  <a:pt x="1509012" y="65258"/>
                </a:lnTo>
                <a:lnTo>
                  <a:pt x="1456379" y="52154"/>
                </a:lnTo>
                <a:lnTo>
                  <a:pt x="1401534" y="40384"/>
                </a:lnTo>
                <a:lnTo>
                  <a:pt x="1344620" y="30003"/>
                </a:lnTo>
                <a:lnTo>
                  <a:pt x="1285781" y="21067"/>
                </a:lnTo>
                <a:lnTo>
                  <a:pt x="1225161" y="13631"/>
                </a:lnTo>
                <a:lnTo>
                  <a:pt x="1162904" y="7750"/>
                </a:lnTo>
                <a:lnTo>
                  <a:pt x="1099152" y="3481"/>
                </a:lnTo>
                <a:lnTo>
                  <a:pt x="1034049" y="879"/>
                </a:lnTo>
                <a:lnTo>
                  <a:pt x="967739" y="0"/>
                </a:lnTo>
                <a:close/>
              </a:path>
              <a:path w="2025650" h="1888489">
                <a:moveTo>
                  <a:pt x="2025395" y="1888235"/>
                </a:moveTo>
                <a:lnTo>
                  <a:pt x="954023" y="789431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11520" y="5253227"/>
            <a:ext cx="88900" cy="576580"/>
          </a:xfrm>
          <a:custGeom>
            <a:avLst/>
            <a:gdLst/>
            <a:ahLst/>
            <a:cxnLst/>
            <a:rect l="l" t="t" r="r" b="b"/>
            <a:pathLst>
              <a:path w="88900" h="576579">
                <a:moveTo>
                  <a:pt x="88391" y="576071"/>
                </a:moveTo>
                <a:lnTo>
                  <a:pt x="0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16164" y="5237988"/>
            <a:ext cx="216535" cy="591820"/>
          </a:xfrm>
          <a:custGeom>
            <a:avLst/>
            <a:gdLst/>
            <a:ahLst/>
            <a:cxnLst/>
            <a:rect l="l" t="t" r="r" b="b"/>
            <a:pathLst>
              <a:path w="216535" h="591820">
                <a:moveTo>
                  <a:pt x="0" y="591311"/>
                </a:moveTo>
                <a:lnTo>
                  <a:pt x="216407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782310" y="4630926"/>
            <a:ext cx="18408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Multivalorado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99017" y="4623306"/>
            <a:ext cx="1416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Composto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33202" y="4623306"/>
            <a:ext cx="1246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Derivado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99360" y="4646166"/>
            <a:ext cx="19583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Monovalorado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87737" y="2736594"/>
            <a:ext cx="1416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Composto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8398" y="2750311"/>
            <a:ext cx="1416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Composto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70703" y="6132066"/>
            <a:ext cx="41319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Conjunto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Entidades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Atributos</a:t>
            </a:r>
            <a:r>
              <a:rPr spc="-5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Conjunto</a:t>
            </a:r>
            <a:r>
              <a:rPr spc="-65" dirty="0"/>
              <a:t> </a:t>
            </a:r>
            <a:r>
              <a:rPr spc="-25" dirty="0"/>
              <a:t>de </a:t>
            </a:r>
            <a:r>
              <a:rPr spc="-10" dirty="0"/>
              <a:t>Relacionamentos</a:t>
            </a:r>
          </a:p>
        </p:txBody>
      </p:sp>
      <p:sp>
        <p:nvSpPr>
          <p:cNvPr id="3" name="object 3"/>
          <p:cNvSpPr/>
          <p:nvPr/>
        </p:nvSpPr>
        <p:spPr>
          <a:xfrm>
            <a:off x="3164325" y="4283964"/>
            <a:ext cx="1224280" cy="539750"/>
          </a:xfrm>
          <a:custGeom>
            <a:avLst/>
            <a:gdLst/>
            <a:ahLst/>
            <a:cxnLst/>
            <a:rect l="l" t="t" r="r" b="b"/>
            <a:pathLst>
              <a:path w="1224280" h="539750">
                <a:moveTo>
                  <a:pt x="611130" y="0"/>
                </a:moveTo>
                <a:lnTo>
                  <a:pt x="544399" y="1578"/>
                </a:lnTo>
                <a:lnTo>
                  <a:pt x="479784" y="6204"/>
                </a:lnTo>
                <a:lnTo>
                  <a:pt x="417654" y="13715"/>
                </a:lnTo>
                <a:lnTo>
                  <a:pt x="358377" y="23950"/>
                </a:lnTo>
                <a:lnTo>
                  <a:pt x="302320" y="36745"/>
                </a:lnTo>
                <a:lnTo>
                  <a:pt x="249854" y="51937"/>
                </a:lnTo>
                <a:lnTo>
                  <a:pt x="201346" y="69365"/>
                </a:lnTo>
                <a:lnTo>
                  <a:pt x="157165" y="88866"/>
                </a:lnTo>
                <a:lnTo>
                  <a:pt x="117679" y="110276"/>
                </a:lnTo>
                <a:lnTo>
                  <a:pt x="83257" y="133434"/>
                </a:lnTo>
                <a:lnTo>
                  <a:pt x="54267" y="158177"/>
                </a:lnTo>
                <a:lnTo>
                  <a:pt x="14058" y="211768"/>
                </a:lnTo>
                <a:lnTo>
                  <a:pt x="0" y="269747"/>
                </a:lnTo>
                <a:lnTo>
                  <a:pt x="3575" y="299205"/>
                </a:lnTo>
                <a:lnTo>
                  <a:pt x="31078" y="355152"/>
                </a:lnTo>
                <a:lnTo>
                  <a:pt x="83257" y="406061"/>
                </a:lnTo>
                <a:lnTo>
                  <a:pt x="117679" y="429219"/>
                </a:lnTo>
                <a:lnTo>
                  <a:pt x="157165" y="450629"/>
                </a:lnTo>
                <a:lnTo>
                  <a:pt x="201346" y="470130"/>
                </a:lnTo>
                <a:lnTo>
                  <a:pt x="249854" y="487558"/>
                </a:lnTo>
                <a:lnTo>
                  <a:pt x="302320" y="502750"/>
                </a:lnTo>
                <a:lnTo>
                  <a:pt x="358377" y="515545"/>
                </a:lnTo>
                <a:lnTo>
                  <a:pt x="417654" y="525779"/>
                </a:lnTo>
                <a:lnTo>
                  <a:pt x="479784" y="533291"/>
                </a:lnTo>
                <a:lnTo>
                  <a:pt x="544399" y="537917"/>
                </a:lnTo>
                <a:lnTo>
                  <a:pt x="611130" y="539495"/>
                </a:lnTo>
                <a:lnTo>
                  <a:pt x="677879" y="537917"/>
                </a:lnTo>
                <a:lnTo>
                  <a:pt x="742549" y="533291"/>
                </a:lnTo>
                <a:lnTo>
                  <a:pt x="804763" y="525779"/>
                </a:lnTo>
                <a:lnTo>
                  <a:pt x="864149" y="515545"/>
                </a:lnTo>
                <a:lnTo>
                  <a:pt x="920332" y="502750"/>
                </a:lnTo>
                <a:lnTo>
                  <a:pt x="972939" y="487558"/>
                </a:lnTo>
                <a:lnTo>
                  <a:pt x="1021596" y="470130"/>
                </a:lnTo>
                <a:lnTo>
                  <a:pt x="1065929" y="450629"/>
                </a:lnTo>
                <a:lnTo>
                  <a:pt x="1105564" y="429219"/>
                </a:lnTo>
                <a:lnTo>
                  <a:pt x="1140127" y="406061"/>
                </a:lnTo>
                <a:lnTo>
                  <a:pt x="1169244" y="381318"/>
                </a:lnTo>
                <a:lnTo>
                  <a:pt x="1209646" y="327727"/>
                </a:lnTo>
                <a:lnTo>
                  <a:pt x="1223778" y="269747"/>
                </a:lnTo>
                <a:lnTo>
                  <a:pt x="1220182" y="240290"/>
                </a:lnTo>
                <a:lnTo>
                  <a:pt x="1192542" y="184343"/>
                </a:lnTo>
                <a:lnTo>
                  <a:pt x="1140127" y="133434"/>
                </a:lnTo>
                <a:lnTo>
                  <a:pt x="1105564" y="110276"/>
                </a:lnTo>
                <a:lnTo>
                  <a:pt x="1065929" y="88866"/>
                </a:lnTo>
                <a:lnTo>
                  <a:pt x="1021596" y="69365"/>
                </a:lnTo>
                <a:lnTo>
                  <a:pt x="972939" y="51937"/>
                </a:lnTo>
                <a:lnTo>
                  <a:pt x="920332" y="36745"/>
                </a:lnTo>
                <a:lnTo>
                  <a:pt x="864149" y="23950"/>
                </a:lnTo>
                <a:lnTo>
                  <a:pt x="804763" y="13715"/>
                </a:lnTo>
                <a:lnTo>
                  <a:pt x="742549" y="6204"/>
                </a:lnTo>
                <a:lnTo>
                  <a:pt x="677879" y="1578"/>
                </a:lnTo>
                <a:lnTo>
                  <a:pt x="61113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29939" y="4370322"/>
            <a:ext cx="83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Nome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87180" y="3101340"/>
            <a:ext cx="1882139" cy="702945"/>
          </a:xfrm>
          <a:custGeom>
            <a:avLst/>
            <a:gdLst/>
            <a:ahLst/>
            <a:cxnLst/>
            <a:rect l="l" t="t" r="r" b="b"/>
            <a:pathLst>
              <a:path w="1882140" h="702945">
                <a:moveTo>
                  <a:pt x="0" y="0"/>
                </a:moveTo>
                <a:lnTo>
                  <a:pt x="0" y="702563"/>
                </a:lnTo>
                <a:lnTo>
                  <a:pt x="1882139" y="702563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35547" y="3011423"/>
            <a:ext cx="1934210" cy="927100"/>
          </a:xfrm>
          <a:custGeom>
            <a:avLst/>
            <a:gdLst/>
            <a:ahLst/>
            <a:cxnLst/>
            <a:rect l="l" t="t" r="r" b="b"/>
            <a:pathLst>
              <a:path w="1934210" h="927100">
                <a:moveTo>
                  <a:pt x="964691" y="4571"/>
                </a:moveTo>
                <a:lnTo>
                  <a:pt x="0" y="454151"/>
                </a:lnTo>
                <a:lnTo>
                  <a:pt x="975359" y="926591"/>
                </a:lnTo>
                <a:lnTo>
                  <a:pt x="1933955" y="445007"/>
                </a:lnTo>
                <a:lnTo>
                  <a:pt x="95554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46060" y="3454908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48983" y="3225798"/>
            <a:ext cx="1261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Matricula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95713" y="2936238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610853" y="4218432"/>
            <a:ext cx="1076325" cy="675640"/>
          </a:xfrm>
          <a:custGeom>
            <a:avLst/>
            <a:gdLst/>
            <a:ahLst/>
            <a:cxnLst/>
            <a:rect l="l" t="t" r="r" b="b"/>
            <a:pathLst>
              <a:path w="1076325" h="675639">
                <a:moveTo>
                  <a:pt x="537971" y="0"/>
                </a:moveTo>
                <a:lnTo>
                  <a:pt x="479342" y="1977"/>
                </a:lnTo>
                <a:lnTo>
                  <a:pt x="422544" y="7775"/>
                </a:lnTo>
                <a:lnTo>
                  <a:pt x="367905" y="17190"/>
                </a:lnTo>
                <a:lnTo>
                  <a:pt x="315754" y="30019"/>
                </a:lnTo>
                <a:lnTo>
                  <a:pt x="266417" y="46058"/>
                </a:lnTo>
                <a:lnTo>
                  <a:pt x="220224" y="65105"/>
                </a:lnTo>
                <a:lnTo>
                  <a:pt x="177501" y="86956"/>
                </a:lnTo>
                <a:lnTo>
                  <a:pt x="138576" y="111407"/>
                </a:lnTo>
                <a:lnTo>
                  <a:pt x="103778" y="138257"/>
                </a:lnTo>
                <a:lnTo>
                  <a:pt x="73434" y="167301"/>
                </a:lnTo>
                <a:lnTo>
                  <a:pt x="47872" y="198336"/>
                </a:lnTo>
                <a:lnTo>
                  <a:pt x="27419" y="231160"/>
                </a:lnTo>
                <a:lnTo>
                  <a:pt x="3155" y="301359"/>
                </a:lnTo>
                <a:lnTo>
                  <a:pt x="0" y="338327"/>
                </a:lnTo>
                <a:lnTo>
                  <a:pt x="3155" y="375011"/>
                </a:lnTo>
                <a:lnTo>
                  <a:pt x="27419" y="444751"/>
                </a:lnTo>
                <a:lnTo>
                  <a:pt x="47872" y="477396"/>
                </a:lnTo>
                <a:lnTo>
                  <a:pt x="73434" y="508282"/>
                </a:lnTo>
                <a:lnTo>
                  <a:pt x="103778" y="537203"/>
                </a:lnTo>
                <a:lnTo>
                  <a:pt x="138576" y="563955"/>
                </a:lnTo>
                <a:lnTo>
                  <a:pt x="177501" y="588330"/>
                </a:lnTo>
                <a:lnTo>
                  <a:pt x="220224" y="610124"/>
                </a:lnTo>
                <a:lnTo>
                  <a:pt x="266417" y="629129"/>
                </a:lnTo>
                <a:lnTo>
                  <a:pt x="315754" y="645141"/>
                </a:lnTo>
                <a:lnTo>
                  <a:pt x="367905" y="657953"/>
                </a:lnTo>
                <a:lnTo>
                  <a:pt x="422544" y="667359"/>
                </a:lnTo>
                <a:lnTo>
                  <a:pt x="479342" y="673154"/>
                </a:lnTo>
                <a:lnTo>
                  <a:pt x="537971" y="675131"/>
                </a:lnTo>
                <a:lnTo>
                  <a:pt x="596601" y="673154"/>
                </a:lnTo>
                <a:lnTo>
                  <a:pt x="653399" y="667359"/>
                </a:lnTo>
                <a:lnTo>
                  <a:pt x="708038" y="657953"/>
                </a:lnTo>
                <a:lnTo>
                  <a:pt x="760189" y="645141"/>
                </a:lnTo>
                <a:lnTo>
                  <a:pt x="809526" y="629129"/>
                </a:lnTo>
                <a:lnTo>
                  <a:pt x="855719" y="610124"/>
                </a:lnTo>
                <a:lnTo>
                  <a:pt x="898442" y="588330"/>
                </a:lnTo>
                <a:lnTo>
                  <a:pt x="937367" y="563955"/>
                </a:lnTo>
                <a:lnTo>
                  <a:pt x="972165" y="537203"/>
                </a:lnTo>
                <a:lnTo>
                  <a:pt x="1002509" y="508282"/>
                </a:lnTo>
                <a:lnTo>
                  <a:pt x="1028071" y="477396"/>
                </a:lnTo>
                <a:lnTo>
                  <a:pt x="1048524" y="444751"/>
                </a:lnTo>
                <a:lnTo>
                  <a:pt x="1072788" y="375011"/>
                </a:lnTo>
                <a:lnTo>
                  <a:pt x="1075943" y="338327"/>
                </a:lnTo>
                <a:lnTo>
                  <a:pt x="1072788" y="301359"/>
                </a:lnTo>
                <a:lnTo>
                  <a:pt x="1048524" y="231160"/>
                </a:lnTo>
                <a:lnTo>
                  <a:pt x="1028071" y="198336"/>
                </a:lnTo>
                <a:lnTo>
                  <a:pt x="1002509" y="167301"/>
                </a:lnTo>
                <a:lnTo>
                  <a:pt x="972165" y="138257"/>
                </a:lnTo>
                <a:lnTo>
                  <a:pt x="937367" y="111407"/>
                </a:lnTo>
                <a:lnTo>
                  <a:pt x="898442" y="86956"/>
                </a:lnTo>
                <a:lnTo>
                  <a:pt x="855719" y="65105"/>
                </a:lnTo>
                <a:lnTo>
                  <a:pt x="809526" y="46058"/>
                </a:lnTo>
                <a:lnTo>
                  <a:pt x="760189" y="30019"/>
                </a:lnTo>
                <a:lnTo>
                  <a:pt x="708038" y="17190"/>
                </a:lnTo>
                <a:lnTo>
                  <a:pt x="653399" y="7775"/>
                </a:lnTo>
                <a:lnTo>
                  <a:pt x="596601" y="1977"/>
                </a:lnTo>
                <a:lnTo>
                  <a:pt x="537971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834369" y="4368798"/>
            <a:ext cx="704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Sigla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150347" y="3816096"/>
            <a:ext cx="0" cy="429895"/>
          </a:xfrm>
          <a:custGeom>
            <a:avLst/>
            <a:gdLst/>
            <a:ahLst/>
            <a:cxnLst/>
            <a:rect l="l" t="t" r="r" b="b"/>
            <a:pathLst>
              <a:path h="429895">
                <a:moveTo>
                  <a:pt x="0" y="429767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52766" y="4690362"/>
            <a:ext cx="13284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Nota</a:t>
            </a:r>
            <a:r>
              <a:rPr sz="2800" spc="440" dirty="0">
                <a:latin typeface="Arial MT"/>
                <a:cs typeface="Arial MT"/>
              </a:rPr>
              <a:t> </a:t>
            </a:r>
            <a:r>
              <a:rPr sz="7200" spc="-75" baseline="10416" dirty="0">
                <a:latin typeface="Arial MT"/>
                <a:cs typeface="Arial MT"/>
              </a:rPr>
              <a:t>?</a:t>
            </a:r>
            <a:endParaRPr sz="7200" baseline="10416">
              <a:latin typeface="Arial MT"/>
              <a:cs typeface="Arial MT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912103" y="3083814"/>
          <a:ext cx="3221990" cy="1213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2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9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030">
                <a:tc rowSpan="2" gridSpan="2"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2600" spc="-10" dirty="0">
                          <a:latin typeface="Arial MT"/>
                          <a:cs typeface="Arial MT"/>
                        </a:rPr>
                        <a:t>Estudante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1270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730"/>
                        </a:lnSpc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9343642" y="3202939"/>
            <a:ext cx="143954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10" dirty="0">
                <a:latin typeface="Arial MT"/>
                <a:cs typeface="Arial MT"/>
              </a:rPr>
              <a:t>Disciplina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458458" y="3736657"/>
            <a:ext cx="2687955" cy="1715770"/>
            <a:chOff x="4578857" y="3736657"/>
            <a:chExt cx="2687955" cy="1715770"/>
          </a:xfrm>
        </p:grpSpPr>
        <p:sp>
          <p:nvSpPr>
            <p:cNvPr id="17" name="object 17"/>
            <p:cNvSpPr/>
            <p:nvPr/>
          </p:nvSpPr>
          <p:spPr>
            <a:xfrm>
              <a:off x="4597907" y="4893564"/>
              <a:ext cx="1224280" cy="539750"/>
            </a:xfrm>
            <a:custGeom>
              <a:avLst/>
              <a:gdLst/>
              <a:ahLst/>
              <a:cxnLst/>
              <a:rect l="l" t="t" r="r" b="b"/>
              <a:pathLst>
                <a:path w="1224279" h="539750">
                  <a:moveTo>
                    <a:pt x="611123" y="0"/>
                  </a:moveTo>
                  <a:lnTo>
                    <a:pt x="544393" y="1578"/>
                  </a:lnTo>
                  <a:lnTo>
                    <a:pt x="479779" y="6204"/>
                  </a:lnTo>
                  <a:lnTo>
                    <a:pt x="417649" y="13715"/>
                  </a:lnTo>
                  <a:lnTo>
                    <a:pt x="358372" y="23950"/>
                  </a:lnTo>
                  <a:lnTo>
                    <a:pt x="302316" y="36745"/>
                  </a:lnTo>
                  <a:lnTo>
                    <a:pt x="249850" y="51937"/>
                  </a:lnTo>
                  <a:lnTo>
                    <a:pt x="201343" y="69365"/>
                  </a:lnTo>
                  <a:lnTo>
                    <a:pt x="157162" y="88866"/>
                  </a:lnTo>
                  <a:lnTo>
                    <a:pt x="117677" y="110276"/>
                  </a:lnTo>
                  <a:lnTo>
                    <a:pt x="83255" y="133434"/>
                  </a:lnTo>
                  <a:lnTo>
                    <a:pt x="54266" y="158177"/>
                  </a:lnTo>
                  <a:lnTo>
                    <a:pt x="14057" y="211768"/>
                  </a:lnTo>
                  <a:lnTo>
                    <a:pt x="0" y="269747"/>
                  </a:lnTo>
                  <a:lnTo>
                    <a:pt x="3575" y="299205"/>
                  </a:lnTo>
                  <a:lnTo>
                    <a:pt x="31077" y="355152"/>
                  </a:lnTo>
                  <a:lnTo>
                    <a:pt x="83255" y="406061"/>
                  </a:lnTo>
                  <a:lnTo>
                    <a:pt x="117677" y="429219"/>
                  </a:lnTo>
                  <a:lnTo>
                    <a:pt x="157162" y="450629"/>
                  </a:lnTo>
                  <a:lnTo>
                    <a:pt x="201343" y="470130"/>
                  </a:lnTo>
                  <a:lnTo>
                    <a:pt x="249850" y="487558"/>
                  </a:lnTo>
                  <a:lnTo>
                    <a:pt x="302316" y="502750"/>
                  </a:lnTo>
                  <a:lnTo>
                    <a:pt x="358372" y="515545"/>
                  </a:lnTo>
                  <a:lnTo>
                    <a:pt x="417649" y="525779"/>
                  </a:lnTo>
                  <a:lnTo>
                    <a:pt x="479779" y="533291"/>
                  </a:lnTo>
                  <a:lnTo>
                    <a:pt x="544393" y="537917"/>
                  </a:lnTo>
                  <a:lnTo>
                    <a:pt x="611123" y="539495"/>
                  </a:lnTo>
                  <a:lnTo>
                    <a:pt x="677873" y="537917"/>
                  </a:lnTo>
                  <a:lnTo>
                    <a:pt x="742542" y="533291"/>
                  </a:lnTo>
                  <a:lnTo>
                    <a:pt x="804757" y="525779"/>
                  </a:lnTo>
                  <a:lnTo>
                    <a:pt x="864143" y="515545"/>
                  </a:lnTo>
                  <a:lnTo>
                    <a:pt x="920326" y="502750"/>
                  </a:lnTo>
                  <a:lnTo>
                    <a:pt x="972933" y="487558"/>
                  </a:lnTo>
                  <a:lnTo>
                    <a:pt x="1021590" y="470130"/>
                  </a:lnTo>
                  <a:lnTo>
                    <a:pt x="1065923" y="450629"/>
                  </a:lnTo>
                  <a:lnTo>
                    <a:pt x="1105558" y="429219"/>
                  </a:lnTo>
                  <a:lnTo>
                    <a:pt x="1140121" y="406061"/>
                  </a:lnTo>
                  <a:lnTo>
                    <a:pt x="1169238" y="381318"/>
                  </a:lnTo>
                  <a:lnTo>
                    <a:pt x="1209640" y="327727"/>
                  </a:lnTo>
                  <a:lnTo>
                    <a:pt x="1223771" y="269747"/>
                  </a:lnTo>
                  <a:lnTo>
                    <a:pt x="1220176" y="240290"/>
                  </a:lnTo>
                  <a:lnTo>
                    <a:pt x="1192536" y="184343"/>
                  </a:lnTo>
                  <a:lnTo>
                    <a:pt x="1140121" y="133434"/>
                  </a:lnTo>
                  <a:lnTo>
                    <a:pt x="1105558" y="110276"/>
                  </a:lnTo>
                  <a:lnTo>
                    <a:pt x="1065923" y="88866"/>
                  </a:lnTo>
                  <a:lnTo>
                    <a:pt x="1021590" y="69365"/>
                  </a:lnTo>
                  <a:lnTo>
                    <a:pt x="972933" y="51937"/>
                  </a:lnTo>
                  <a:lnTo>
                    <a:pt x="920326" y="36745"/>
                  </a:lnTo>
                  <a:lnTo>
                    <a:pt x="864143" y="23950"/>
                  </a:lnTo>
                  <a:lnTo>
                    <a:pt x="804757" y="13715"/>
                  </a:lnTo>
                  <a:lnTo>
                    <a:pt x="742542" y="6204"/>
                  </a:lnTo>
                  <a:lnTo>
                    <a:pt x="677873" y="1578"/>
                  </a:lnTo>
                  <a:lnTo>
                    <a:pt x="611123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45607" y="3741420"/>
              <a:ext cx="2016760" cy="1152525"/>
            </a:xfrm>
            <a:custGeom>
              <a:avLst/>
              <a:gdLst/>
              <a:ahLst/>
              <a:cxnLst/>
              <a:rect l="l" t="t" r="r" b="b"/>
              <a:pathLst>
                <a:path w="2016759" h="1152525">
                  <a:moveTo>
                    <a:pt x="0" y="1152143"/>
                  </a:moveTo>
                  <a:lnTo>
                    <a:pt x="2016251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Atributos</a:t>
            </a:r>
            <a:r>
              <a:rPr spc="-5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Conjunto</a:t>
            </a:r>
            <a:r>
              <a:rPr spc="-65" dirty="0"/>
              <a:t> </a:t>
            </a:r>
            <a:r>
              <a:rPr spc="-25" dirty="0"/>
              <a:t>de </a:t>
            </a:r>
            <a:r>
              <a:rPr spc="-10" dirty="0"/>
              <a:t>Relacionamentos</a:t>
            </a:r>
          </a:p>
        </p:txBody>
      </p:sp>
      <p:sp>
        <p:nvSpPr>
          <p:cNvPr id="3" name="object 3"/>
          <p:cNvSpPr/>
          <p:nvPr/>
        </p:nvSpPr>
        <p:spPr>
          <a:xfrm>
            <a:off x="3164325" y="4283964"/>
            <a:ext cx="1224280" cy="539750"/>
          </a:xfrm>
          <a:custGeom>
            <a:avLst/>
            <a:gdLst/>
            <a:ahLst/>
            <a:cxnLst/>
            <a:rect l="l" t="t" r="r" b="b"/>
            <a:pathLst>
              <a:path w="1224280" h="539750">
                <a:moveTo>
                  <a:pt x="611130" y="0"/>
                </a:moveTo>
                <a:lnTo>
                  <a:pt x="544399" y="1578"/>
                </a:lnTo>
                <a:lnTo>
                  <a:pt x="479784" y="6204"/>
                </a:lnTo>
                <a:lnTo>
                  <a:pt x="417654" y="13715"/>
                </a:lnTo>
                <a:lnTo>
                  <a:pt x="358377" y="23950"/>
                </a:lnTo>
                <a:lnTo>
                  <a:pt x="302320" y="36745"/>
                </a:lnTo>
                <a:lnTo>
                  <a:pt x="249854" y="51937"/>
                </a:lnTo>
                <a:lnTo>
                  <a:pt x="201346" y="69365"/>
                </a:lnTo>
                <a:lnTo>
                  <a:pt x="157165" y="88866"/>
                </a:lnTo>
                <a:lnTo>
                  <a:pt x="117679" y="110276"/>
                </a:lnTo>
                <a:lnTo>
                  <a:pt x="83257" y="133434"/>
                </a:lnTo>
                <a:lnTo>
                  <a:pt x="54267" y="158177"/>
                </a:lnTo>
                <a:lnTo>
                  <a:pt x="14058" y="211768"/>
                </a:lnTo>
                <a:lnTo>
                  <a:pt x="0" y="269747"/>
                </a:lnTo>
                <a:lnTo>
                  <a:pt x="3575" y="299205"/>
                </a:lnTo>
                <a:lnTo>
                  <a:pt x="31078" y="355152"/>
                </a:lnTo>
                <a:lnTo>
                  <a:pt x="83257" y="406061"/>
                </a:lnTo>
                <a:lnTo>
                  <a:pt x="117679" y="429219"/>
                </a:lnTo>
                <a:lnTo>
                  <a:pt x="157165" y="450629"/>
                </a:lnTo>
                <a:lnTo>
                  <a:pt x="201346" y="470130"/>
                </a:lnTo>
                <a:lnTo>
                  <a:pt x="249854" y="487558"/>
                </a:lnTo>
                <a:lnTo>
                  <a:pt x="302320" y="502750"/>
                </a:lnTo>
                <a:lnTo>
                  <a:pt x="358377" y="515545"/>
                </a:lnTo>
                <a:lnTo>
                  <a:pt x="417654" y="525779"/>
                </a:lnTo>
                <a:lnTo>
                  <a:pt x="479784" y="533291"/>
                </a:lnTo>
                <a:lnTo>
                  <a:pt x="544399" y="537917"/>
                </a:lnTo>
                <a:lnTo>
                  <a:pt x="611130" y="539495"/>
                </a:lnTo>
                <a:lnTo>
                  <a:pt x="677879" y="537917"/>
                </a:lnTo>
                <a:lnTo>
                  <a:pt x="742549" y="533291"/>
                </a:lnTo>
                <a:lnTo>
                  <a:pt x="804763" y="525779"/>
                </a:lnTo>
                <a:lnTo>
                  <a:pt x="864149" y="515545"/>
                </a:lnTo>
                <a:lnTo>
                  <a:pt x="920332" y="502750"/>
                </a:lnTo>
                <a:lnTo>
                  <a:pt x="972939" y="487558"/>
                </a:lnTo>
                <a:lnTo>
                  <a:pt x="1021596" y="470130"/>
                </a:lnTo>
                <a:lnTo>
                  <a:pt x="1065929" y="450629"/>
                </a:lnTo>
                <a:lnTo>
                  <a:pt x="1105564" y="429219"/>
                </a:lnTo>
                <a:lnTo>
                  <a:pt x="1140127" y="406061"/>
                </a:lnTo>
                <a:lnTo>
                  <a:pt x="1169244" y="381318"/>
                </a:lnTo>
                <a:lnTo>
                  <a:pt x="1209646" y="327727"/>
                </a:lnTo>
                <a:lnTo>
                  <a:pt x="1223778" y="269747"/>
                </a:lnTo>
                <a:lnTo>
                  <a:pt x="1220182" y="240290"/>
                </a:lnTo>
                <a:lnTo>
                  <a:pt x="1192542" y="184343"/>
                </a:lnTo>
                <a:lnTo>
                  <a:pt x="1140127" y="133434"/>
                </a:lnTo>
                <a:lnTo>
                  <a:pt x="1105564" y="110276"/>
                </a:lnTo>
                <a:lnTo>
                  <a:pt x="1065929" y="88866"/>
                </a:lnTo>
                <a:lnTo>
                  <a:pt x="1021596" y="69365"/>
                </a:lnTo>
                <a:lnTo>
                  <a:pt x="972939" y="51937"/>
                </a:lnTo>
                <a:lnTo>
                  <a:pt x="920332" y="36745"/>
                </a:lnTo>
                <a:lnTo>
                  <a:pt x="864149" y="23950"/>
                </a:lnTo>
                <a:lnTo>
                  <a:pt x="804763" y="13715"/>
                </a:lnTo>
                <a:lnTo>
                  <a:pt x="742549" y="6204"/>
                </a:lnTo>
                <a:lnTo>
                  <a:pt x="677879" y="1578"/>
                </a:lnTo>
                <a:lnTo>
                  <a:pt x="61113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29939" y="4370322"/>
            <a:ext cx="83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Nome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87180" y="3101340"/>
            <a:ext cx="1882139" cy="702945"/>
          </a:xfrm>
          <a:custGeom>
            <a:avLst/>
            <a:gdLst/>
            <a:ahLst/>
            <a:cxnLst/>
            <a:rect l="l" t="t" r="r" b="b"/>
            <a:pathLst>
              <a:path w="1882140" h="702945">
                <a:moveTo>
                  <a:pt x="0" y="0"/>
                </a:moveTo>
                <a:lnTo>
                  <a:pt x="0" y="702563"/>
                </a:lnTo>
                <a:lnTo>
                  <a:pt x="1882139" y="702563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35547" y="3011423"/>
            <a:ext cx="1934210" cy="927100"/>
          </a:xfrm>
          <a:custGeom>
            <a:avLst/>
            <a:gdLst/>
            <a:ahLst/>
            <a:cxnLst/>
            <a:rect l="l" t="t" r="r" b="b"/>
            <a:pathLst>
              <a:path w="1934210" h="927100">
                <a:moveTo>
                  <a:pt x="964691" y="4571"/>
                </a:moveTo>
                <a:lnTo>
                  <a:pt x="0" y="454151"/>
                </a:lnTo>
                <a:lnTo>
                  <a:pt x="975359" y="926591"/>
                </a:lnTo>
                <a:lnTo>
                  <a:pt x="1933955" y="445007"/>
                </a:lnTo>
                <a:lnTo>
                  <a:pt x="95554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46060" y="3454908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48983" y="3225798"/>
            <a:ext cx="1261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Matricula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95713" y="2936238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610853" y="4218432"/>
            <a:ext cx="1076325" cy="675640"/>
          </a:xfrm>
          <a:custGeom>
            <a:avLst/>
            <a:gdLst/>
            <a:ahLst/>
            <a:cxnLst/>
            <a:rect l="l" t="t" r="r" b="b"/>
            <a:pathLst>
              <a:path w="1076325" h="675639">
                <a:moveTo>
                  <a:pt x="537971" y="0"/>
                </a:moveTo>
                <a:lnTo>
                  <a:pt x="479342" y="1977"/>
                </a:lnTo>
                <a:lnTo>
                  <a:pt x="422544" y="7775"/>
                </a:lnTo>
                <a:lnTo>
                  <a:pt x="367905" y="17190"/>
                </a:lnTo>
                <a:lnTo>
                  <a:pt x="315754" y="30019"/>
                </a:lnTo>
                <a:lnTo>
                  <a:pt x="266417" y="46058"/>
                </a:lnTo>
                <a:lnTo>
                  <a:pt x="220224" y="65105"/>
                </a:lnTo>
                <a:lnTo>
                  <a:pt x="177501" y="86956"/>
                </a:lnTo>
                <a:lnTo>
                  <a:pt x="138576" y="111407"/>
                </a:lnTo>
                <a:lnTo>
                  <a:pt x="103778" y="138257"/>
                </a:lnTo>
                <a:lnTo>
                  <a:pt x="73434" y="167301"/>
                </a:lnTo>
                <a:lnTo>
                  <a:pt x="47872" y="198336"/>
                </a:lnTo>
                <a:lnTo>
                  <a:pt x="27419" y="231160"/>
                </a:lnTo>
                <a:lnTo>
                  <a:pt x="3155" y="301359"/>
                </a:lnTo>
                <a:lnTo>
                  <a:pt x="0" y="338327"/>
                </a:lnTo>
                <a:lnTo>
                  <a:pt x="3155" y="375011"/>
                </a:lnTo>
                <a:lnTo>
                  <a:pt x="27419" y="444751"/>
                </a:lnTo>
                <a:lnTo>
                  <a:pt x="47872" y="477396"/>
                </a:lnTo>
                <a:lnTo>
                  <a:pt x="73434" y="508282"/>
                </a:lnTo>
                <a:lnTo>
                  <a:pt x="103778" y="537203"/>
                </a:lnTo>
                <a:lnTo>
                  <a:pt x="138576" y="563955"/>
                </a:lnTo>
                <a:lnTo>
                  <a:pt x="177501" y="588330"/>
                </a:lnTo>
                <a:lnTo>
                  <a:pt x="220224" y="610124"/>
                </a:lnTo>
                <a:lnTo>
                  <a:pt x="266417" y="629129"/>
                </a:lnTo>
                <a:lnTo>
                  <a:pt x="315754" y="645141"/>
                </a:lnTo>
                <a:lnTo>
                  <a:pt x="367905" y="657953"/>
                </a:lnTo>
                <a:lnTo>
                  <a:pt x="422544" y="667359"/>
                </a:lnTo>
                <a:lnTo>
                  <a:pt x="479342" y="673154"/>
                </a:lnTo>
                <a:lnTo>
                  <a:pt x="537971" y="675131"/>
                </a:lnTo>
                <a:lnTo>
                  <a:pt x="596601" y="673154"/>
                </a:lnTo>
                <a:lnTo>
                  <a:pt x="653399" y="667359"/>
                </a:lnTo>
                <a:lnTo>
                  <a:pt x="708038" y="657953"/>
                </a:lnTo>
                <a:lnTo>
                  <a:pt x="760189" y="645141"/>
                </a:lnTo>
                <a:lnTo>
                  <a:pt x="809526" y="629129"/>
                </a:lnTo>
                <a:lnTo>
                  <a:pt x="855719" y="610124"/>
                </a:lnTo>
                <a:lnTo>
                  <a:pt x="898442" y="588330"/>
                </a:lnTo>
                <a:lnTo>
                  <a:pt x="937367" y="563955"/>
                </a:lnTo>
                <a:lnTo>
                  <a:pt x="972165" y="537203"/>
                </a:lnTo>
                <a:lnTo>
                  <a:pt x="1002509" y="508282"/>
                </a:lnTo>
                <a:lnTo>
                  <a:pt x="1028071" y="477396"/>
                </a:lnTo>
                <a:lnTo>
                  <a:pt x="1048524" y="444751"/>
                </a:lnTo>
                <a:lnTo>
                  <a:pt x="1072788" y="375011"/>
                </a:lnTo>
                <a:lnTo>
                  <a:pt x="1075943" y="338327"/>
                </a:lnTo>
                <a:lnTo>
                  <a:pt x="1072788" y="301359"/>
                </a:lnTo>
                <a:lnTo>
                  <a:pt x="1048524" y="231160"/>
                </a:lnTo>
                <a:lnTo>
                  <a:pt x="1028071" y="198336"/>
                </a:lnTo>
                <a:lnTo>
                  <a:pt x="1002509" y="167301"/>
                </a:lnTo>
                <a:lnTo>
                  <a:pt x="972165" y="138257"/>
                </a:lnTo>
                <a:lnTo>
                  <a:pt x="937367" y="111407"/>
                </a:lnTo>
                <a:lnTo>
                  <a:pt x="898442" y="86956"/>
                </a:lnTo>
                <a:lnTo>
                  <a:pt x="855719" y="65105"/>
                </a:lnTo>
                <a:lnTo>
                  <a:pt x="809526" y="46058"/>
                </a:lnTo>
                <a:lnTo>
                  <a:pt x="760189" y="30019"/>
                </a:lnTo>
                <a:lnTo>
                  <a:pt x="708038" y="17190"/>
                </a:lnTo>
                <a:lnTo>
                  <a:pt x="653399" y="7775"/>
                </a:lnTo>
                <a:lnTo>
                  <a:pt x="596601" y="1977"/>
                </a:lnTo>
                <a:lnTo>
                  <a:pt x="537971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834369" y="4368798"/>
            <a:ext cx="704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Sigla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912103" y="3083814"/>
          <a:ext cx="3221990" cy="1213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2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9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030">
                <a:tc rowSpan="2" gridSpan="2"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2600" spc="-10" dirty="0">
                          <a:latin typeface="Arial MT"/>
                          <a:cs typeface="Arial MT"/>
                        </a:rPr>
                        <a:t>Estudante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1270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730"/>
                        </a:lnSpc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10150347" y="3816096"/>
            <a:ext cx="0" cy="429895"/>
          </a:xfrm>
          <a:custGeom>
            <a:avLst/>
            <a:gdLst/>
            <a:ahLst/>
            <a:cxnLst/>
            <a:rect l="l" t="t" r="r" b="b"/>
            <a:pathLst>
              <a:path h="429895">
                <a:moveTo>
                  <a:pt x="0" y="429767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6357873" y="3957828"/>
            <a:ext cx="1262380" cy="1171575"/>
            <a:chOff x="4478273" y="3957827"/>
            <a:chExt cx="1262380" cy="1171575"/>
          </a:xfrm>
        </p:grpSpPr>
        <p:sp>
          <p:nvSpPr>
            <p:cNvPr id="15" name="object 15"/>
            <p:cNvSpPr/>
            <p:nvPr/>
          </p:nvSpPr>
          <p:spPr>
            <a:xfrm>
              <a:off x="5100827" y="3957827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64922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97323" y="4571999"/>
              <a:ext cx="1224280" cy="538480"/>
            </a:xfrm>
            <a:custGeom>
              <a:avLst/>
              <a:gdLst/>
              <a:ahLst/>
              <a:cxnLst/>
              <a:rect l="l" t="t" r="r" b="b"/>
              <a:pathLst>
                <a:path w="1224279" h="538479">
                  <a:moveTo>
                    <a:pt x="612647" y="0"/>
                  </a:moveTo>
                  <a:lnTo>
                    <a:pt x="545898" y="1578"/>
                  </a:lnTo>
                  <a:lnTo>
                    <a:pt x="481229" y="6204"/>
                  </a:lnTo>
                  <a:lnTo>
                    <a:pt x="419014" y="13715"/>
                  </a:lnTo>
                  <a:lnTo>
                    <a:pt x="359628" y="23950"/>
                  </a:lnTo>
                  <a:lnTo>
                    <a:pt x="303445" y="36745"/>
                  </a:lnTo>
                  <a:lnTo>
                    <a:pt x="250838" y="51937"/>
                  </a:lnTo>
                  <a:lnTo>
                    <a:pt x="202181" y="69365"/>
                  </a:lnTo>
                  <a:lnTo>
                    <a:pt x="157848" y="88866"/>
                  </a:lnTo>
                  <a:lnTo>
                    <a:pt x="118213" y="110276"/>
                  </a:lnTo>
                  <a:lnTo>
                    <a:pt x="83650" y="133434"/>
                  </a:lnTo>
                  <a:lnTo>
                    <a:pt x="54533" y="158177"/>
                  </a:lnTo>
                  <a:lnTo>
                    <a:pt x="14131" y="211768"/>
                  </a:lnTo>
                  <a:lnTo>
                    <a:pt x="0" y="269747"/>
                  </a:lnTo>
                  <a:lnTo>
                    <a:pt x="3595" y="298920"/>
                  </a:lnTo>
                  <a:lnTo>
                    <a:pt x="31235" y="354409"/>
                  </a:lnTo>
                  <a:lnTo>
                    <a:pt x="83650" y="404988"/>
                  </a:lnTo>
                  <a:lnTo>
                    <a:pt x="118213" y="428024"/>
                  </a:lnTo>
                  <a:lnTo>
                    <a:pt x="157848" y="449337"/>
                  </a:lnTo>
                  <a:lnTo>
                    <a:pt x="202181" y="468761"/>
                  </a:lnTo>
                  <a:lnTo>
                    <a:pt x="250838" y="486131"/>
                  </a:lnTo>
                  <a:lnTo>
                    <a:pt x="303445" y="501283"/>
                  </a:lnTo>
                  <a:lnTo>
                    <a:pt x="359628" y="514050"/>
                  </a:lnTo>
                  <a:lnTo>
                    <a:pt x="419014" y="524268"/>
                  </a:lnTo>
                  <a:lnTo>
                    <a:pt x="481229" y="531771"/>
                  </a:lnTo>
                  <a:lnTo>
                    <a:pt x="545898" y="536394"/>
                  </a:lnTo>
                  <a:lnTo>
                    <a:pt x="612647" y="537971"/>
                  </a:lnTo>
                  <a:lnTo>
                    <a:pt x="679112" y="536394"/>
                  </a:lnTo>
                  <a:lnTo>
                    <a:pt x="743534" y="531771"/>
                  </a:lnTo>
                  <a:lnTo>
                    <a:pt x="805537" y="524268"/>
                  </a:lnTo>
                  <a:lnTo>
                    <a:pt x="864744" y="514050"/>
                  </a:lnTo>
                  <a:lnTo>
                    <a:pt x="920778" y="501283"/>
                  </a:lnTo>
                  <a:lnTo>
                    <a:pt x="973262" y="486131"/>
                  </a:lnTo>
                  <a:lnTo>
                    <a:pt x="1021821" y="468761"/>
                  </a:lnTo>
                  <a:lnTo>
                    <a:pt x="1066078" y="449337"/>
                  </a:lnTo>
                  <a:lnTo>
                    <a:pt x="1105655" y="428024"/>
                  </a:lnTo>
                  <a:lnTo>
                    <a:pt x="1140177" y="404988"/>
                  </a:lnTo>
                  <a:lnTo>
                    <a:pt x="1192548" y="354409"/>
                  </a:lnTo>
                  <a:lnTo>
                    <a:pt x="1220177" y="298920"/>
                  </a:lnTo>
                  <a:lnTo>
                    <a:pt x="1223771" y="269747"/>
                  </a:lnTo>
                  <a:lnTo>
                    <a:pt x="1220177" y="240290"/>
                  </a:lnTo>
                  <a:lnTo>
                    <a:pt x="1192548" y="184343"/>
                  </a:lnTo>
                  <a:lnTo>
                    <a:pt x="1140177" y="133434"/>
                  </a:lnTo>
                  <a:lnTo>
                    <a:pt x="1105655" y="110276"/>
                  </a:lnTo>
                  <a:lnTo>
                    <a:pt x="1066078" y="88866"/>
                  </a:lnTo>
                  <a:lnTo>
                    <a:pt x="1021821" y="69365"/>
                  </a:lnTo>
                  <a:lnTo>
                    <a:pt x="973262" y="51937"/>
                  </a:lnTo>
                  <a:lnTo>
                    <a:pt x="920778" y="36745"/>
                  </a:lnTo>
                  <a:lnTo>
                    <a:pt x="864744" y="23950"/>
                  </a:lnTo>
                  <a:lnTo>
                    <a:pt x="805537" y="13715"/>
                  </a:lnTo>
                  <a:lnTo>
                    <a:pt x="743534" y="6204"/>
                  </a:lnTo>
                  <a:lnTo>
                    <a:pt x="679112" y="1578"/>
                  </a:lnTo>
                  <a:lnTo>
                    <a:pt x="612647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577583" y="4621782"/>
            <a:ext cx="7766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0" dirty="0">
                <a:latin typeface="Arial MT"/>
                <a:cs typeface="Arial MT"/>
              </a:rPr>
              <a:t>Nota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43642" y="3202939"/>
            <a:ext cx="143954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10" dirty="0">
                <a:latin typeface="Arial MT"/>
                <a:cs typeface="Arial MT"/>
              </a:rPr>
              <a:t>Disciplina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4" y="731012"/>
            <a:ext cx="549592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Exemplo</a:t>
            </a:r>
            <a:r>
              <a:rPr spc="-155" dirty="0"/>
              <a:t> </a:t>
            </a:r>
            <a:r>
              <a:rPr dirty="0"/>
              <a:t>Diagrama</a:t>
            </a:r>
            <a:r>
              <a:rPr spc="-145" dirty="0"/>
              <a:t> </a:t>
            </a:r>
            <a:r>
              <a:rPr spc="-25" dirty="0"/>
              <a:t>ER </a:t>
            </a:r>
            <a:r>
              <a:rPr dirty="0"/>
              <a:t>(exceto</a:t>
            </a:r>
            <a:r>
              <a:rPr spc="-80" dirty="0"/>
              <a:t> </a:t>
            </a:r>
            <a:r>
              <a:rPr spc="-10" dirty="0"/>
              <a:t>atributos)</a:t>
            </a:r>
          </a:p>
        </p:txBody>
      </p:sp>
      <p:sp>
        <p:nvSpPr>
          <p:cNvPr id="3" name="object 3"/>
          <p:cNvSpPr/>
          <p:nvPr/>
        </p:nvSpPr>
        <p:spPr>
          <a:xfrm>
            <a:off x="3051550" y="2735579"/>
            <a:ext cx="1882139" cy="701040"/>
          </a:xfrm>
          <a:custGeom>
            <a:avLst/>
            <a:gdLst/>
            <a:ahLst/>
            <a:cxnLst/>
            <a:rect l="l" t="t" r="r" b="b"/>
            <a:pathLst>
              <a:path w="1882139" h="701039">
                <a:moveTo>
                  <a:pt x="0" y="0"/>
                </a:moveTo>
                <a:lnTo>
                  <a:pt x="0" y="701039"/>
                </a:lnTo>
                <a:lnTo>
                  <a:pt x="1882139" y="701039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89289" y="2735579"/>
            <a:ext cx="1884045" cy="699770"/>
          </a:xfrm>
          <a:custGeom>
            <a:avLst/>
            <a:gdLst/>
            <a:ahLst/>
            <a:cxnLst/>
            <a:rect l="l" t="t" r="r" b="b"/>
            <a:pathLst>
              <a:path w="1884045" h="699770">
                <a:moveTo>
                  <a:pt x="0" y="0"/>
                </a:moveTo>
                <a:lnTo>
                  <a:pt x="0" y="699515"/>
                </a:lnTo>
                <a:lnTo>
                  <a:pt x="1883663" y="699515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04602" y="2785362"/>
            <a:ext cx="1548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Disciplina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57467" y="2642617"/>
            <a:ext cx="1836420" cy="928369"/>
          </a:xfrm>
          <a:custGeom>
            <a:avLst/>
            <a:gdLst/>
            <a:ahLst/>
            <a:cxnLst/>
            <a:rect l="l" t="t" r="r" b="b"/>
            <a:pathLst>
              <a:path w="1836420" h="928370">
                <a:moveTo>
                  <a:pt x="915923" y="4571"/>
                </a:moveTo>
                <a:lnTo>
                  <a:pt x="0" y="452627"/>
                </a:lnTo>
                <a:lnTo>
                  <a:pt x="926591" y="928115"/>
                </a:lnTo>
                <a:lnTo>
                  <a:pt x="1836419" y="445007"/>
                </a:lnTo>
                <a:lnTo>
                  <a:pt x="90677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23028" y="3101339"/>
            <a:ext cx="1236345" cy="0"/>
          </a:xfrm>
          <a:custGeom>
            <a:avLst/>
            <a:gdLst/>
            <a:ahLst/>
            <a:cxnLst/>
            <a:rect l="l" t="t" r="r" b="b"/>
            <a:pathLst>
              <a:path w="1236345">
                <a:moveTo>
                  <a:pt x="1235963" y="0"/>
                </a:moveTo>
                <a:lnTo>
                  <a:pt x="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66456" y="3101339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48043" y="2855466"/>
            <a:ext cx="1261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Matricula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2015" y="2669539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03988" y="3797298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15056" y="2841750"/>
            <a:ext cx="16281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Estudante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97627" y="5962650"/>
            <a:ext cx="3115310" cy="965200"/>
            <a:chOff x="3018027" y="5962650"/>
            <a:chExt cx="3115310" cy="965200"/>
          </a:xfrm>
        </p:grpSpPr>
        <p:sp>
          <p:nvSpPr>
            <p:cNvPr id="14" name="object 14"/>
            <p:cNvSpPr/>
            <p:nvPr/>
          </p:nvSpPr>
          <p:spPr>
            <a:xfrm>
              <a:off x="4277867" y="5981700"/>
              <a:ext cx="1836420" cy="927100"/>
            </a:xfrm>
            <a:custGeom>
              <a:avLst/>
              <a:gdLst/>
              <a:ahLst/>
              <a:cxnLst/>
              <a:rect l="l" t="t" r="r" b="b"/>
              <a:pathLst>
                <a:path w="1836420" h="927100">
                  <a:moveTo>
                    <a:pt x="915923" y="4571"/>
                  </a:moveTo>
                  <a:lnTo>
                    <a:pt x="0" y="454151"/>
                  </a:lnTo>
                  <a:lnTo>
                    <a:pt x="926591" y="926591"/>
                  </a:lnTo>
                  <a:lnTo>
                    <a:pt x="1836419" y="445007"/>
                  </a:lnTo>
                  <a:lnTo>
                    <a:pt x="906779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43427" y="6440423"/>
              <a:ext cx="1236345" cy="0"/>
            </a:xfrm>
            <a:custGeom>
              <a:avLst/>
              <a:gdLst/>
              <a:ahLst/>
              <a:cxnLst/>
              <a:rect l="l" t="t" r="r" b="b"/>
              <a:pathLst>
                <a:path w="1236345">
                  <a:moveTo>
                    <a:pt x="1235963" y="0"/>
                  </a:moveTo>
                  <a:lnTo>
                    <a:pt x="0" y="0"/>
                  </a:lnTo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463283" y="6267701"/>
            <a:ext cx="1229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Trabalha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90971" y="6007097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88253" y="6073139"/>
            <a:ext cx="2344420" cy="541174"/>
          </a:xfrm>
          <a:prstGeom prst="rect">
            <a:avLst/>
          </a:prstGeom>
          <a:ln w="38099">
            <a:solidFill>
              <a:srgbClr val="000000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>
              <a:spcBef>
                <a:spcPts val="860"/>
              </a:spcBef>
            </a:pPr>
            <a:r>
              <a:rPr sz="2800" spc="-10" dirty="0">
                <a:latin typeface="Arial MT"/>
                <a:cs typeface="Arial MT"/>
              </a:rPr>
              <a:t>Departamento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289289" y="4320539"/>
            <a:ext cx="1839595" cy="925194"/>
          </a:xfrm>
          <a:custGeom>
            <a:avLst/>
            <a:gdLst/>
            <a:ahLst/>
            <a:cxnLst/>
            <a:rect l="l" t="t" r="r" b="b"/>
            <a:pathLst>
              <a:path w="1839595" h="925195">
                <a:moveTo>
                  <a:pt x="918971" y="6095"/>
                </a:moveTo>
                <a:lnTo>
                  <a:pt x="0" y="452627"/>
                </a:lnTo>
                <a:lnTo>
                  <a:pt x="928115" y="925067"/>
                </a:lnTo>
                <a:lnTo>
                  <a:pt x="1839467" y="445007"/>
                </a:lnTo>
                <a:lnTo>
                  <a:pt x="908303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665205" y="4605018"/>
            <a:ext cx="1094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Ministra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82970" y="4224527"/>
            <a:ext cx="1838325" cy="925194"/>
          </a:xfrm>
          <a:custGeom>
            <a:avLst/>
            <a:gdLst/>
            <a:ahLst/>
            <a:cxnLst/>
            <a:rect l="l" t="t" r="r" b="b"/>
            <a:pathLst>
              <a:path w="1838325" h="925195">
                <a:moveTo>
                  <a:pt x="915930" y="4571"/>
                </a:moveTo>
                <a:lnTo>
                  <a:pt x="0" y="452627"/>
                </a:lnTo>
                <a:lnTo>
                  <a:pt x="925074" y="925067"/>
                </a:lnTo>
                <a:lnTo>
                  <a:pt x="1837950" y="445007"/>
                </a:lnTo>
                <a:lnTo>
                  <a:pt x="906786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230880" y="4510530"/>
            <a:ext cx="1245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Pertence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226047" y="4347971"/>
            <a:ext cx="1836420" cy="925194"/>
          </a:xfrm>
          <a:custGeom>
            <a:avLst/>
            <a:gdLst/>
            <a:ahLst/>
            <a:cxnLst/>
            <a:rect l="l" t="t" r="r" b="b"/>
            <a:pathLst>
              <a:path w="1836420" h="925195">
                <a:moveTo>
                  <a:pt x="917447" y="4571"/>
                </a:moveTo>
                <a:lnTo>
                  <a:pt x="0" y="454151"/>
                </a:lnTo>
                <a:lnTo>
                  <a:pt x="925067" y="925067"/>
                </a:lnTo>
                <a:lnTo>
                  <a:pt x="1836419" y="445007"/>
                </a:lnTo>
                <a:lnTo>
                  <a:pt x="90677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507477" y="4585206"/>
            <a:ext cx="1347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Oferecida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7932165" y="5221986"/>
          <a:ext cx="3221354" cy="1532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7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185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8800">
                        <a:lnSpc>
                          <a:spcPct val="100000"/>
                        </a:lnSpc>
                        <a:spcBef>
                          <a:spcPts val="193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4511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R="85725" algn="ctr">
                        <a:lnSpc>
                          <a:spcPts val="1714"/>
                        </a:lnSpc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800" spc="-10" dirty="0">
                          <a:latin typeface="Arial MT"/>
                          <a:cs typeface="Arial MT"/>
                        </a:rPr>
                        <a:t>Professor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092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92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object 26"/>
          <p:cNvSpPr/>
          <p:nvPr/>
        </p:nvSpPr>
        <p:spPr>
          <a:xfrm>
            <a:off x="3877564" y="3427476"/>
            <a:ext cx="6320155" cy="2651760"/>
          </a:xfrm>
          <a:custGeom>
            <a:avLst/>
            <a:gdLst/>
            <a:ahLst/>
            <a:cxnLst/>
            <a:rect l="l" t="t" r="r" b="b"/>
            <a:pathLst>
              <a:path w="6320155" h="2651760">
                <a:moveTo>
                  <a:pt x="6320027" y="893063"/>
                </a:moveTo>
                <a:lnTo>
                  <a:pt x="6320027" y="0"/>
                </a:lnTo>
              </a:path>
              <a:path w="6320155" h="2651760">
                <a:moveTo>
                  <a:pt x="0" y="1719071"/>
                </a:moveTo>
                <a:lnTo>
                  <a:pt x="0" y="2624327"/>
                </a:lnTo>
              </a:path>
              <a:path w="6320155" h="2651760">
                <a:moveTo>
                  <a:pt x="2350007" y="1374647"/>
                </a:moveTo>
                <a:lnTo>
                  <a:pt x="632459" y="265175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308845" y="2671063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02608" y="5013449"/>
            <a:ext cx="1170305" cy="79375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987425">
              <a:spcBef>
                <a:spcPts val="24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  <a:p>
            <a:pPr marL="12700">
              <a:spcBef>
                <a:spcPts val="145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93107" y="3728718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891281" y="3207270"/>
            <a:ext cx="5400675" cy="1609090"/>
          </a:xfrm>
          <a:custGeom>
            <a:avLst/>
            <a:gdLst/>
            <a:ahLst/>
            <a:cxnLst/>
            <a:rect l="l" t="t" r="r" b="b"/>
            <a:pathLst>
              <a:path w="5400675" h="1609089">
                <a:moveTo>
                  <a:pt x="111252" y="220218"/>
                </a:moveTo>
                <a:lnTo>
                  <a:pt x="106718" y="198539"/>
                </a:lnTo>
                <a:lnTo>
                  <a:pt x="94488" y="180594"/>
                </a:lnTo>
                <a:lnTo>
                  <a:pt x="76530" y="168351"/>
                </a:lnTo>
                <a:lnTo>
                  <a:pt x="73152" y="167652"/>
                </a:lnTo>
                <a:lnTo>
                  <a:pt x="73152" y="220218"/>
                </a:lnTo>
                <a:lnTo>
                  <a:pt x="73152" y="1017270"/>
                </a:lnTo>
                <a:lnTo>
                  <a:pt x="36576" y="1017270"/>
                </a:lnTo>
                <a:lnTo>
                  <a:pt x="36576" y="220218"/>
                </a:lnTo>
                <a:lnTo>
                  <a:pt x="73152" y="220218"/>
                </a:lnTo>
                <a:lnTo>
                  <a:pt x="73152" y="167652"/>
                </a:lnTo>
                <a:lnTo>
                  <a:pt x="33426" y="168351"/>
                </a:lnTo>
                <a:lnTo>
                  <a:pt x="4279" y="198539"/>
                </a:lnTo>
                <a:lnTo>
                  <a:pt x="0" y="220218"/>
                </a:lnTo>
                <a:lnTo>
                  <a:pt x="0" y="1017270"/>
                </a:lnTo>
                <a:lnTo>
                  <a:pt x="4279" y="1038694"/>
                </a:lnTo>
                <a:lnTo>
                  <a:pt x="16002" y="1056132"/>
                </a:lnTo>
                <a:lnTo>
                  <a:pt x="33426" y="1067841"/>
                </a:lnTo>
                <a:lnTo>
                  <a:pt x="54864" y="1072134"/>
                </a:lnTo>
                <a:lnTo>
                  <a:pt x="76530" y="1067841"/>
                </a:lnTo>
                <a:lnTo>
                  <a:pt x="94488" y="1056132"/>
                </a:lnTo>
                <a:lnTo>
                  <a:pt x="106718" y="1038694"/>
                </a:lnTo>
                <a:lnTo>
                  <a:pt x="111252" y="1017270"/>
                </a:lnTo>
                <a:lnTo>
                  <a:pt x="111252" y="220218"/>
                </a:lnTo>
                <a:close/>
              </a:path>
              <a:path w="5400675" h="1609089">
                <a:moveTo>
                  <a:pt x="5400103" y="49149"/>
                </a:moveTo>
                <a:lnTo>
                  <a:pt x="5393982" y="28714"/>
                </a:lnTo>
                <a:lnTo>
                  <a:pt x="5379720" y="11430"/>
                </a:lnTo>
                <a:lnTo>
                  <a:pt x="5359857" y="1714"/>
                </a:lnTo>
                <a:lnTo>
                  <a:pt x="5338572" y="0"/>
                </a:lnTo>
                <a:lnTo>
                  <a:pt x="5318417" y="6286"/>
                </a:lnTo>
                <a:lnTo>
                  <a:pt x="5301996" y="20574"/>
                </a:lnTo>
                <a:lnTo>
                  <a:pt x="4091940" y="1518666"/>
                </a:lnTo>
                <a:lnTo>
                  <a:pt x="4120896" y="1541526"/>
                </a:lnTo>
                <a:lnTo>
                  <a:pt x="5330749" y="43675"/>
                </a:lnTo>
                <a:lnTo>
                  <a:pt x="5330952" y="43840"/>
                </a:lnTo>
                <a:lnTo>
                  <a:pt x="5359501" y="66789"/>
                </a:lnTo>
                <a:lnTo>
                  <a:pt x="4150093" y="1565592"/>
                </a:lnTo>
                <a:lnTo>
                  <a:pt x="4091940" y="1518666"/>
                </a:lnTo>
                <a:lnTo>
                  <a:pt x="4081551" y="1538516"/>
                </a:lnTo>
                <a:lnTo>
                  <a:pt x="4085933" y="1579956"/>
                </a:lnTo>
                <a:lnTo>
                  <a:pt x="4119435" y="1606765"/>
                </a:lnTo>
                <a:lnTo>
                  <a:pt x="4140898" y="1608582"/>
                </a:lnTo>
                <a:lnTo>
                  <a:pt x="4149852" y="1605889"/>
                </a:lnTo>
                <a:lnTo>
                  <a:pt x="4161485" y="1602384"/>
                </a:lnTo>
                <a:lnTo>
                  <a:pt x="4178808" y="1588770"/>
                </a:lnTo>
                <a:lnTo>
                  <a:pt x="5387340" y="89154"/>
                </a:lnTo>
                <a:lnTo>
                  <a:pt x="5397932" y="70142"/>
                </a:lnTo>
                <a:lnTo>
                  <a:pt x="5400103" y="49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MER</a:t>
            </a:r>
            <a:r>
              <a:rPr spc="-55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dirty="0"/>
              <a:t>Entidades</a:t>
            </a:r>
            <a:r>
              <a:rPr spc="-50" dirty="0"/>
              <a:t> </a:t>
            </a:r>
            <a:r>
              <a:rPr spc="-10" dirty="0"/>
              <a:t>Fracas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2632" y="4495955"/>
            <a:ext cx="7609205" cy="2073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33700"/>
              </a:lnSpc>
              <a:spcBef>
                <a:spcPts val="95"/>
              </a:spcBef>
            </a:pPr>
            <a:r>
              <a:rPr sz="3350" i="1" spc="-400" dirty="0">
                <a:latin typeface="Verdana"/>
                <a:cs typeface="Verdana"/>
              </a:rPr>
              <a:t>O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10" dirty="0">
                <a:latin typeface="Verdana"/>
                <a:cs typeface="Verdana"/>
              </a:rPr>
              <a:t>conjunto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25" dirty="0">
                <a:latin typeface="Verdana"/>
                <a:cs typeface="Verdana"/>
              </a:rPr>
              <a:t>de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310" dirty="0">
                <a:latin typeface="Verdana"/>
                <a:cs typeface="Verdana"/>
              </a:rPr>
              <a:t>entidades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65" dirty="0">
                <a:latin typeface="Verdana"/>
                <a:cs typeface="Verdana"/>
              </a:rPr>
              <a:t>Ementa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325" dirty="0">
                <a:latin typeface="Verdana"/>
                <a:cs typeface="Verdana"/>
              </a:rPr>
              <a:t>só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20" dirty="0">
                <a:latin typeface="Verdana"/>
                <a:cs typeface="Verdana"/>
              </a:rPr>
              <a:t>existe </a:t>
            </a:r>
            <a:r>
              <a:rPr sz="3350" i="1" spc="-330" dirty="0">
                <a:latin typeface="Verdana"/>
                <a:cs typeface="Verdana"/>
              </a:rPr>
              <a:t>se</a:t>
            </a:r>
            <a:r>
              <a:rPr sz="3350" i="1" spc="-165" dirty="0">
                <a:latin typeface="Verdana"/>
                <a:cs typeface="Verdana"/>
              </a:rPr>
              <a:t> </a:t>
            </a:r>
            <a:r>
              <a:rPr sz="3350" i="1" spc="-325" dirty="0">
                <a:latin typeface="Verdana"/>
                <a:cs typeface="Verdana"/>
              </a:rPr>
              <a:t>existirem</a:t>
            </a:r>
            <a:r>
              <a:rPr sz="3350" i="1" spc="-165" dirty="0">
                <a:latin typeface="Verdana"/>
                <a:cs typeface="Verdana"/>
              </a:rPr>
              <a:t> </a:t>
            </a:r>
            <a:r>
              <a:rPr sz="3350" i="1" spc="-290" dirty="0">
                <a:latin typeface="Verdana"/>
                <a:cs typeface="Verdana"/>
              </a:rPr>
              <a:t>Disciplinas.</a:t>
            </a:r>
            <a:r>
              <a:rPr sz="3350" i="1" spc="-160" dirty="0">
                <a:latin typeface="Verdana"/>
                <a:cs typeface="Verdana"/>
              </a:rPr>
              <a:t>  </a:t>
            </a:r>
            <a:r>
              <a:rPr sz="3350" i="1" spc="-440" dirty="0">
                <a:latin typeface="Verdana"/>
                <a:cs typeface="Verdana"/>
              </a:rPr>
              <a:t>Uma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75" dirty="0">
                <a:latin typeface="Verdana"/>
                <a:cs typeface="Verdana"/>
              </a:rPr>
              <a:t>Ementa </a:t>
            </a:r>
            <a:r>
              <a:rPr sz="3350" i="1" spc="-330" dirty="0">
                <a:latin typeface="Verdana"/>
                <a:cs typeface="Verdana"/>
              </a:rPr>
              <a:t>nunca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295" dirty="0">
                <a:latin typeface="Verdana"/>
                <a:cs typeface="Verdana"/>
              </a:rPr>
              <a:t>existirá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20" dirty="0">
                <a:latin typeface="Verdana"/>
                <a:cs typeface="Verdana"/>
              </a:rPr>
              <a:t>sozinha.</a:t>
            </a:r>
            <a:endParaRPr sz="33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48141" y="2903220"/>
            <a:ext cx="1884045" cy="702945"/>
          </a:xfrm>
          <a:custGeom>
            <a:avLst/>
            <a:gdLst/>
            <a:ahLst/>
            <a:cxnLst/>
            <a:rect l="l" t="t" r="r" b="b"/>
            <a:pathLst>
              <a:path w="1884045" h="702945">
                <a:moveTo>
                  <a:pt x="0" y="0"/>
                </a:moveTo>
                <a:lnTo>
                  <a:pt x="0" y="702563"/>
                </a:lnTo>
                <a:lnTo>
                  <a:pt x="1883663" y="702563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00030" y="3029202"/>
            <a:ext cx="1548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Disciplina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34993" y="3221749"/>
            <a:ext cx="1481455" cy="104139"/>
          </a:xfrm>
          <a:custGeom>
            <a:avLst/>
            <a:gdLst/>
            <a:ahLst/>
            <a:cxnLst/>
            <a:rect l="l" t="t" r="r" b="b"/>
            <a:pathLst>
              <a:path w="1481454" h="104139">
                <a:moveTo>
                  <a:pt x="1481328" y="68580"/>
                </a:moveTo>
                <a:lnTo>
                  <a:pt x="0" y="68580"/>
                </a:lnTo>
                <a:lnTo>
                  <a:pt x="0" y="103632"/>
                </a:lnTo>
                <a:lnTo>
                  <a:pt x="1481328" y="103632"/>
                </a:lnTo>
                <a:lnTo>
                  <a:pt x="1481328" y="68580"/>
                </a:lnTo>
                <a:close/>
              </a:path>
              <a:path w="1481454" h="104139">
                <a:moveTo>
                  <a:pt x="1481328" y="0"/>
                </a:moveTo>
                <a:lnTo>
                  <a:pt x="0" y="0"/>
                </a:lnTo>
                <a:lnTo>
                  <a:pt x="0" y="33528"/>
                </a:lnTo>
                <a:lnTo>
                  <a:pt x="1481328" y="33528"/>
                </a:lnTo>
                <a:lnTo>
                  <a:pt x="14813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25308" y="3272027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66915" y="3096258"/>
            <a:ext cx="940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Possui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48299" y="283717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22550" y="2935225"/>
            <a:ext cx="1911350" cy="589905"/>
          </a:xfrm>
          <a:prstGeom prst="rect">
            <a:avLst/>
          </a:prstGeom>
          <a:ln w="35560">
            <a:solidFill>
              <a:srgbClr val="000000"/>
            </a:solidFill>
          </a:ln>
        </p:spPr>
        <p:txBody>
          <a:bodyPr vert="horz" wrap="square" lIns="0" tIns="157480" rIns="0" bIns="0" rtlCol="0">
            <a:spAutoFit/>
          </a:bodyPr>
          <a:lstStyle/>
          <a:p>
            <a:pPr marL="399415">
              <a:spcBef>
                <a:spcPts val="1240"/>
              </a:spcBef>
            </a:pPr>
            <a:r>
              <a:rPr sz="2800" spc="-10" dirty="0">
                <a:latin typeface="Arial MT"/>
                <a:cs typeface="Arial MT"/>
              </a:rPr>
              <a:t>Ementa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7322" y="283717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34920" y="2848368"/>
            <a:ext cx="2086610" cy="942340"/>
          </a:xfrm>
          <a:custGeom>
            <a:avLst/>
            <a:gdLst/>
            <a:ahLst/>
            <a:cxnLst/>
            <a:rect l="l" t="t" r="r" b="b"/>
            <a:pathLst>
              <a:path w="2086610" h="942339">
                <a:moveTo>
                  <a:pt x="2086610" y="0"/>
                </a:moveTo>
                <a:lnTo>
                  <a:pt x="2051050" y="0"/>
                </a:lnTo>
                <a:lnTo>
                  <a:pt x="2051050" y="35052"/>
                </a:lnTo>
                <a:lnTo>
                  <a:pt x="2051050" y="908304"/>
                </a:lnTo>
                <a:lnTo>
                  <a:pt x="35560" y="908304"/>
                </a:lnTo>
                <a:lnTo>
                  <a:pt x="35560" y="35052"/>
                </a:lnTo>
                <a:lnTo>
                  <a:pt x="2051050" y="35052"/>
                </a:lnTo>
                <a:lnTo>
                  <a:pt x="2051050" y="0"/>
                </a:lnTo>
                <a:lnTo>
                  <a:pt x="35560" y="0"/>
                </a:lnTo>
                <a:lnTo>
                  <a:pt x="0" y="0"/>
                </a:lnTo>
                <a:lnTo>
                  <a:pt x="0" y="941832"/>
                </a:lnTo>
                <a:lnTo>
                  <a:pt x="2086610" y="941832"/>
                </a:lnTo>
                <a:lnTo>
                  <a:pt x="20866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17260" y="2622804"/>
            <a:ext cx="1903730" cy="1240790"/>
          </a:xfrm>
          <a:custGeom>
            <a:avLst/>
            <a:gdLst/>
            <a:ahLst/>
            <a:cxnLst/>
            <a:rect l="l" t="t" r="r" b="b"/>
            <a:pathLst>
              <a:path w="1903729" h="1240789">
                <a:moveTo>
                  <a:pt x="1903476" y="620268"/>
                </a:moveTo>
                <a:lnTo>
                  <a:pt x="952500" y="0"/>
                </a:lnTo>
                <a:lnTo>
                  <a:pt x="0" y="620268"/>
                </a:lnTo>
                <a:lnTo>
                  <a:pt x="50292" y="653018"/>
                </a:lnTo>
                <a:lnTo>
                  <a:pt x="50292" y="620268"/>
                </a:lnTo>
                <a:lnTo>
                  <a:pt x="952500" y="32004"/>
                </a:lnTo>
                <a:lnTo>
                  <a:pt x="1853184" y="620268"/>
                </a:lnTo>
                <a:lnTo>
                  <a:pt x="1853184" y="653070"/>
                </a:lnTo>
                <a:lnTo>
                  <a:pt x="1903476" y="620268"/>
                </a:lnTo>
                <a:close/>
              </a:path>
              <a:path w="1903729" h="1240789">
                <a:moveTo>
                  <a:pt x="1853184" y="653070"/>
                </a:moveTo>
                <a:lnTo>
                  <a:pt x="1853184" y="620268"/>
                </a:lnTo>
                <a:lnTo>
                  <a:pt x="952500" y="1208532"/>
                </a:lnTo>
                <a:lnTo>
                  <a:pt x="50292" y="620268"/>
                </a:lnTo>
                <a:lnTo>
                  <a:pt x="50292" y="653018"/>
                </a:lnTo>
                <a:lnTo>
                  <a:pt x="952500" y="1240536"/>
                </a:lnTo>
                <a:lnTo>
                  <a:pt x="1853184" y="653070"/>
                </a:lnTo>
                <a:close/>
              </a:path>
              <a:path w="1903729" h="1240789">
                <a:moveTo>
                  <a:pt x="1802892" y="620268"/>
                </a:moveTo>
                <a:lnTo>
                  <a:pt x="952500" y="65532"/>
                </a:lnTo>
                <a:lnTo>
                  <a:pt x="100584" y="620268"/>
                </a:lnTo>
                <a:lnTo>
                  <a:pt x="150876" y="653016"/>
                </a:lnTo>
                <a:lnTo>
                  <a:pt x="150876" y="620268"/>
                </a:lnTo>
                <a:lnTo>
                  <a:pt x="952500" y="97536"/>
                </a:lnTo>
                <a:lnTo>
                  <a:pt x="1752600" y="620268"/>
                </a:lnTo>
                <a:lnTo>
                  <a:pt x="1752600" y="653074"/>
                </a:lnTo>
                <a:lnTo>
                  <a:pt x="1802892" y="620268"/>
                </a:lnTo>
                <a:close/>
              </a:path>
              <a:path w="1903729" h="1240789">
                <a:moveTo>
                  <a:pt x="1752600" y="653074"/>
                </a:moveTo>
                <a:lnTo>
                  <a:pt x="1752600" y="620268"/>
                </a:lnTo>
                <a:lnTo>
                  <a:pt x="952500" y="1143000"/>
                </a:lnTo>
                <a:lnTo>
                  <a:pt x="150876" y="620268"/>
                </a:lnTo>
                <a:lnTo>
                  <a:pt x="150876" y="653016"/>
                </a:lnTo>
                <a:lnTo>
                  <a:pt x="952500" y="1175004"/>
                </a:lnTo>
                <a:lnTo>
                  <a:pt x="1752600" y="6530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28440" y="4030980"/>
            <a:ext cx="591820" cy="660400"/>
          </a:xfrm>
          <a:custGeom>
            <a:avLst/>
            <a:gdLst/>
            <a:ahLst/>
            <a:cxnLst/>
            <a:rect l="l" t="t" r="r" b="b"/>
            <a:pathLst>
              <a:path w="591819" h="660400">
                <a:moveTo>
                  <a:pt x="118872" y="47244"/>
                </a:moveTo>
                <a:lnTo>
                  <a:pt x="0" y="0"/>
                </a:lnTo>
                <a:lnTo>
                  <a:pt x="33528" y="123444"/>
                </a:lnTo>
                <a:lnTo>
                  <a:pt x="50292" y="108476"/>
                </a:lnTo>
                <a:lnTo>
                  <a:pt x="50292" y="83820"/>
                </a:lnTo>
                <a:lnTo>
                  <a:pt x="77724" y="57912"/>
                </a:lnTo>
                <a:lnTo>
                  <a:pt x="90665" y="72428"/>
                </a:lnTo>
                <a:lnTo>
                  <a:pt x="118872" y="47244"/>
                </a:lnTo>
                <a:close/>
              </a:path>
              <a:path w="591819" h="660400">
                <a:moveTo>
                  <a:pt x="90665" y="72428"/>
                </a:moveTo>
                <a:lnTo>
                  <a:pt x="77724" y="57912"/>
                </a:lnTo>
                <a:lnTo>
                  <a:pt x="50292" y="83820"/>
                </a:lnTo>
                <a:lnTo>
                  <a:pt x="62510" y="97566"/>
                </a:lnTo>
                <a:lnTo>
                  <a:pt x="90665" y="72428"/>
                </a:lnTo>
                <a:close/>
              </a:path>
              <a:path w="591819" h="660400">
                <a:moveTo>
                  <a:pt x="62510" y="97566"/>
                </a:moveTo>
                <a:lnTo>
                  <a:pt x="50292" y="83820"/>
                </a:lnTo>
                <a:lnTo>
                  <a:pt x="50292" y="108476"/>
                </a:lnTo>
                <a:lnTo>
                  <a:pt x="62510" y="97566"/>
                </a:lnTo>
                <a:close/>
              </a:path>
              <a:path w="591819" h="660400">
                <a:moveTo>
                  <a:pt x="591312" y="633984"/>
                </a:moveTo>
                <a:lnTo>
                  <a:pt x="90665" y="72428"/>
                </a:lnTo>
                <a:lnTo>
                  <a:pt x="62510" y="97566"/>
                </a:lnTo>
                <a:lnTo>
                  <a:pt x="562356" y="659892"/>
                </a:lnTo>
                <a:lnTo>
                  <a:pt x="591312" y="6339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MER</a:t>
            </a:r>
            <a:r>
              <a:rPr spc="-55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dirty="0"/>
              <a:t>Entidades</a:t>
            </a:r>
            <a:r>
              <a:rPr spc="-50" dirty="0"/>
              <a:t> </a:t>
            </a:r>
            <a:r>
              <a:rPr spc="-10" dirty="0"/>
              <a:t>Fracas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2631" y="4498720"/>
            <a:ext cx="7112634" cy="2419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100"/>
              </a:lnSpc>
              <a:spcBef>
                <a:spcPts val="100"/>
              </a:spcBef>
            </a:pPr>
            <a:r>
              <a:rPr sz="2950" i="1" spc="-350" dirty="0">
                <a:latin typeface="Verdana"/>
                <a:cs typeface="Verdana"/>
              </a:rPr>
              <a:t>O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85" dirty="0">
                <a:latin typeface="Verdana"/>
                <a:cs typeface="Verdana"/>
              </a:rPr>
              <a:t>conjunto</a:t>
            </a:r>
            <a:r>
              <a:rPr sz="2950" i="1" spc="-145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de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85" dirty="0">
                <a:latin typeface="Verdana"/>
                <a:cs typeface="Verdana"/>
              </a:rPr>
              <a:t>entidades</a:t>
            </a:r>
            <a:r>
              <a:rPr sz="2950" i="1" spc="-155" dirty="0">
                <a:latin typeface="Verdana"/>
                <a:cs typeface="Verdana"/>
              </a:rPr>
              <a:t> </a:t>
            </a:r>
            <a:r>
              <a:rPr sz="2950" i="1" spc="-335" dirty="0">
                <a:latin typeface="Verdana"/>
                <a:cs typeface="Verdana"/>
              </a:rPr>
              <a:t>Ementa</a:t>
            </a:r>
            <a:r>
              <a:rPr sz="2950" i="1" spc="-155" dirty="0">
                <a:latin typeface="Verdana"/>
                <a:cs typeface="Verdana"/>
              </a:rPr>
              <a:t> </a:t>
            </a:r>
            <a:r>
              <a:rPr sz="2950" i="1" spc="-295" dirty="0">
                <a:latin typeface="Verdana"/>
                <a:cs typeface="Verdana"/>
              </a:rPr>
              <a:t>só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80" dirty="0">
                <a:latin typeface="Verdana"/>
                <a:cs typeface="Verdana"/>
              </a:rPr>
              <a:t>existe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325" dirty="0">
                <a:latin typeface="Verdana"/>
                <a:cs typeface="Verdana"/>
              </a:rPr>
              <a:t>se </a:t>
            </a:r>
            <a:r>
              <a:rPr sz="2950" i="1" spc="-300" dirty="0">
                <a:latin typeface="Verdana"/>
                <a:cs typeface="Verdana"/>
              </a:rPr>
              <a:t>existirem</a:t>
            </a:r>
            <a:r>
              <a:rPr sz="2950" i="1" spc="-125" dirty="0">
                <a:latin typeface="Verdana"/>
                <a:cs typeface="Verdana"/>
              </a:rPr>
              <a:t> </a:t>
            </a:r>
            <a:r>
              <a:rPr sz="2950" i="1" spc="-265" dirty="0">
                <a:latin typeface="Verdana"/>
                <a:cs typeface="Verdana"/>
              </a:rPr>
              <a:t>Disciplinas,</a:t>
            </a:r>
            <a:r>
              <a:rPr sz="2950" i="1" spc="-125" dirty="0">
                <a:latin typeface="Verdana"/>
                <a:cs typeface="Verdana"/>
              </a:rPr>
              <a:t> </a:t>
            </a:r>
            <a:r>
              <a:rPr sz="2950" i="1" spc="-285" dirty="0">
                <a:latin typeface="Verdana"/>
                <a:cs typeface="Verdana"/>
              </a:rPr>
              <a:t>portanto, </a:t>
            </a:r>
            <a:r>
              <a:rPr sz="2950" i="1" spc="-290" dirty="0">
                <a:latin typeface="Verdana"/>
                <a:cs typeface="Verdana"/>
              </a:rPr>
              <a:t>obrigatoriamente</a:t>
            </a:r>
            <a:r>
              <a:rPr sz="2950" i="1" spc="-125" dirty="0">
                <a:latin typeface="Verdana"/>
                <a:cs typeface="Verdana"/>
              </a:rPr>
              <a:t> </a:t>
            </a:r>
            <a:r>
              <a:rPr sz="2950" i="1" spc="-270" dirty="0">
                <a:latin typeface="Verdana"/>
                <a:cs typeface="Verdana"/>
              </a:rPr>
              <a:t>participará</a:t>
            </a:r>
            <a:r>
              <a:rPr sz="2950" i="1" spc="-105" dirty="0">
                <a:latin typeface="Verdana"/>
                <a:cs typeface="Verdana"/>
              </a:rPr>
              <a:t> </a:t>
            </a:r>
            <a:r>
              <a:rPr sz="2950" i="1" spc="-315" dirty="0">
                <a:latin typeface="Verdana"/>
                <a:cs typeface="Verdana"/>
              </a:rPr>
              <a:t>do </a:t>
            </a:r>
            <a:r>
              <a:rPr sz="2950" i="1" spc="-295" dirty="0">
                <a:latin typeface="Verdana"/>
                <a:cs typeface="Verdana"/>
              </a:rPr>
              <a:t>relacionamento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275" dirty="0">
                <a:latin typeface="Verdana"/>
                <a:cs typeface="Verdana"/>
              </a:rPr>
              <a:t>Possui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365" dirty="0">
                <a:latin typeface="Verdana"/>
                <a:cs typeface="Verdana"/>
              </a:rPr>
              <a:t>com</a:t>
            </a:r>
            <a:r>
              <a:rPr sz="2950" i="1" spc="-145" dirty="0">
                <a:latin typeface="Verdana"/>
                <a:cs typeface="Verdana"/>
              </a:rPr>
              <a:t> </a:t>
            </a:r>
            <a:r>
              <a:rPr sz="2950" i="1" spc="-270" dirty="0">
                <a:latin typeface="Verdana"/>
                <a:cs typeface="Verdana"/>
              </a:rPr>
              <a:t>Disciplina.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48141" y="2903220"/>
            <a:ext cx="1884045" cy="702945"/>
          </a:xfrm>
          <a:custGeom>
            <a:avLst/>
            <a:gdLst/>
            <a:ahLst/>
            <a:cxnLst/>
            <a:rect l="l" t="t" r="r" b="b"/>
            <a:pathLst>
              <a:path w="1884045" h="702945">
                <a:moveTo>
                  <a:pt x="0" y="0"/>
                </a:moveTo>
                <a:lnTo>
                  <a:pt x="0" y="702563"/>
                </a:lnTo>
                <a:lnTo>
                  <a:pt x="1883663" y="702563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00030" y="3029202"/>
            <a:ext cx="1548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Disciplina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34993" y="3221749"/>
            <a:ext cx="1481455" cy="104139"/>
          </a:xfrm>
          <a:custGeom>
            <a:avLst/>
            <a:gdLst/>
            <a:ahLst/>
            <a:cxnLst/>
            <a:rect l="l" t="t" r="r" b="b"/>
            <a:pathLst>
              <a:path w="1481454" h="104139">
                <a:moveTo>
                  <a:pt x="1481328" y="68580"/>
                </a:moveTo>
                <a:lnTo>
                  <a:pt x="0" y="68580"/>
                </a:lnTo>
                <a:lnTo>
                  <a:pt x="0" y="103632"/>
                </a:lnTo>
                <a:lnTo>
                  <a:pt x="1481328" y="103632"/>
                </a:lnTo>
                <a:lnTo>
                  <a:pt x="1481328" y="68580"/>
                </a:lnTo>
                <a:close/>
              </a:path>
              <a:path w="1481454" h="104139">
                <a:moveTo>
                  <a:pt x="1481328" y="0"/>
                </a:moveTo>
                <a:lnTo>
                  <a:pt x="0" y="0"/>
                </a:lnTo>
                <a:lnTo>
                  <a:pt x="0" y="33528"/>
                </a:lnTo>
                <a:lnTo>
                  <a:pt x="1481328" y="33528"/>
                </a:lnTo>
                <a:lnTo>
                  <a:pt x="14813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25308" y="3272027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66915" y="3096258"/>
            <a:ext cx="940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Possui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48299" y="283717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22550" y="2935225"/>
            <a:ext cx="1911350" cy="589905"/>
          </a:xfrm>
          <a:prstGeom prst="rect">
            <a:avLst/>
          </a:prstGeom>
          <a:ln w="35560">
            <a:solidFill>
              <a:srgbClr val="000000"/>
            </a:solidFill>
          </a:ln>
        </p:spPr>
        <p:txBody>
          <a:bodyPr vert="horz" wrap="square" lIns="0" tIns="157480" rIns="0" bIns="0" rtlCol="0">
            <a:spAutoFit/>
          </a:bodyPr>
          <a:lstStyle/>
          <a:p>
            <a:pPr marL="399415">
              <a:spcBef>
                <a:spcPts val="1240"/>
              </a:spcBef>
            </a:pPr>
            <a:r>
              <a:rPr sz="2800" spc="-10" dirty="0">
                <a:latin typeface="Arial MT"/>
                <a:cs typeface="Arial MT"/>
              </a:rPr>
              <a:t>Ementa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7322" y="283717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34920" y="2848368"/>
            <a:ext cx="2086610" cy="942340"/>
          </a:xfrm>
          <a:custGeom>
            <a:avLst/>
            <a:gdLst/>
            <a:ahLst/>
            <a:cxnLst/>
            <a:rect l="l" t="t" r="r" b="b"/>
            <a:pathLst>
              <a:path w="2086610" h="942339">
                <a:moveTo>
                  <a:pt x="2086610" y="0"/>
                </a:moveTo>
                <a:lnTo>
                  <a:pt x="2051050" y="0"/>
                </a:lnTo>
                <a:lnTo>
                  <a:pt x="2051050" y="35052"/>
                </a:lnTo>
                <a:lnTo>
                  <a:pt x="2051050" y="908304"/>
                </a:lnTo>
                <a:lnTo>
                  <a:pt x="35560" y="908304"/>
                </a:lnTo>
                <a:lnTo>
                  <a:pt x="35560" y="35052"/>
                </a:lnTo>
                <a:lnTo>
                  <a:pt x="2051050" y="35052"/>
                </a:lnTo>
                <a:lnTo>
                  <a:pt x="2051050" y="0"/>
                </a:lnTo>
                <a:lnTo>
                  <a:pt x="35560" y="0"/>
                </a:lnTo>
                <a:lnTo>
                  <a:pt x="0" y="0"/>
                </a:lnTo>
                <a:lnTo>
                  <a:pt x="0" y="941832"/>
                </a:lnTo>
                <a:lnTo>
                  <a:pt x="2086610" y="941832"/>
                </a:lnTo>
                <a:lnTo>
                  <a:pt x="20866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17260" y="2622804"/>
            <a:ext cx="1903730" cy="1240790"/>
          </a:xfrm>
          <a:custGeom>
            <a:avLst/>
            <a:gdLst/>
            <a:ahLst/>
            <a:cxnLst/>
            <a:rect l="l" t="t" r="r" b="b"/>
            <a:pathLst>
              <a:path w="1903729" h="1240789">
                <a:moveTo>
                  <a:pt x="1903476" y="620268"/>
                </a:moveTo>
                <a:lnTo>
                  <a:pt x="952500" y="0"/>
                </a:lnTo>
                <a:lnTo>
                  <a:pt x="0" y="620268"/>
                </a:lnTo>
                <a:lnTo>
                  <a:pt x="50292" y="653018"/>
                </a:lnTo>
                <a:lnTo>
                  <a:pt x="50292" y="620268"/>
                </a:lnTo>
                <a:lnTo>
                  <a:pt x="952500" y="32004"/>
                </a:lnTo>
                <a:lnTo>
                  <a:pt x="1853184" y="620268"/>
                </a:lnTo>
                <a:lnTo>
                  <a:pt x="1853184" y="653070"/>
                </a:lnTo>
                <a:lnTo>
                  <a:pt x="1903476" y="620268"/>
                </a:lnTo>
                <a:close/>
              </a:path>
              <a:path w="1903729" h="1240789">
                <a:moveTo>
                  <a:pt x="1853184" y="653070"/>
                </a:moveTo>
                <a:lnTo>
                  <a:pt x="1853184" y="620268"/>
                </a:lnTo>
                <a:lnTo>
                  <a:pt x="952500" y="1208532"/>
                </a:lnTo>
                <a:lnTo>
                  <a:pt x="50292" y="620268"/>
                </a:lnTo>
                <a:lnTo>
                  <a:pt x="50292" y="653018"/>
                </a:lnTo>
                <a:lnTo>
                  <a:pt x="952500" y="1240536"/>
                </a:lnTo>
                <a:lnTo>
                  <a:pt x="1853184" y="653070"/>
                </a:lnTo>
                <a:close/>
              </a:path>
              <a:path w="1903729" h="1240789">
                <a:moveTo>
                  <a:pt x="1802892" y="620268"/>
                </a:moveTo>
                <a:lnTo>
                  <a:pt x="952500" y="65532"/>
                </a:lnTo>
                <a:lnTo>
                  <a:pt x="100584" y="620268"/>
                </a:lnTo>
                <a:lnTo>
                  <a:pt x="150876" y="653016"/>
                </a:lnTo>
                <a:lnTo>
                  <a:pt x="150876" y="620268"/>
                </a:lnTo>
                <a:lnTo>
                  <a:pt x="952500" y="97536"/>
                </a:lnTo>
                <a:lnTo>
                  <a:pt x="1752600" y="620268"/>
                </a:lnTo>
                <a:lnTo>
                  <a:pt x="1752600" y="653074"/>
                </a:lnTo>
                <a:lnTo>
                  <a:pt x="1802892" y="620268"/>
                </a:lnTo>
                <a:close/>
              </a:path>
              <a:path w="1903729" h="1240789">
                <a:moveTo>
                  <a:pt x="1752600" y="653074"/>
                </a:moveTo>
                <a:lnTo>
                  <a:pt x="1752600" y="620268"/>
                </a:lnTo>
                <a:lnTo>
                  <a:pt x="952500" y="1143000"/>
                </a:lnTo>
                <a:lnTo>
                  <a:pt x="150876" y="620268"/>
                </a:lnTo>
                <a:lnTo>
                  <a:pt x="150876" y="653016"/>
                </a:lnTo>
                <a:lnTo>
                  <a:pt x="952500" y="1175004"/>
                </a:lnTo>
                <a:lnTo>
                  <a:pt x="1752600" y="6530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27472" y="3381756"/>
            <a:ext cx="204470" cy="1083945"/>
          </a:xfrm>
          <a:custGeom>
            <a:avLst/>
            <a:gdLst/>
            <a:ahLst/>
            <a:cxnLst/>
            <a:rect l="l" t="t" r="r" b="b"/>
            <a:pathLst>
              <a:path w="204470" h="1083945">
                <a:moveTo>
                  <a:pt x="112776" y="105156"/>
                </a:moveTo>
                <a:lnTo>
                  <a:pt x="41148" y="0"/>
                </a:lnTo>
                <a:lnTo>
                  <a:pt x="0" y="120396"/>
                </a:lnTo>
                <a:lnTo>
                  <a:pt x="35052" y="115659"/>
                </a:lnTo>
                <a:lnTo>
                  <a:pt x="35052" y="96012"/>
                </a:lnTo>
                <a:lnTo>
                  <a:pt x="73152" y="91440"/>
                </a:lnTo>
                <a:lnTo>
                  <a:pt x="75642" y="110174"/>
                </a:lnTo>
                <a:lnTo>
                  <a:pt x="112776" y="105156"/>
                </a:lnTo>
                <a:close/>
              </a:path>
              <a:path w="204470" h="1083945">
                <a:moveTo>
                  <a:pt x="75642" y="110174"/>
                </a:moveTo>
                <a:lnTo>
                  <a:pt x="73152" y="91440"/>
                </a:lnTo>
                <a:lnTo>
                  <a:pt x="35052" y="96012"/>
                </a:lnTo>
                <a:lnTo>
                  <a:pt x="37642" y="115309"/>
                </a:lnTo>
                <a:lnTo>
                  <a:pt x="75642" y="110174"/>
                </a:lnTo>
                <a:close/>
              </a:path>
              <a:path w="204470" h="1083945">
                <a:moveTo>
                  <a:pt x="37642" y="115309"/>
                </a:moveTo>
                <a:lnTo>
                  <a:pt x="35052" y="96012"/>
                </a:lnTo>
                <a:lnTo>
                  <a:pt x="35052" y="115659"/>
                </a:lnTo>
                <a:lnTo>
                  <a:pt x="37642" y="115309"/>
                </a:lnTo>
                <a:close/>
              </a:path>
              <a:path w="204470" h="1083945">
                <a:moveTo>
                  <a:pt x="204216" y="1077468"/>
                </a:moveTo>
                <a:lnTo>
                  <a:pt x="75642" y="110174"/>
                </a:lnTo>
                <a:lnTo>
                  <a:pt x="37642" y="115309"/>
                </a:lnTo>
                <a:lnTo>
                  <a:pt x="167640" y="1083564"/>
                </a:lnTo>
                <a:lnTo>
                  <a:pt x="204216" y="1077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MER</a:t>
            </a:r>
            <a:r>
              <a:rPr spc="-55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dirty="0"/>
              <a:t>Entidades</a:t>
            </a:r>
            <a:r>
              <a:rPr spc="-50" dirty="0"/>
              <a:t> </a:t>
            </a:r>
            <a:r>
              <a:rPr spc="-10" dirty="0"/>
              <a:t>Fracas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2632" y="4498719"/>
            <a:ext cx="7165975" cy="182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100"/>
              </a:lnSpc>
              <a:spcBef>
                <a:spcPts val="100"/>
              </a:spcBef>
            </a:pPr>
            <a:r>
              <a:rPr sz="2950" i="1" spc="-350" dirty="0">
                <a:latin typeface="Verdana"/>
                <a:cs typeface="Verdana"/>
              </a:rPr>
              <a:t>O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85" dirty="0">
                <a:latin typeface="Verdana"/>
                <a:cs typeface="Verdana"/>
              </a:rPr>
              <a:t>conjunto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de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85" dirty="0">
                <a:latin typeface="Verdana"/>
                <a:cs typeface="Verdana"/>
              </a:rPr>
              <a:t>entidades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335" dirty="0">
                <a:latin typeface="Verdana"/>
                <a:cs typeface="Verdana"/>
              </a:rPr>
              <a:t>Ementa</a:t>
            </a:r>
            <a:r>
              <a:rPr sz="2950" i="1" spc="-155" dirty="0">
                <a:latin typeface="Verdana"/>
                <a:cs typeface="Verdana"/>
              </a:rPr>
              <a:t> </a:t>
            </a:r>
            <a:r>
              <a:rPr sz="2950" i="1" spc="-275" dirty="0">
                <a:latin typeface="Verdana"/>
                <a:cs typeface="Verdana"/>
              </a:rPr>
              <a:t>relaciona-</a:t>
            </a:r>
            <a:r>
              <a:rPr sz="2950" i="1" spc="-325" dirty="0">
                <a:latin typeface="Verdana"/>
                <a:cs typeface="Verdana"/>
              </a:rPr>
              <a:t>se </a:t>
            </a:r>
            <a:r>
              <a:rPr sz="2950" i="1" spc="-365" dirty="0">
                <a:latin typeface="Verdana"/>
                <a:cs typeface="Verdana"/>
              </a:rPr>
              <a:t>com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65" dirty="0">
                <a:latin typeface="Verdana"/>
                <a:cs typeface="Verdana"/>
              </a:rPr>
              <a:t>Disciplina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95" dirty="0">
                <a:latin typeface="Verdana"/>
                <a:cs typeface="Verdana"/>
              </a:rPr>
              <a:t>através</a:t>
            </a:r>
            <a:r>
              <a:rPr sz="2950" i="1" spc="-155" dirty="0">
                <a:latin typeface="Verdana"/>
                <a:cs typeface="Verdana"/>
              </a:rPr>
              <a:t> </a:t>
            </a:r>
            <a:r>
              <a:rPr sz="2950" i="1" spc="-290" dirty="0">
                <a:latin typeface="Verdana"/>
                <a:cs typeface="Verdana"/>
              </a:rPr>
              <a:t>do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seu</a:t>
            </a:r>
            <a:r>
              <a:rPr sz="2950" i="1" spc="-160" dirty="0">
                <a:latin typeface="Verdana"/>
                <a:cs typeface="Verdana"/>
              </a:rPr>
              <a:t> </a:t>
            </a:r>
            <a:r>
              <a:rPr sz="2950" i="1" spc="-45" dirty="0">
                <a:latin typeface="Verdana"/>
                <a:cs typeface="Verdana"/>
              </a:rPr>
              <a:t>tipo</a:t>
            </a:r>
            <a:r>
              <a:rPr sz="2950" i="1" spc="-210" dirty="0">
                <a:latin typeface="Verdana"/>
                <a:cs typeface="Verdana"/>
              </a:rPr>
              <a:t> </a:t>
            </a:r>
            <a:r>
              <a:rPr sz="2950" i="1" spc="-25" dirty="0">
                <a:latin typeface="Verdana"/>
                <a:cs typeface="Verdana"/>
              </a:rPr>
              <a:t>de </a:t>
            </a:r>
            <a:r>
              <a:rPr sz="2950" i="1" spc="-80" dirty="0">
                <a:latin typeface="Verdana"/>
                <a:cs typeface="Verdana"/>
              </a:rPr>
              <a:t>relacionamento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10" dirty="0">
                <a:latin typeface="Verdana"/>
                <a:cs typeface="Verdana"/>
              </a:rPr>
              <a:t>Identidade.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48141" y="2903220"/>
            <a:ext cx="1884045" cy="702945"/>
          </a:xfrm>
          <a:custGeom>
            <a:avLst/>
            <a:gdLst/>
            <a:ahLst/>
            <a:cxnLst/>
            <a:rect l="l" t="t" r="r" b="b"/>
            <a:pathLst>
              <a:path w="1884045" h="702945">
                <a:moveTo>
                  <a:pt x="0" y="0"/>
                </a:moveTo>
                <a:lnTo>
                  <a:pt x="0" y="702563"/>
                </a:lnTo>
                <a:lnTo>
                  <a:pt x="1883663" y="702563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00030" y="3029202"/>
            <a:ext cx="1548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Disciplina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34993" y="3221749"/>
            <a:ext cx="1481455" cy="104139"/>
          </a:xfrm>
          <a:custGeom>
            <a:avLst/>
            <a:gdLst/>
            <a:ahLst/>
            <a:cxnLst/>
            <a:rect l="l" t="t" r="r" b="b"/>
            <a:pathLst>
              <a:path w="1481454" h="104139">
                <a:moveTo>
                  <a:pt x="1481328" y="68580"/>
                </a:moveTo>
                <a:lnTo>
                  <a:pt x="0" y="68580"/>
                </a:lnTo>
                <a:lnTo>
                  <a:pt x="0" y="103632"/>
                </a:lnTo>
                <a:lnTo>
                  <a:pt x="1481328" y="103632"/>
                </a:lnTo>
                <a:lnTo>
                  <a:pt x="1481328" y="68580"/>
                </a:lnTo>
                <a:close/>
              </a:path>
              <a:path w="1481454" h="104139">
                <a:moveTo>
                  <a:pt x="1481328" y="0"/>
                </a:moveTo>
                <a:lnTo>
                  <a:pt x="0" y="0"/>
                </a:lnTo>
                <a:lnTo>
                  <a:pt x="0" y="33528"/>
                </a:lnTo>
                <a:lnTo>
                  <a:pt x="1481328" y="33528"/>
                </a:lnTo>
                <a:lnTo>
                  <a:pt x="14813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25308" y="3272027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66915" y="3096258"/>
            <a:ext cx="940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Possui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48299" y="283717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22550" y="2935225"/>
            <a:ext cx="1911350" cy="589905"/>
          </a:xfrm>
          <a:prstGeom prst="rect">
            <a:avLst/>
          </a:prstGeom>
          <a:ln w="35560">
            <a:solidFill>
              <a:srgbClr val="000000"/>
            </a:solidFill>
          </a:ln>
        </p:spPr>
        <p:txBody>
          <a:bodyPr vert="horz" wrap="square" lIns="0" tIns="157480" rIns="0" bIns="0" rtlCol="0">
            <a:spAutoFit/>
          </a:bodyPr>
          <a:lstStyle/>
          <a:p>
            <a:pPr marL="399415">
              <a:spcBef>
                <a:spcPts val="1240"/>
              </a:spcBef>
            </a:pPr>
            <a:r>
              <a:rPr sz="2800" spc="-10" dirty="0">
                <a:latin typeface="Arial MT"/>
                <a:cs typeface="Arial MT"/>
              </a:rPr>
              <a:t>Ementa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7322" y="283717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34920" y="2848368"/>
            <a:ext cx="2086610" cy="942340"/>
          </a:xfrm>
          <a:custGeom>
            <a:avLst/>
            <a:gdLst/>
            <a:ahLst/>
            <a:cxnLst/>
            <a:rect l="l" t="t" r="r" b="b"/>
            <a:pathLst>
              <a:path w="2086610" h="942339">
                <a:moveTo>
                  <a:pt x="2086610" y="0"/>
                </a:moveTo>
                <a:lnTo>
                  <a:pt x="2051050" y="0"/>
                </a:lnTo>
                <a:lnTo>
                  <a:pt x="2051050" y="35052"/>
                </a:lnTo>
                <a:lnTo>
                  <a:pt x="2051050" y="908304"/>
                </a:lnTo>
                <a:lnTo>
                  <a:pt x="35560" y="908304"/>
                </a:lnTo>
                <a:lnTo>
                  <a:pt x="35560" y="35052"/>
                </a:lnTo>
                <a:lnTo>
                  <a:pt x="2051050" y="35052"/>
                </a:lnTo>
                <a:lnTo>
                  <a:pt x="2051050" y="0"/>
                </a:lnTo>
                <a:lnTo>
                  <a:pt x="35560" y="0"/>
                </a:lnTo>
                <a:lnTo>
                  <a:pt x="0" y="0"/>
                </a:lnTo>
                <a:lnTo>
                  <a:pt x="0" y="941832"/>
                </a:lnTo>
                <a:lnTo>
                  <a:pt x="2086610" y="941832"/>
                </a:lnTo>
                <a:lnTo>
                  <a:pt x="20866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26533" y="2622817"/>
            <a:ext cx="2394585" cy="1998345"/>
          </a:xfrm>
          <a:custGeom>
            <a:avLst/>
            <a:gdLst/>
            <a:ahLst/>
            <a:cxnLst/>
            <a:rect l="l" t="t" r="r" b="b"/>
            <a:pathLst>
              <a:path w="2394585" h="1998345">
                <a:moveTo>
                  <a:pt x="877824" y="1118616"/>
                </a:moveTo>
                <a:lnTo>
                  <a:pt x="755904" y="1159764"/>
                </a:lnTo>
                <a:lnTo>
                  <a:pt x="783336" y="1187196"/>
                </a:lnTo>
                <a:lnTo>
                  <a:pt x="0" y="1970532"/>
                </a:lnTo>
                <a:lnTo>
                  <a:pt x="27432" y="1997964"/>
                </a:lnTo>
                <a:lnTo>
                  <a:pt x="809269" y="1213129"/>
                </a:lnTo>
                <a:lnTo>
                  <a:pt x="822960" y="1226820"/>
                </a:lnTo>
                <a:lnTo>
                  <a:pt x="836676" y="1240536"/>
                </a:lnTo>
                <a:lnTo>
                  <a:pt x="877824" y="1118616"/>
                </a:lnTo>
                <a:close/>
              </a:path>
              <a:path w="2394585" h="1998345">
                <a:moveTo>
                  <a:pt x="2293620" y="620268"/>
                </a:moveTo>
                <a:lnTo>
                  <a:pt x="2243328" y="587463"/>
                </a:lnTo>
                <a:lnTo>
                  <a:pt x="2243328" y="620268"/>
                </a:lnTo>
                <a:lnTo>
                  <a:pt x="1443228" y="1143000"/>
                </a:lnTo>
                <a:lnTo>
                  <a:pt x="641604" y="620268"/>
                </a:lnTo>
                <a:lnTo>
                  <a:pt x="1443228" y="97536"/>
                </a:lnTo>
                <a:lnTo>
                  <a:pt x="2243328" y="620268"/>
                </a:lnTo>
                <a:lnTo>
                  <a:pt x="2243328" y="587463"/>
                </a:lnTo>
                <a:lnTo>
                  <a:pt x="1443228" y="65532"/>
                </a:lnTo>
                <a:lnTo>
                  <a:pt x="591312" y="620268"/>
                </a:lnTo>
                <a:lnTo>
                  <a:pt x="641604" y="653008"/>
                </a:lnTo>
                <a:lnTo>
                  <a:pt x="1443228" y="1175004"/>
                </a:lnTo>
                <a:lnTo>
                  <a:pt x="2243328" y="653072"/>
                </a:lnTo>
                <a:lnTo>
                  <a:pt x="2293620" y="620268"/>
                </a:lnTo>
                <a:close/>
              </a:path>
              <a:path w="2394585" h="1998345">
                <a:moveTo>
                  <a:pt x="2394204" y="620268"/>
                </a:moveTo>
                <a:lnTo>
                  <a:pt x="2343912" y="587476"/>
                </a:lnTo>
                <a:lnTo>
                  <a:pt x="2343912" y="620268"/>
                </a:lnTo>
                <a:lnTo>
                  <a:pt x="1443228" y="1208532"/>
                </a:lnTo>
                <a:lnTo>
                  <a:pt x="541020" y="620268"/>
                </a:lnTo>
                <a:lnTo>
                  <a:pt x="1443228" y="32004"/>
                </a:lnTo>
                <a:lnTo>
                  <a:pt x="2343912" y="620268"/>
                </a:lnTo>
                <a:lnTo>
                  <a:pt x="2343912" y="587476"/>
                </a:lnTo>
                <a:lnTo>
                  <a:pt x="1443228" y="0"/>
                </a:lnTo>
                <a:lnTo>
                  <a:pt x="490728" y="620268"/>
                </a:lnTo>
                <a:lnTo>
                  <a:pt x="541020" y="653008"/>
                </a:lnTo>
                <a:lnTo>
                  <a:pt x="1443228" y="1240536"/>
                </a:lnTo>
                <a:lnTo>
                  <a:pt x="2343912" y="653059"/>
                </a:lnTo>
                <a:lnTo>
                  <a:pt x="2394204" y="6202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MER</a:t>
            </a:r>
            <a:r>
              <a:rPr spc="-55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dirty="0"/>
              <a:t>Entidades</a:t>
            </a:r>
            <a:r>
              <a:rPr spc="-50" dirty="0"/>
              <a:t> </a:t>
            </a:r>
            <a:r>
              <a:rPr spc="-10" dirty="0"/>
              <a:t>Fracas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2632" y="4498720"/>
            <a:ext cx="7255509" cy="114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200"/>
              </a:lnSpc>
              <a:spcBef>
                <a:spcPts val="100"/>
              </a:spcBef>
            </a:pPr>
            <a:r>
              <a:rPr sz="2950" i="1" spc="-350" dirty="0">
                <a:latin typeface="Verdana"/>
                <a:cs typeface="Verdana"/>
              </a:rPr>
              <a:t>O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85" dirty="0">
                <a:latin typeface="Verdana"/>
                <a:cs typeface="Verdana"/>
              </a:rPr>
              <a:t>conjunto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de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85" dirty="0">
                <a:latin typeface="Verdana"/>
                <a:cs typeface="Verdana"/>
              </a:rPr>
              <a:t>entidades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260" dirty="0">
                <a:latin typeface="Verdana"/>
                <a:cs typeface="Verdana"/>
              </a:rPr>
              <a:t>Disciplina</a:t>
            </a:r>
            <a:r>
              <a:rPr sz="2950" i="1" spc="-155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é</a:t>
            </a:r>
            <a:r>
              <a:rPr sz="2950" i="1" spc="-145" dirty="0">
                <a:latin typeface="Verdana"/>
                <a:cs typeface="Verdana"/>
              </a:rPr>
              <a:t> </a:t>
            </a:r>
            <a:r>
              <a:rPr sz="2950" i="1" spc="-260" dirty="0">
                <a:latin typeface="Verdana"/>
                <a:cs typeface="Verdana"/>
              </a:rPr>
              <a:t>dita</a:t>
            </a:r>
            <a:r>
              <a:rPr sz="2950" i="1" spc="-175" dirty="0">
                <a:latin typeface="Verdana"/>
                <a:cs typeface="Verdana"/>
              </a:rPr>
              <a:t> </a:t>
            </a:r>
            <a:r>
              <a:rPr sz="2950" i="1" spc="-20" dirty="0">
                <a:latin typeface="Verdana"/>
                <a:cs typeface="Verdana"/>
              </a:rPr>
              <a:t>tipo </a:t>
            </a:r>
            <a:r>
              <a:rPr sz="2950" i="1" spc="-105" dirty="0">
                <a:latin typeface="Verdana"/>
                <a:cs typeface="Verdana"/>
              </a:rPr>
              <a:t>de</a:t>
            </a:r>
            <a:r>
              <a:rPr sz="2950" i="1" spc="-210" dirty="0">
                <a:latin typeface="Verdana"/>
                <a:cs typeface="Verdana"/>
              </a:rPr>
              <a:t> </a:t>
            </a:r>
            <a:r>
              <a:rPr sz="2950" i="1" spc="-75" dirty="0">
                <a:latin typeface="Verdana"/>
                <a:cs typeface="Verdana"/>
              </a:rPr>
              <a:t>entidade</a:t>
            </a:r>
            <a:r>
              <a:rPr sz="2950" i="1" spc="-210" dirty="0">
                <a:latin typeface="Verdana"/>
                <a:cs typeface="Verdana"/>
              </a:rPr>
              <a:t> </a:t>
            </a:r>
            <a:r>
              <a:rPr sz="2950" i="1" spc="-55" dirty="0">
                <a:latin typeface="Verdana"/>
                <a:cs typeface="Verdana"/>
              </a:rPr>
              <a:t>proprietária</a:t>
            </a:r>
            <a:r>
              <a:rPr sz="2950" i="1" spc="-160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de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335" dirty="0">
                <a:latin typeface="Verdana"/>
                <a:cs typeface="Verdana"/>
              </a:rPr>
              <a:t>Ementa.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48141" y="2903220"/>
            <a:ext cx="1884045" cy="702945"/>
          </a:xfrm>
          <a:custGeom>
            <a:avLst/>
            <a:gdLst/>
            <a:ahLst/>
            <a:cxnLst/>
            <a:rect l="l" t="t" r="r" b="b"/>
            <a:pathLst>
              <a:path w="1884045" h="702945">
                <a:moveTo>
                  <a:pt x="0" y="0"/>
                </a:moveTo>
                <a:lnTo>
                  <a:pt x="0" y="702563"/>
                </a:lnTo>
                <a:lnTo>
                  <a:pt x="1883663" y="702563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00030" y="3029202"/>
            <a:ext cx="1548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Disciplina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34993" y="3221749"/>
            <a:ext cx="1481455" cy="104139"/>
          </a:xfrm>
          <a:custGeom>
            <a:avLst/>
            <a:gdLst/>
            <a:ahLst/>
            <a:cxnLst/>
            <a:rect l="l" t="t" r="r" b="b"/>
            <a:pathLst>
              <a:path w="1481454" h="104139">
                <a:moveTo>
                  <a:pt x="1481328" y="68580"/>
                </a:moveTo>
                <a:lnTo>
                  <a:pt x="0" y="68580"/>
                </a:lnTo>
                <a:lnTo>
                  <a:pt x="0" y="103632"/>
                </a:lnTo>
                <a:lnTo>
                  <a:pt x="1481328" y="103632"/>
                </a:lnTo>
                <a:lnTo>
                  <a:pt x="1481328" y="68580"/>
                </a:lnTo>
                <a:close/>
              </a:path>
              <a:path w="1481454" h="104139">
                <a:moveTo>
                  <a:pt x="1481328" y="0"/>
                </a:moveTo>
                <a:lnTo>
                  <a:pt x="0" y="0"/>
                </a:lnTo>
                <a:lnTo>
                  <a:pt x="0" y="33528"/>
                </a:lnTo>
                <a:lnTo>
                  <a:pt x="1481328" y="33528"/>
                </a:lnTo>
                <a:lnTo>
                  <a:pt x="14813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25308" y="3272027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66915" y="3096258"/>
            <a:ext cx="940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Possui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48299" y="283717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22550" y="2935225"/>
            <a:ext cx="1911350" cy="589905"/>
          </a:xfrm>
          <a:prstGeom prst="rect">
            <a:avLst/>
          </a:prstGeom>
          <a:ln w="35560">
            <a:solidFill>
              <a:srgbClr val="000000"/>
            </a:solidFill>
          </a:ln>
        </p:spPr>
        <p:txBody>
          <a:bodyPr vert="horz" wrap="square" lIns="0" tIns="157480" rIns="0" bIns="0" rtlCol="0">
            <a:spAutoFit/>
          </a:bodyPr>
          <a:lstStyle/>
          <a:p>
            <a:pPr marL="399415">
              <a:spcBef>
                <a:spcPts val="1240"/>
              </a:spcBef>
            </a:pPr>
            <a:r>
              <a:rPr sz="2800" spc="-10" dirty="0">
                <a:latin typeface="Arial MT"/>
                <a:cs typeface="Arial MT"/>
              </a:rPr>
              <a:t>Ementa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7322" y="283717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34920" y="2848368"/>
            <a:ext cx="2086610" cy="942340"/>
          </a:xfrm>
          <a:custGeom>
            <a:avLst/>
            <a:gdLst/>
            <a:ahLst/>
            <a:cxnLst/>
            <a:rect l="l" t="t" r="r" b="b"/>
            <a:pathLst>
              <a:path w="2086610" h="942339">
                <a:moveTo>
                  <a:pt x="2086610" y="0"/>
                </a:moveTo>
                <a:lnTo>
                  <a:pt x="2051050" y="0"/>
                </a:lnTo>
                <a:lnTo>
                  <a:pt x="2051050" y="35052"/>
                </a:lnTo>
                <a:lnTo>
                  <a:pt x="2051050" y="908304"/>
                </a:lnTo>
                <a:lnTo>
                  <a:pt x="35560" y="908304"/>
                </a:lnTo>
                <a:lnTo>
                  <a:pt x="35560" y="35052"/>
                </a:lnTo>
                <a:lnTo>
                  <a:pt x="2051050" y="35052"/>
                </a:lnTo>
                <a:lnTo>
                  <a:pt x="2051050" y="0"/>
                </a:lnTo>
                <a:lnTo>
                  <a:pt x="35560" y="0"/>
                </a:lnTo>
                <a:lnTo>
                  <a:pt x="0" y="0"/>
                </a:lnTo>
                <a:lnTo>
                  <a:pt x="0" y="941832"/>
                </a:lnTo>
                <a:lnTo>
                  <a:pt x="2086610" y="941832"/>
                </a:lnTo>
                <a:lnTo>
                  <a:pt x="20866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17260" y="2622804"/>
            <a:ext cx="1903730" cy="1240790"/>
          </a:xfrm>
          <a:custGeom>
            <a:avLst/>
            <a:gdLst/>
            <a:ahLst/>
            <a:cxnLst/>
            <a:rect l="l" t="t" r="r" b="b"/>
            <a:pathLst>
              <a:path w="1903729" h="1240789">
                <a:moveTo>
                  <a:pt x="1903476" y="620268"/>
                </a:moveTo>
                <a:lnTo>
                  <a:pt x="952500" y="0"/>
                </a:lnTo>
                <a:lnTo>
                  <a:pt x="0" y="620268"/>
                </a:lnTo>
                <a:lnTo>
                  <a:pt x="50292" y="653018"/>
                </a:lnTo>
                <a:lnTo>
                  <a:pt x="50292" y="620268"/>
                </a:lnTo>
                <a:lnTo>
                  <a:pt x="952500" y="32004"/>
                </a:lnTo>
                <a:lnTo>
                  <a:pt x="1853184" y="620268"/>
                </a:lnTo>
                <a:lnTo>
                  <a:pt x="1853184" y="653070"/>
                </a:lnTo>
                <a:lnTo>
                  <a:pt x="1903476" y="620268"/>
                </a:lnTo>
                <a:close/>
              </a:path>
              <a:path w="1903729" h="1240789">
                <a:moveTo>
                  <a:pt x="1853184" y="653070"/>
                </a:moveTo>
                <a:lnTo>
                  <a:pt x="1853184" y="620268"/>
                </a:lnTo>
                <a:lnTo>
                  <a:pt x="952500" y="1208532"/>
                </a:lnTo>
                <a:lnTo>
                  <a:pt x="50292" y="620268"/>
                </a:lnTo>
                <a:lnTo>
                  <a:pt x="50292" y="653018"/>
                </a:lnTo>
                <a:lnTo>
                  <a:pt x="952500" y="1240536"/>
                </a:lnTo>
                <a:lnTo>
                  <a:pt x="1853184" y="653070"/>
                </a:lnTo>
                <a:close/>
              </a:path>
              <a:path w="1903729" h="1240789">
                <a:moveTo>
                  <a:pt x="1802892" y="620268"/>
                </a:moveTo>
                <a:lnTo>
                  <a:pt x="952500" y="65532"/>
                </a:lnTo>
                <a:lnTo>
                  <a:pt x="100584" y="620268"/>
                </a:lnTo>
                <a:lnTo>
                  <a:pt x="150876" y="653016"/>
                </a:lnTo>
                <a:lnTo>
                  <a:pt x="150876" y="620268"/>
                </a:lnTo>
                <a:lnTo>
                  <a:pt x="952500" y="97536"/>
                </a:lnTo>
                <a:lnTo>
                  <a:pt x="1752600" y="620268"/>
                </a:lnTo>
                <a:lnTo>
                  <a:pt x="1752600" y="653074"/>
                </a:lnTo>
                <a:lnTo>
                  <a:pt x="1802892" y="620268"/>
                </a:lnTo>
                <a:close/>
              </a:path>
              <a:path w="1903729" h="1240789">
                <a:moveTo>
                  <a:pt x="1752600" y="653074"/>
                </a:moveTo>
                <a:lnTo>
                  <a:pt x="1752600" y="620268"/>
                </a:lnTo>
                <a:lnTo>
                  <a:pt x="952500" y="1143000"/>
                </a:lnTo>
                <a:lnTo>
                  <a:pt x="150876" y="620268"/>
                </a:lnTo>
                <a:lnTo>
                  <a:pt x="150876" y="653016"/>
                </a:lnTo>
                <a:lnTo>
                  <a:pt x="952500" y="1175004"/>
                </a:lnTo>
                <a:lnTo>
                  <a:pt x="1752600" y="6530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480044" y="3741421"/>
            <a:ext cx="876300" cy="879475"/>
          </a:xfrm>
          <a:custGeom>
            <a:avLst/>
            <a:gdLst/>
            <a:ahLst/>
            <a:cxnLst/>
            <a:rect l="l" t="t" r="r" b="b"/>
            <a:pathLst>
              <a:path w="876300" h="879475">
                <a:moveTo>
                  <a:pt x="809257" y="94501"/>
                </a:moveTo>
                <a:lnTo>
                  <a:pt x="782586" y="67830"/>
                </a:lnTo>
                <a:lnTo>
                  <a:pt x="0" y="851916"/>
                </a:lnTo>
                <a:lnTo>
                  <a:pt x="25908" y="879348"/>
                </a:lnTo>
                <a:lnTo>
                  <a:pt x="809257" y="94501"/>
                </a:lnTo>
                <a:close/>
              </a:path>
              <a:path w="876300" h="879475">
                <a:moveTo>
                  <a:pt x="876300" y="0"/>
                </a:moveTo>
                <a:lnTo>
                  <a:pt x="755904" y="41148"/>
                </a:lnTo>
                <a:lnTo>
                  <a:pt x="782586" y="67830"/>
                </a:lnTo>
                <a:lnTo>
                  <a:pt x="795528" y="54864"/>
                </a:lnTo>
                <a:lnTo>
                  <a:pt x="822960" y="80772"/>
                </a:lnTo>
                <a:lnTo>
                  <a:pt x="822960" y="108204"/>
                </a:lnTo>
                <a:lnTo>
                  <a:pt x="836676" y="121920"/>
                </a:lnTo>
                <a:lnTo>
                  <a:pt x="876300" y="0"/>
                </a:lnTo>
                <a:close/>
              </a:path>
              <a:path w="876300" h="879475">
                <a:moveTo>
                  <a:pt x="822960" y="80772"/>
                </a:moveTo>
                <a:lnTo>
                  <a:pt x="795528" y="54864"/>
                </a:lnTo>
                <a:lnTo>
                  <a:pt x="782586" y="67830"/>
                </a:lnTo>
                <a:lnTo>
                  <a:pt x="809257" y="94501"/>
                </a:lnTo>
                <a:lnTo>
                  <a:pt x="822960" y="80772"/>
                </a:lnTo>
                <a:close/>
              </a:path>
              <a:path w="876300" h="879475">
                <a:moveTo>
                  <a:pt x="822960" y="108204"/>
                </a:moveTo>
                <a:lnTo>
                  <a:pt x="822960" y="80772"/>
                </a:lnTo>
                <a:lnTo>
                  <a:pt x="809257" y="94501"/>
                </a:lnTo>
                <a:lnTo>
                  <a:pt x="822960" y="108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Simplificando</a:t>
            </a:r>
            <a:r>
              <a:rPr spc="-160" dirty="0"/>
              <a:t> </a:t>
            </a:r>
            <a:r>
              <a:rPr spc="-10" dirty="0"/>
              <a:t>Modelagens</a:t>
            </a:r>
          </a:p>
        </p:txBody>
      </p:sp>
      <p:sp>
        <p:nvSpPr>
          <p:cNvPr id="3" name="object 3"/>
          <p:cNvSpPr/>
          <p:nvPr/>
        </p:nvSpPr>
        <p:spPr>
          <a:xfrm>
            <a:off x="3039358" y="2679191"/>
            <a:ext cx="1884045" cy="701040"/>
          </a:xfrm>
          <a:custGeom>
            <a:avLst/>
            <a:gdLst/>
            <a:ahLst/>
            <a:cxnLst/>
            <a:rect l="l" t="t" r="r" b="b"/>
            <a:pathLst>
              <a:path w="1884045" h="701039">
                <a:moveTo>
                  <a:pt x="0" y="0"/>
                </a:moveTo>
                <a:lnTo>
                  <a:pt x="0" y="701039"/>
                </a:lnTo>
                <a:lnTo>
                  <a:pt x="1883663" y="701039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96056" y="2872230"/>
            <a:ext cx="93471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Aluno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4325" y="4645152"/>
            <a:ext cx="1598930" cy="841375"/>
          </a:xfrm>
          <a:custGeom>
            <a:avLst/>
            <a:gdLst/>
            <a:ahLst/>
            <a:cxnLst/>
            <a:rect l="l" t="t" r="r" b="b"/>
            <a:pathLst>
              <a:path w="1598930" h="841375">
                <a:moveTo>
                  <a:pt x="806202" y="0"/>
                </a:moveTo>
                <a:lnTo>
                  <a:pt x="734112" y="792"/>
                </a:lnTo>
                <a:lnTo>
                  <a:pt x="663828" y="3125"/>
                </a:lnTo>
                <a:lnTo>
                  <a:pt x="595628" y="6928"/>
                </a:lnTo>
                <a:lnTo>
                  <a:pt x="529794" y="12133"/>
                </a:lnTo>
                <a:lnTo>
                  <a:pt x="466607" y="18671"/>
                </a:lnTo>
                <a:lnTo>
                  <a:pt x="406348" y="26472"/>
                </a:lnTo>
                <a:lnTo>
                  <a:pt x="349296" y="35468"/>
                </a:lnTo>
                <a:lnTo>
                  <a:pt x="295732" y="45590"/>
                </a:lnTo>
                <a:lnTo>
                  <a:pt x="245938" y="56768"/>
                </a:lnTo>
                <a:lnTo>
                  <a:pt x="200194" y="68935"/>
                </a:lnTo>
                <a:lnTo>
                  <a:pt x="158780" y="82020"/>
                </a:lnTo>
                <a:lnTo>
                  <a:pt x="121978" y="95955"/>
                </a:lnTo>
                <a:lnTo>
                  <a:pt x="63329" y="126098"/>
                </a:lnTo>
                <a:lnTo>
                  <a:pt x="26493" y="158813"/>
                </a:lnTo>
                <a:lnTo>
                  <a:pt x="13715" y="193547"/>
                </a:lnTo>
                <a:lnTo>
                  <a:pt x="16957" y="211133"/>
                </a:lnTo>
                <a:lnTo>
                  <a:pt x="42044" y="244926"/>
                </a:lnTo>
                <a:lnTo>
                  <a:pt x="90067" y="276424"/>
                </a:lnTo>
                <a:lnTo>
                  <a:pt x="158780" y="305075"/>
                </a:lnTo>
                <a:lnTo>
                  <a:pt x="200194" y="318160"/>
                </a:lnTo>
                <a:lnTo>
                  <a:pt x="245938" y="330326"/>
                </a:lnTo>
                <a:lnTo>
                  <a:pt x="295732" y="341505"/>
                </a:lnTo>
                <a:lnTo>
                  <a:pt x="349296" y="351627"/>
                </a:lnTo>
                <a:lnTo>
                  <a:pt x="406348" y="360623"/>
                </a:lnTo>
                <a:lnTo>
                  <a:pt x="466607" y="368424"/>
                </a:lnTo>
                <a:lnTo>
                  <a:pt x="529794" y="374962"/>
                </a:lnTo>
                <a:lnTo>
                  <a:pt x="595628" y="380167"/>
                </a:lnTo>
                <a:lnTo>
                  <a:pt x="663828" y="383970"/>
                </a:lnTo>
                <a:lnTo>
                  <a:pt x="734112" y="386303"/>
                </a:lnTo>
                <a:lnTo>
                  <a:pt x="806202" y="387095"/>
                </a:lnTo>
                <a:lnTo>
                  <a:pt x="878291" y="386303"/>
                </a:lnTo>
                <a:lnTo>
                  <a:pt x="948575" y="383970"/>
                </a:lnTo>
                <a:lnTo>
                  <a:pt x="1016775" y="380167"/>
                </a:lnTo>
                <a:lnTo>
                  <a:pt x="1082608" y="374962"/>
                </a:lnTo>
                <a:lnTo>
                  <a:pt x="1145795" y="368424"/>
                </a:lnTo>
                <a:lnTo>
                  <a:pt x="1206054" y="360623"/>
                </a:lnTo>
                <a:lnTo>
                  <a:pt x="1263105" y="351627"/>
                </a:lnTo>
                <a:lnTo>
                  <a:pt x="1316668" y="341505"/>
                </a:lnTo>
                <a:lnTo>
                  <a:pt x="1366462" y="330326"/>
                </a:lnTo>
                <a:lnTo>
                  <a:pt x="1412206" y="318160"/>
                </a:lnTo>
                <a:lnTo>
                  <a:pt x="1453619" y="305075"/>
                </a:lnTo>
                <a:lnTo>
                  <a:pt x="1490421" y="291140"/>
                </a:lnTo>
                <a:lnTo>
                  <a:pt x="1549069" y="260997"/>
                </a:lnTo>
                <a:lnTo>
                  <a:pt x="1585904" y="228282"/>
                </a:lnTo>
                <a:lnTo>
                  <a:pt x="1598682" y="193547"/>
                </a:lnTo>
                <a:lnTo>
                  <a:pt x="1595440" y="175962"/>
                </a:lnTo>
                <a:lnTo>
                  <a:pt x="1570354" y="142169"/>
                </a:lnTo>
                <a:lnTo>
                  <a:pt x="1522331" y="110671"/>
                </a:lnTo>
                <a:lnTo>
                  <a:pt x="1453619" y="82020"/>
                </a:lnTo>
                <a:lnTo>
                  <a:pt x="1412206" y="68935"/>
                </a:lnTo>
                <a:lnTo>
                  <a:pt x="1366462" y="56768"/>
                </a:lnTo>
                <a:lnTo>
                  <a:pt x="1316668" y="45590"/>
                </a:lnTo>
                <a:lnTo>
                  <a:pt x="1263105" y="35468"/>
                </a:lnTo>
                <a:lnTo>
                  <a:pt x="1206054" y="26472"/>
                </a:lnTo>
                <a:lnTo>
                  <a:pt x="1145795" y="18671"/>
                </a:lnTo>
                <a:lnTo>
                  <a:pt x="1082608" y="12133"/>
                </a:lnTo>
                <a:lnTo>
                  <a:pt x="1016775" y="6928"/>
                </a:lnTo>
                <a:lnTo>
                  <a:pt x="948575" y="3125"/>
                </a:lnTo>
                <a:lnTo>
                  <a:pt x="878291" y="792"/>
                </a:lnTo>
                <a:lnTo>
                  <a:pt x="806202" y="0"/>
                </a:lnTo>
                <a:close/>
              </a:path>
              <a:path w="1598930" h="841375">
                <a:moveTo>
                  <a:pt x="790962" y="454151"/>
                </a:moveTo>
                <a:lnTo>
                  <a:pt x="718886" y="454944"/>
                </a:lnTo>
                <a:lnTo>
                  <a:pt x="648640" y="457277"/>
                </a:lnTo>
                <a:lnTo>
                  <a:pt x="580501" y="461080"/>
                </a:lnTo>
                <a:lnTo>
                  <a:pt x="514747" y="466285"/>
                </a:lnTo>
                <a:lnTo>
                  <a:pt x="451655" y="472823"/>
                </a:lnTo>
                <a:lnTo>
                  <a:pt x="391503" y="480624"/>
                </a:lnTo>
                <a:lnTo>
                  <a:pt x="334568" y="489620"/>
                </a:lnTo>
                <a:lnTo>
                  <a:pt x="281128" y="499742"/>
                </a:lnTo>
                <a:lnTo>
                  <a:pt x="231460" y="510920"/>
                </a:lnTo>
                <a:lnTo>
                  <a:pt x="185842" y="523087"/>
                </a:lnTo>
                <a:lnTo>
                  <a:pt x="144552" y="536172"/>
                </a:lnTo>
                <a:lnTo>
                  <a:pt x="107866" y="550107"/>
                </a:lnTo>
                <a:lnTo>
                  <a:pt x="49421" y="580250"/>
                </a:lnTo>
                <a:lnTo>
                  <a:pt x="12725" y="612965"/>
                </a:lnTo>
                <a:lnTo>
                  <a:pt x="0" y="647699"/>
                </a:lnTo>
                <a:lnTo>
                  <a:pt x="3227" y="665285"/>
                </a:lnTo>
                <a:lnTo>
                  <a:pt x="28215" y="699078"/>
                </a:lnTo>
                <a:lnTo>
                  <a:pt x="76063" y="730576"/>
                </a:lnTo>
                <a:lnTo>
                  <a:pt x="144552" y="759227"/>
                </a:lnTo>
                <a:lnTo>
                  <a:pt x="185842" y="772312"/>
                </a:lnTo>
                <a:lnTo>
                  <a:pt x="231460" y="784478"/>
                </a:lnTo>
                <a:lnTo>
                  <a:pt x="281128" y="795657"/>
                </a:lnTo>
                <a:lnTo>
                  <a:pt x="334568" y="805779"/>
                </a:lnTo>
                <a:lnTo>
                  <a:pt x="391503" y="814775"/>
                </a:lnTo>
                <a:lnTo>
                  <a:pt x="451655" y="822576"/>
                </a:lnTo>
                <a:lnTo>
                  <a:pt x="514747" y="829114"/>
                </a:lnTo>
                <a:lnTo>
                  <a:pt x="580501" y="834319"/>
                </a:lnTo>
                <a:lnTo>
                  <a:pt x="648640" y="838122"/>
                </a:lnTo>
                <a:lnTo>
                  <a:pt x="718886" y="840455"/>
                </a:lnTo>
                <a:lnTo>
                  <a:pt x="790962" y="841247"/>
                </a:lnTo>
                <a:lnTo>
                  <a:pt x="863277" y="840455"/>
                </a:lnTo>
                <a:lnTo>
                  <a:pt x="933737" y="838122"/>
                </a:lnTo>
                <a:lnTo>
                  <a:pt x="1002064" y="834319"/>
                </a:lnTo>
                <a:lnTo>
                  <a:pt x="1067983" y="829114"/>
                </a:lnTo>
                <a:lnTo>
                  <a:pt x="1131217" y="822576"/>
                </a:lnTo>
                <a:lnTo>
                  <a:pt x="1191491" y="814775"/>
                </a:lnTo>
                <a:lnTo>
                  <a:pt x="1248530" y="805779"/>
                </a:lnTo>
                <a:lnTo>
                  <a:pt x="1302056" y="795657"/>
                </a:lnTo>
                <a:lnTo>
                  <a:pt x="1351794" y="784478"/>
                </a:lnTo>
                <a:lnTo>
                  <a:pt x="1397468" y="772312"/>
                </a:lnTo>
                <a:lnTo>
                  <a:pt x="1438802" y="759227"/>
                </a:lnTo>
                <a:lnTo>
                  <a:pt x="1475520" y="745292"/>
                </a:lnTo>
                <a:lnTo>
                  <a:pt x="1534005" y="715149"/>
                </a:lnTo>
                <a:lnTo>
                  <a:pt x="1570714" y="682434"/>
                </a:lnTo>
                <a:lnTo>
                  <a:pt x="1583442" y="647699"/>
                </a:lnTo>
                <a:lnTo>
                  <a:pt x="1580214" y="630114"/>
                </a:lnTo>
                <a:lnTo>
                  <a:pt x="1555219" y="596321"/>
                </a:lnTo>
                <a:lnTo>
                  <a:pt x="1507346" y="564823"/>
                </a:lnTo>
                <a:lnTo>
                  <a:pt x="1438802" y="536172"/>
                </a:lnTo>
                <a:lnTo>
                  <a:pt x="1397468" y="523087"/>
                </a:lnTo>
                <a:lnTo>
                  <a:pt x="1351794" y="510920"/>
                </a:lnTo>
                <a:lnTo>
                  <a:pt x="1302056" y="499742"/>
                </a:lnTo>
                <a:lnTo>
                  <a:pt x="1248530" y="489620"/>
                </a:lnTo>
                <a:lnTo>
                  <a:pt x="1191491" y="480624"/>
                </a:lnTo>
                <a:lnTo>
                  <a:pt x="1131217" y="472823"/>
                </a:lnTo>
                <a:lnTo>
                  <a:pt x="1067983" y="466285"/>
                </a:lnTo>
                <a:lnTo>
                  <a:pt x="1002064" y="461080"/>
                </a:lnTo>
                <a:lnTo>
                  <a:pt x="933737" y="457277"/>
                </a:lnTo>
                <a:lnTo>
                  <a:pt x="863277" y="454944"/>
                </a:lnTo>
                <a:lnTo>
                  <a:pt x="790962" y="454151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36894" y="5553455"/>
            <a:ext cx="1610995" cy="853440"/>
          </a:xfrm>
          <a:custGeom>
            <a:avLst/>
            <a:gdLst/>
            <a:ahLst/>
            <a:cxnLst/>
            <a:rect l="l" t="t" r="r" b="b"/>
            <a:pathLst>
              <a:path w="1610995" h="853439">
                <a:moveTo>
                  <a:pt x="818394" y="0"/>
                </a:moveTo>
                <a:lnTo>
                  <a:pt x="746318" y="792"/>
                </a:lnTo>
                <a:lnTo>
                  <a:pt x="676072" y="3125"/>
                </a:lnTo>
                <a:lnTo>
                  <a:pt x="607933" y="6928"/>
                </a:lnTo>
                <a:lnTo>
                  <a:pt x="542179" y="12133"/>
                </a:lnTo>
                <a:lnTo>
                  <a:pt x="479087" y="18671"/>
                </a:lnTo>
                <a:lnTo>
                  <a:pt x="418935" y="26472"/>
                </a:lnTo>
                <a:lnTo>
                  <a:pt x="362000" y="35468"/>
                </a:lnTo>
                <a:lnTo>
                  <a:pt x="308560" y="45590"/>
                </a:lnTo>
                <a:lnTo>
                  <a:pt x="258892" y="56768"/>
                </a:lnTo>
                <a:lnTo>
                  <a:pt x="213274" y="68935"/>
                </a:lnTo>
                <a:lnTo>
                  <a:pt x="171984" y="82020"/>
                </a:lnTo>
                <a:lnTo>
                  <a:pt x="135298" y="95955"/>
                </a:lnTo>
                <a:lnTo>
                  <a:pt x="76853" y="126098"/>
                </a:lnTo>
                <a:lnTo>
                  <a:pt x="40157" y="158813"/>
                </a:lnTo>
                <a:lnTo>
                  <a:pt x="27431" y="193547"/>
                </a:lnTo>
                <a:lnTo>
                  <a:pt x="30659" y="211133"/>
                </a:lnTo>
                <a:lnTo>
                  <a:pt x="55647" y="244926"/>
                </a:lnTo>
                <a:lnTo>
                  <a:pt x="103495" y="276424"/>
                </a:lnTo>
                <a:lnTo>
                  <a:pt x="171984" y="305075"/>
                </a:lnTo>
                <a:lnTo>
                  <a:pt x="213274" y="318160"/>
                </a:lnTo>
                <a:lnTo>
                  <a:pt x="258892" y="330326"/>
                </a:lnTo>
                <a:lnTo>
                  <a:pt x="308560" y="341505"/>
                </a:lnTo>
                <a:lnTo>
                  <a:pt x="362000" y="351627"/>
                </a:lnTo>
                <a:lnTo>
                  <a:pt x="418935" y="360623"/>
                </a:lnTo>
                <a:lnTo>
                  <a:pt x="479087" y="368424"/>
                </a:lnTo>
                <a:lnTo>
                  <a:pt x="542179" y="374962"/>
                </a:lnTo>
                <a:lnTo>
                  <a:pt x="607933" y="380167"/>
                </a:lnTo>
                <a:lnTo>
                  <a:pt x="676072" y="383970"/>
                </a:lnTo>
                <a:lnTo>
                  <a:pt x="746318" y="386303"/>
                </a:lnTo>
                <a:lnTo>
                  <a:pt x="818394" y="387095"/>
                </a:lnTo>
                <a:lnTo>
                  <a:pt x="890709" y="386303"/>
                </a:lnTo>
                <a:lnTo>
                  <a:pt x="961169" y="383970"/>
                </a:lnTo>
                <a:lnTo>
                  <a:pt x="1029496" y="380167"/>
                </a:lnTo>
                <a:lnTo>
                  <a:pt x="1095415" y="374962"/>
                </a:lnTo>
                <a:lnTo>
                  <a:pt x="1158649" y="368424"/>
                </a:lnTo>
                <a:lnTo>
                  <a:pt x="1218923" y="360623"/>
                </a:lnTo>
                <a:lnTo>
                  <a:pt x="1275962" y="351627"/>
                </a:lnTo>
                <a:lnTo>
                  <a:pt x="1329488" y="341505"/>
                </a:lnTo>
                <a:lnTo>
                  <a:pt x="1379226" y="330326"/>
                </a:lnTo>
                <a:lnTo>
                  <a:pt x="1424900" y="318160"/>
                </a:lnTo>
                <a:lnTo>
                  <a:pt x="1466234" y="305075"/>
                </a:lnTo>
                <a:lnTo>
                  <a:pt x="1502952" y="291140"/>
                </a:lnTo>
                <a:lnTo>
                  <a:pt x="1561437" y="260997"/>
                </a:lnTo>
                <a:lnTo>
                  <a:pt x="1598146" y="228282"/>
                </a:lnTo>
                <a:lnTo>
                  <a:pt x="1610874" y="193547"/>
                </a:lnTo>
                <a:lnTo>
                  <a:pt x="1607646" y="175962"/>
                </a:lnTo>
                <a:lnTo>
                  <a:pt x="1582651" y="142169"/>
                </a:lnTo>
                <a:lnTo>
                  <a:pt x="1534778" y="110671"/>
                </a:lnTo>
                <a:lnTo>
                  <a:pt x="1466234" y="82020"/>
                </a:lnTo>
                <a:lnTo>
                  <a:pt x="1424900" y="68935"/>
                </a:lnTo>
                <a:lnTo>
                  <a:pt x="1379226" y="56768"/>
                </a:lnTo>
                <a:lnTo>
                  <a:pt x="1329488" y="45590"/>
                </a:lnTo>
                <a:lnTo>
                  <a:pt x="1275962" y="35468"/>
                </a:lnTo>
                <a:lnTo>
                  <a:pt x="1218923" y="26472"/>
                </a:lnTo>
                <a:lnTo>
                  <a:pt x="1158649" y="18671"/>
                </a:lnTo>
                <a:lnTo>
                  <a:pt x="1095415" y="12133"/>
                </a:lnTo>
                <a:lnTo>
                  <a:pt x="1029496" y="6928"/>
                </a:lnTo>
                <a:lnTo>
                  <a:pt x="961169" y="3125"/>
                </a:lnTo>
                <a:lnTo>
                  <a:pt x="890709" y="792"/>
                </a:lnTo>
                <a:lnTo>
                  <a:pt x="818394" y="0"/>
                </a:lnTo>
                <a:close/>
              </a:path>
              <a:path w="1610995" h="853439">
                <a:moveTo>
                  <a:pt x="792486" y="466343"/>
                </a:moveTo>
                <a:lnTo>
                  <a:pt x="720396" y="467136"/>
                </a:lnTo>
                <a:lnTo>
                  <a:pt x="650112" y="469469"/>
                </a:lnTo>
                <a:lnTo>
                  <a:pt x="581912" y="473272"/>
                </a:lnTo>
                <a:lnTo>
                  <a:pt x="516078" y="478477"/>
                </a:lnTo>
                <a:lnTo>
                  <a:pt x="452891" y="485015"/>
                </a:lnTo>
                <a:lnTo>
                  <a:pt x="392632" y="492816"/>
                </a:lnTo>
                <a:lnTo>
                  <a:pt x="335580" y="501812"/>
                </a:lnTo>
                <a:lnTo>
                  <a:pt x="282016" y="511934"/>
                </a:lnTo>
                <a:lnTo>
                  <a:pt x="232222" y="523112"/>
                </a:lnTo>
                <a:lnTo>
                  <a:pt x="186478" y="535279"/>
                </a:lnTo>
                <a:lnTo>
                  <a:pt x="145064" y="548364"/>
                </a:lnTo>
                <a:lnTo>
                  <a:pt x="108262" y="562299"/>
                </a:lnTo>
                <a:lnTo>
                  <a:pt x="49613" y="592442"/>
                </a:lnTo>
                <a:lnTo>
                  <a:pt x="12777" y="625157"/>
                </a:lnTo>
                <a:lnTo>
                  <a:pt x="0" y="659891"/>
                </a:lnTo>
                <a:lnTo>
                  <a:pt x="3241" y="677477"/>
                </a:lnTo>
                <a:lnTo>
                  <a:pt x="28328" y="711270"/>
                </a:lnTo>
                <a:lnTo>
                  <a:pt x="76351" y="742768"/>
                </a:lnTo>
                <a:lnTo>
                  <a:pt x="145064" y="771419"/>
                </a:lnTo>
                <a:lnTo>
                  <a:pt x="186478" y="784504"/>
                </a:lnTo>
                <a:lnTo>
                  <a:pt x="232222" y="796670"/>
                </a:lnTo>
                <a:lnTo>
                  <a:pt x="282016" y="807849"/>
                </a:lnTo>
                <a:lnTo>
                  <a:pt x="335580" y="817971"/>
                </a:lnTo>
                <a:lnTo>
                  <a:pt x="392632" y="826967"/>
                </a:lnTo>
                <a:lnTo>
                  <a:pt x="452891" y="834768"/>
                </a:lnTo>
                <a:lnTo>
                  <a:pt x="516078" y="841306"/>
                </a:lnTo>
                <a:lnTo>
                  <a:pt x="581912" y="846511"/>
                </a:lnTo>
                <a:lnTo>
                  <a:pt x="650112" y="850314"/>
                </a:lnTo>
                <a:lnTo>
                  <a:pt x="720396" y="852647"/>
                </a:lnTo>
                <a:lnTo>
                  <a:pt x="792486" y="853439"/>
                </a:lnTo>
                <a:lnTo>
                  <a:pt x="864575" y="852647"/>
                </a:lnTo>
                <a:lnTo>
                  <a:pt x="934859" y="850314"/>
                </a:lnTo>
                <a:lnTo>
                  <a:pt x="1003059" y="846511"/>
                </a:lnTo>
                <a:lnTo>
                  <a:pt x="1068892" y="841306"/>
                </a:lnTo>
                <a:lnTo>
                  <a:pt x="1132079" y="834768"/>
                </a:lnTo>
                <a:lnTo>
                  <a:pt x="1192338" y="826967"/>
                </a:lnTo>
                <a:lnTo>
                  <a:pt x="1249389" y="817971"/>
                </a:lnTo>
                <a:lnTo>
                  <a:pt x="1302952" y="807849"/>
                </a:lnTo>
                <a:lnTo>
                  <a:pt x="1352746" y="796670"/>
                </a:lnTo>
                <a:lnTo>
                  <a:pt x="1398490" y="784504"/>
                </a:lnTo>
                <a:lnTo>
                  <a:pt x="1439903" y="771419"/>
                </a:lnTo>
                <a:lnTo>
                  <a:pt x="1476705" y="757484"/>
                </a:lnTo>
                <a:lnTo>
                  <a:pt x="1535353" y="727341"/>
                </a:lnTo>
                <a:lnTo>
                  <a:pt x="1572188" y="694626"/>
                </a:lnTo>
                <a:lnTo>
                  <a:pt x="1584966" y="659891"/>
                </a:lnTo>
                <a:lnTo>
                  <a:pt x="1581724" y="642306"/>
                </a:lnTo>
                <a:lnTo>
                  <a:pt x="1556638" y="608513"/>
                </a:lnTo>
                <a:lnTo>
                  <a:pt x="1508615" y="577015"/>
                </a:lnTo>
                <a:lnTo>
                  <a:pt x="1439903" y="548364"/>
                </a:lnTo>
                <a:lnTo>
                  <a:pt x="1398490" y="535279"/>
                </a:lnTo>
                <a:lnTo>
                  <a:pt x="1352746" y="523112"/>
                </a:lnTo>
                <a:lnTo>
                  <a:pt x="1302952" y="511934"/>
                </a:lnTo>
                <a:lnTo>
                  <a:pt x="1249389" y="501812"/>
                </a:lnTo>
                <a:lnTo>
                  <a:pt x="1192338" y="492816"/>
                </a:lnTo>
                <a:lnTo>
                  <a:pt x="1132079" y="485015"/>
                </a:lnTo>
                <a:lnTo>
                  <a:pt x="1068892" y="478477"/>
                </a:lnTo>
                <a:lnTo>
                  <a:pt x="1003059" y="473272"/>
                </a:lnTo>
                <a:lnTo>
                  <a:pt x="934859" y="469469"/>
                </a:lnTo>
                <a:lnTo>
                  <a:pt x="864575" y="467136"/>
                </a:lnTo>
                <a:lnTo>
                  <a:pt x="792486" y="466343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49085" y="4165091"/>
            <a:ext cx="1584960" cy="386080"/>
          </a:xfrm>
          <a:custGeom>
            <a:avLst/>
            <a:gdLst/>
            <a:ahLst/>
            <a:cxnLst/>
            <a:rect l="l" t="t" r="r" b="b"/>
            <a:pathLst>
              <a:path w="1584960" h="386079">
                <a:moveTo>
                  <a:pt x="792486" y="0"/>
                </a:moveTo>
                <a:lnTo>
                  <a:pt x="720396" y="792"/>
                </a:lnTo>
                <a:lnTo>
                  <a:pt x="650112" y="3125"/>
                </a:lnTo>
                <a:lnTo>
                  <a:pt x="581912" y="6928"/>
                </a:lnTo>
                <a:lnTo>
                  <a:pt x="516078" y="12133"/>
                </a:lnTo>
                <a:lnTo>
                  <a:pt x="452891" y="18671"/>
                </a:lnTo>
                <a:lnTo>
                  <a:pt x="392632" y="26472"/>
                </a:lnTo>
                <a:lnTo>
                  <a:pt x="335580" y="35468"/>
                </a:lnTo>
                <a:lnTo>
                  <a:pt x="282016" y="45590"/>
                </a:lnTo>
                <a:lnTo>
                  <a:pt x="232222" y="56768"/>
                </a:lnTo>
                <a:lnTo>
                  <a:pt x="186478" y="68935"/>
                </a:lnTo>
                <a:lnTo>
                  <a:pt x="145064" y="82020"/>
                </a:lnTo>
                <a:lnTo>
                  <a:pt x="108262" y="95955"/>
                </a:lnTo>
                <a:lnTo>
                  <a:pt x="49613" y="126098"/>
                </a:lnTo>
                <a:lnTo>
                  <a:pt x="12777" y="158813"/>
                </a:lnTo>
                <a:lnTo>
                  <a:pt x="0" y="193547"/>
                </a:lnTo>
                <a:lnTo>
                  <a:pt x="3241" y="211119"/>
                </a:lnTo>
                <a:lnTo>
                  <a:pt x="28328" y="244813"/>
                </a:lnTo>
                <a:lnTo>
                  <a:pt x="76351" y="276137"/>
                </a:lnTo>
                <a:lnTo>
                  <a:pt x="145064" y="304563"/>
                </a:lnTo>
                <a:lnTo>
                  <a:pt x="186478" y="317525"/>
                </a:lnTo>
                <a:lnTo>
                  <a:pt x="232222" y="329564"/>
                </a:lnTo>
                <a:lnTo>
                  <a:pt x="282016" y="340617"/>
                </a:lnTo>
                <a:lnTo>
                  <a:pt x="335580" y="350615"/>
                </a:lnTo>
                <a:lnTo>
                  <a:pt x="392632" y="359494"/>
                </a:lnTo>
                <a:lnTo>
                  <a:pt x="452891" y="367188"/>
                </a:lnTo>
                <a:lnTo>
                  <a:pt x="516078" y="373630"/>
                </a:lnTo>
                <a:lnTo>
                  <a:pt x="581912" y="378756"/>
                </a:lnTo>
                <a:lnTo>
                  <a:pt x="650112" y="382498"/>
                </a:lnTo>
                <a:lnTo>
                  <a:pt x="720396" y="384792"/>
                </a:lnTo>
                <a:lnTo>
                  <a:pt x="792486" y="385571"/>
                </a:lnTo>
                <a:lnTo>
                  <a:pt x="864575" y="384792"/>
                </a:lnTo>
                <a:lnTo>
                  <a:pt x="934859" y="382498"/>
                </a:lnTo>
                <a:lnTo>
                  <a:pt x="1003059" y="378756"/>
                </a:lnTo>
                <a:lnTo>
                  <a:pt x="1068892" y="373630"/>
                </a:lnTo>
                <a:lnTo>
                  <a:pt x="1132079" y="367188"/>
                </a:lnTo>
                <a:lnTo>
                  <a:pt x="1192338" y="359494"/>
                </a:lnTo>
                <a:lnTo>
                  <a:pt x="1249389" y="350615"/>
                </a:lnTo>
                <a:lnTo>
                  <a:pt x="1302952" y="340617"/>
                </a:lnTo>
                <a:lnTo>
                  <a:pt x="1352746" y="329564"/>
                </a:lnTo>
                <a:lnTo>
                  <a:pt x="1398490" y="317525"/>
                </a:lnTo>
                <a:lnTo>
                  <a:pt x="1439903" y="304563"/>
                </a:lnTo>
                <a:lnTo>
                  <a:pt x="1476705" y="290745"/>
                </a:lnTo>
                <a:lnTo>
                  <a:pt x="1535353" y="260804"/>
                </a:lnTo>
                <a:lnTo>
                  <a:pt x="1572188" y="228229"/>
                </a:lnTo>
                <a:lnTo>
                  <a:pt x="1584966" y="193547"/>
                </a:lnTo>
                <a:lnTo>
                  <a:pt x="1581724" y="175962"/>
                </a:lnTo>
                <a:lnTo>
                  <a:pt x="1556638" y="142169"/>
                </a:lnTo>
                <a:lnTo>
                  <a:pt x="1508615" y="110671"/>
                </a:lnTo>
                <a:lnTo>
                  <a:pt x="1439903" y="82020"/>
                </a:lnTo>
                <a:lnTo>
                  <a:pt x="1398490" y="68935"/>
                </a:lnTo>
                <a:lnTo>
                  <a:pt x="1352746" y="56768"/>
                </a:lnTo>
                <a:lnTo>
                  <a:pt x="1302952" y="45590"/>
                </a:lnTo>
                <a:lnTo>
                  <a:pt x="1249389" y="35468"/>
                </a:lnTo>
                <a:lnTo>
                  <a:pt x="1192338" y="26472"/>
                </a:lnTo>
                <a:lnTo>
                  <a:pt x="1132079" y="18671"/>
                </a:lnTo>
                <a:lnTo>
                  <a:pt x="1068892" y="12133"/>
                </a:lnTo>
                <a:lnTo>
                  <a:pt x="1003059" y="6928"/>
                </a:lnTo>
                <a:lnTo>
                  <a:pt x="934859" y="3125"/>
                </a:lnTo>
                <a:lnTo>
                  <a:pt x="864575" y="792"/>
                </a:lnTo>
                <a:lnTo>
                  <a:pt x="792486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10127" y="4032604"/>
            <a:ext cx="1465580" cy="236664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4175" marR="5080" indent="-372110">
              <a:lnSpc>
                <a:spcPct val="152400"/>
              </a:lnSpc>
              <a:spcBef>
                <a:spcPts val="245"/>
              </a:spcBef>
            </a:pPr>
            <a:r>
              <a:rPr sz="2000" dirty="0">
                <a:latin typeface="Arial MT"/>
                <a:cs typeface="Arial MT"/>
              </a:rPr>
              <a:t>N1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Matrícula </a:t>
            </a:r>
            <a:r>
              <a:rPr sz="2000" spc="-20" dirty="0">
                <a:latin typeface="Arial MT"/>
                <a:cs typeface="Arial MT"/>
              </a:rPr>
              <a:t>Nome Idade Sexo </a:t>
            </a:r>
            <a:r>
              <a:rPr sz="2000" spc="-10" dirty="0">
                <a:latin typeface="Arial MT"/>
                <a:cs typeface="Arial MT"/>
              </a:rPr>
              <a:t>Altura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08044" y="3400045"/>
            <a:ext cx="0" cy="748665"/>
          </a:xfrm>
          <a:custGeom>
            <a:avLst/>
            <a:gdLst/>
            <a:ahLst/>
            <a:cxnLst/>
            <a:rect l="l" t="t" r="r" b="b"/>
            <a:pathLst>
              <a:path h="748664">
                <a:moveTo>
                  <a:pt x="0" y="0"/>
                </a:moveTo>
                <a:lnTo>
                  <a:pt x="0" y="748283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962396" y="2662428"/>
            <a:ext cx="1882139" cy="545661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113664" rIns="0" bIns="0" rtlCol="0">
            <a:spAutoFit/>
          </a:bodyPr>
          <a:lstStyle/>
          <a:p>
            <a:pPr marL="150495">
              <a:spcBef>
                <a:spcPts val="894"/>
              </a:spcBef>
            </a:pPr>
            <a:r>
              <a:rPr sz="2800" spc="-10" dirty="0">
                <a:latin typeface="Arial MT"/>
                <a:cs typeface="Arial MT"/>
              </a:rPr>
              <a:t>Professor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46801" y="4105656"/>
            <a:ext cx="1624965" cy="2257425"/>
          </a:xfrm>
          <a:custGeom>
            <a:avLst/>
            <a:gdLst/>
            <a:ahLst/>
            <a:cxnLst/>
            <a:rect l="l" t="t" r="r" b="b"/>
            <a:pathLst>
              <a:path w="1624964" h="2257425">
                <a:moveTo>
                  <a:pt x="832103" y="495299"/>
                </a:moveTo>
                <a:lnTo>
                  <a:pt x="760254" y="496092"/>
                </a:lnTo>
                <a:lnTo>
                  <a:pt x="690183" y="498425"/>
                </a:lnTo>
                <a:lnTo>
                  <a:pt x="622172" y="502228"/>
                </a:lnTo>
                <a:lnTo>
                  <a:pt x="556504" y="507433"/>
                </a:lnTo>
                <a:lnTo>
                  <a:pt x="493460" y="513971"/>
                </a:lnTo>
                <a:lnTo>
                  <a:pt x="433323" y="521772"/>
                </a:lnTo>
                <a:lnTo>
                  <a:pt x="376376" y="530768"/>
                </a:lnTo>
                <a:lnTo>
                  <a:pt x="322899" y="540890"/>
                </a:lnTo>
                <a:lnTo>
                  <a:pt x="273176" y="552068"/>
                </a:lnTo>
                <a:lnTo>
                  <a:pt x="227489" y="564235"/>
                </a:lnTo>
                <a:lnTo>
                  <a:pt x="186120" y="577320"/>
                </a:lnTo>
                <a:lnTo>
                  <a:pt x="149351" y="591255"/>
                </a:lnTo>
                <a:lnTo>
                  <a:pt x="90743" y="621398"/>
                </a:lnTo>
                <a:lnTo>
                  <a:pt x="53923" y="654113"/>
                </a:lnTo>
                <a:lnTo>
                  <a:pt x="41147" y="688847"/>
                </a:lnTo>
                <a:lnTo>
                  <a:pt x="44388" y="706433"/>
                </a:lnTo>
                <a:lnTo>
                  <a:pt x="69468" y="740226"/>
                </a:lnTo>
                <a:lnTo>
                  <a:pt x="117465" y="771724"/>
                </a:lnTo>
                <a:lnTo>
                  <a:pt x="186120" y="800375"/>
                </a:lnTo>
                <a:lnTo>
                  <a:pt x="227489" y="813460"/>
                </a:lnTo>
                <a:lnTo>
                  <a:pt x="273176" y="825626"/>
                </a:lnTo>
                <a:lnTo>
                  <a:pt x="322899" y="836805"/>
                </a:lnTo>
                <a:lnTo>
                  <a:pt x="376376" y="846927"/>
                </a:lnTo>
                <a:lnTo>
                  <a:pt x="433323" y="855923"/>
                </a:lnTo>
                <a:lnTo>
                  <a:pt x="493460" y="863724"/>
                </a:lnTo>
                <a:lnTo>
                  <a:pt x="556504" y="870262"/>
                </a:lnTo>
                <a:lnTo>
                  <a:pt x="622172" y="875467"/>
                </a:lnTo>
                <a:lnTo>
                  <a:pt x="690183" y="879270"/>
                </a:lnTo>
                <a:lnTo>
                  <a:pt x="760254" y="881603"/>
                </a:lnTo>
                <a:lnTo>
                  <a:pt x="832103" y="882395"/>
                </a:lnTo>
                <a:lnTo>
                  <a:pt x="904193" y="881603"/>
                </a:lnTo>
                <a:lnTo>
                  <a:pt x="974477" y="879270"/>
                </a:lnTo>
                <a:lnTo>
                  <a:pt x="1042677" y="875467"/>
                </a:lnTo>
                <a:lnTo>
                  <a:pt x="1108510" y="870262"/>
                </a:lnTo>
                <a:lnTo>
                  <a:pt x="1171697" y="863724"/>
                </a:lnTo>
                <a:lnTo>
                  <a:pt x="1231956" y="855923"/>
                </a:lnTo>
                <a:lnTo>
                  <a:pt x="1289007" y="846927"/>
                </a:lnTo>
                <a:lnTo>
                  <a:pt x="1342570" y="836805"/>
                </a:lnTo>
                <a:lnTo>
                  <a:pt x="1392364" y="825626"/>
                </a:lnTo>
                <a:lnTo>
                  <a:pt x="1438108" y="813460"/>
                </a:lnTo>
                <a:lnTo>
                  <a:pt x="1479521" y="800375"/>
                </a:lnTo>
                <a:lnTo>
                  <a:pt x="1516323" y="786440"/>
                </a:lnTo>
                <a:lnTo>
                  <a:pt x="1574971" y="756297"/>
                </a:lnTo>
                <a:lnTo>
                  <a:pt x="1611806" y="723582"/>
                </a:lnTo>
                <a:lnTo>
                  <a:pt x="1624583" y="688847"/>
                </a:lnTo>
                <a:lnTo>
                  <a:pt x="1621342" y="671262"/>
                </a:lnTo>
                <a:lnTo>
                  <a:pt x="1596255" y="637469"/>
                </a:lnTo>
                <a:lnTo>
                  <a:pt x="1548233" y="605971"/>
                </a:lnTo>
                <a:lnTo>
                  <a:pt x="1479521" y="577320"/>
                </a:lnTo>
                <a:lnTo>
                  <a:pt x="1438108" y="564235"/>
                </a:lnTo>
                <a:lnTo>
                  <a:pt x="1392364" y="552068"/>
                </a:lnTo>
                <a:lnTo>
                  <a:pt x="1342570" y="540890"/>
                </a:lnTo>
                <a:lnTo>
                  <a:pt x="1289007" y="530768"/>
                </a:lnTo>
                <a:lnTo>
                  <a:pt x="1231956" y="521772"/>
                </a:lnTo>
                <a:lnTo>
                  <a:pt x="1171697" y="513971"/>
                </a:lnTo>
                <a:lnTo>
                  <a:pt x="1108510" y="507433"/>
                </a:lnTo>
                <a:lnTo>
                  <a:pt x="1042677" y="502228"/>
                </a:lnTo>
                <a:lnTo>
                  <a:pt x="974477" y="498425"/>
                </a:lnTo>
                <a:lnTo>
                  <a:pt x="904193" y="496092"/>
                </a:lnTo>
                <a:lnTo>
                  <a:pt x="832103" y="495299"/>
                </a:lnTo>
                <a:close/>
              </a:path>
              <a:path w="1624964" h="2257425">
                <a:moveTo>
                  <a:pt x="818387" y="949451"/>
                </a:moveTo>
                <a:lnTo>
                  <a:pt x="746312" y="950244"/>
                </a:lnTo>
                <a:lnTo>
                  <a:pt x="676066" y="952577"/>
                </a:lnTo>
                <a:lnTo>
                  <a:pt x="607927" y="956380"/>
                </a:lnTo>
                <a:lnTo>
                  <a:pt x="542173" y="961585"/>
                </a:lnTo>
                <a:lnTo>
                  <a:pt x="479082" y="968123"/>
                </a:lnTo>
                <a:lnTo>
                  <a:pt x="418930" y="975924"/>
                </a:lnTo>
                <a:lnTo>
                  <a:pt x="361996" y="984920"/>
                </a:lnTo>
                <a:lnTo>
                  <a:pt x="308556" y="995042"/>
                </a:lnTo>
                <a:lnTo>
                  <a:pt x="258889" y="1006220"/>
                </a:lnTo>
                <a:lnTo>
                  <a:pt x="213272" y="1018387"/>
                </a:lnTo>
                <a:lnTo>
                  <a:pt x="171982" y="1031472"/>
                </a:lnTo>
                <a:lnTo>
                  <a:pt x="135297" y="1045407"/>
                </a:lnTo>
                <a:lnTo>
                  <a:pt x="76852" y="1075550"/>
                </a:lnTo>
                <a:lnTo>
                  <a:pt x="40157" y="1108265"/>
                </a:lnTo>
                <a:lnTo>
                  <a:pt x="27431" y="1142999"/>
                </a:lnTo>
                <a:lnTo>
                  <a:pt x="30659" y="1160585"/>
                </a:lnTo>
                <a:lnTo>
                  <a:pt x="55647" y="1194378"/>
                </a:lnTo>
                <a:lnTo>
                  <a:pt x="103494" y="1225876"/>
                </a:lnTo>
                <a:lnTo>
                  <a:pt x="171982" y="1254527"/>
                </a:lnTo>
                <a:lnTo>
                  <a:pt x="213272" y="1267612"/>
                </a:lnTo>
                <a:lnTo>
                  <a:pt x="258889" y="1279778"/>
                </a:lnTo>
                <a:lnTo>
                  <a:pt x="308556" y="1290957"/>
                </a:lnTo>
                <a:lnTo>
                  <a:pt x="361996" y="1301079"/>
                </a:lnTo>
                <a:lnTo>
                  <a:pt x="418930" y="1310075"/>
                </a:lnTo>
                <a:lnTo>
                  <a:pt x="479082" y="1317876"/>
                </a:lnTo>
                <a:lnTo>
                  <a:pt x="542173" y="1324414"/>
                </a:lnTo>
                <a:lnTo>
                  <a:pt x="607927" y="1329619"/>
                </a:lnTo>
                <a:lnTo>
                  <a:pt x="676066" y="1333422"/>
                </a:lnTo>
                <a:lnTo>
                  <a:pt x="746312" y="1335755"/>
                </a:lnTo>
                <a:lnTo>
                  <a:pt x="818387" y="1336547"/>
                </a:lnTo>
                <a:lnTo>
                  <a:pt x="890463" y="1335755"/>
                </a:lnTo>
                <a:lnTo>
                  <a:pt x="960709" y="1333422"/>
                </a:lnTo>
                <a:lnTo>
                  <a:pt x="1028848" y="1329619"/>
                </a:lnTo>
                <a:lnTo>
                  <a:pt x="1094602" y="1324414"/>
                </a:lnTo>
                <a:lnTo>
                  <a:pt x="1157693" y="1317876"/>
                </a:lnTo>
                <a:lnTo>
                  <a:pt x="1217845" y="1310075"/>
                </a:lnTo>
                <a:lnTo>
                  <a:pt x="1274779" y="1301079"/>
                </a:lnTo>
                <a:lnTo>
                  <a:pt x="1328219" y="1290957"/>
                </a:lnTo>
                <a:lnTo>
                  <a:pt x="1377886" y="1279778"/>
                </a:lnTo>
                <a:lnTo>
                  <a:pt x="1423503" y="1267612"/>
                </a:lnTo>
                <a:lnTo>
                  <a:pt x="1464793" y="1254527"/>
                </a:lnTo>
                <a:lnTo>
                  <a:pt x="1501478" y="1240592"/>
                </a:lnTo>
                <a:lnTo>
                  <a:pt x="1559923" y="1210448"/>
                </a:lnTo>
                <a:lnTo>
                  <a:pt x="1596618" y="1177734"/>
                </a:lnTo>
                <a:lnTo>
                  <a:pt x="1609343" y="1142999"/>
                </a:lnTo>
                <a:lnTo>
                  <a:pt x="1606116" y="1125414"/>
                </a:lnTo>
                <a:lnTo>
                  <a:pt x="1581128" y="1091621"/>
                </a:lnTo>
                <a:lnTo>
                  <a:pt x="1533281" y="1060123"/>
                </a:lnTo>
                <a:lnTo>
                  <a:pt x="1464793" y="1031472"/>
                </a:lnTo>
                <a:lnTo>
                  <a:pt x="1423503" y="1018387"/>
                </a:lnTo>
                <a:lnTo>
                  <a:pt x="1377886" y="1006220"/>
                </a:lnTo>
                <a:lnTo>
                  <a:pt x="1328219" y="995042"/>
                </a:lnTo>
                <a:lnTo>
                  <a:pt x="1274779" y="984920"/>
                </a:lnTo>
                <a:lnTo>
                  <a:pt x="1217845" y="975924"/>
                </a:lnTo>
                <a:lnTo>
                  <a:pt x="1157693" y="968123"/>
                </a:lnTo>
                <a:lnTo>
                  <a:pt x="1094602" y="961585"/>
                </a:lnTo>
                <a:lnTo>
                  <a:pt x="1028848" y="956380"/>
                </a:lnTo>
                <a:lnTo>
                  <a:pt x="960709" y="952577"/>
                </a:lnTo>
                <a:lnTo>
                  <a:pt x="890463" y="950244"/>
                </a:lnTo>
                <a:lnTo>
                  <a:pt x="818387" y="949451"/>
                </a:lnTo>
                <a:close/>
              </a:path>
              <a:path w="1624964" h="2257425">
                <a:moveTo>
                  <a:pt x="818387" y="1403603"/>
                </a:moveTo>
                <a:lnTo>
                  <a:pt x="746312" y="1404383"/>
                </a:lnTo>
                <a:lnTo>
                  <a:pt x="676066" y="1406679"/>
                </a:lnTo>
                <a:lnTo>
                  <a:pt x="607927" y="1410426"/>
                </a:lnTo>
                <a:lnTo>
                  <a:pt x="542173" y="1415561"/>
                </a:lnTo>
                <a:lnTo>
                  <a:pt x="479082" y="1422020"/>
                </a:lnTo>
                <a:lnTo>
                  <a:pt x="418930" y="1429737"/>
                </a:lnTo>
                <a:lnTo>
                  <a:pt x="361996" y="1438649"/>
                </a:lnTo>
                <a:lnTo>
                  <a:pt x="308556" y="1448692"/>
                </a:lnTo>
                <a:lnTo>
                  <a:pt x="258889" y="1459801"/>
                </a:lnTo>
                <a:lnTo>
                  <a:pt x="213272" y="1471912"/>
                </a:lnTo>
                <a:lnTo>
                  <a:pt x="171982" y="1484960"/>
                </a:lnTo>
                <a:lnTo>
                  <a:pt x="135297" y="1498882"/>
                </a:lnTo>
                <a:lnTo>
                  <a:pt x="76852" y="1529088"/>
                </a:lnTo>
                <a:lnTo>
                  <a:pt x="40157" y="1562016"/>
                </a:lnTo>
                <a:lnTo>
                  <a:pt x="27431" y="1597151"/>
                </a:lnTo>
                <a:lnTo>
                  <a:pt x="30659" y="1614737"/>
                </a:lnTo>
                <a:lnTo>
                  <a:pt x="55647" y="1648530"/>
                </a:lnTo>
                <a:lnTo>
                  <a:pt x="103494" y="1680028"/>
                </a:lnTo>
                <a:lnTo>
                  <a:pt x="171982" y="1708679"/>
                </a:lnTo>
                <a:lnTo>
                  <a:pt x="213272" y="1721764"/>
                </a:lnTo>
                <a:lnTo>
                  <a:pt x="258889" y="1733930"/>
                </a:lnTo>
                <a:lnTo>
                  <a:pt x="308556" y="1745109"/>
                </a:lnTo>
                <a:lnTo>
                  <a:pt x="361996" y="1755231"/>
                </a:lnTo>
                <a:lnTo>
                  <a:pt x="418930" y="1764227"/>
                </a:lnTo>
                <a:lnTo>
                  <a:pt x="479082" y="1772028"/>
                </a:lnTo>
                <a:lnTo>
                  <a:pt x="542173" y="1778566"/>
                </a:lnTo>
                <a:lnTo>
                  <a:pt x="607927" y="1783771"/>
                </a:lnTo>
                <a:lnTo>
                  <a:pt x="676066" y="1787574"/>
                </a:lnTo>
                <a:lnTo>
                  <a:pt x="746312" y="1789907"/>
                </a:lnTo>
                <a:lnTo>
                  <a:pt x="818387" y="1790699"/>
                </a:lnTo>
                <a:lnTo>
                  <a:pt x="890463" y="1789907"/>
                </a:lnTo>
                <a:lnTo>
                  <a:pt x="960709" y="1787574"/>
                </a:lnTo>
                <a:lnTo>
                  <a:pt x="1028848" y="1783771"/>
                </a:lnTo>
                <a:lnTo>
                  <a:pt x="1094602" y="1778566"/>
                </a:lnTo>
                <a:lnTo>
                  <a:pt x="1157693" y="1772028"/>
                </a:lnTo>
                <a:lnTo>
                  <a:pt x="1217845" y="1764227"/>
                </a:lnTo>
                <a:lnTo>
                  <a:pt x="1274779" y="1755231"/>
                </a:lnTo>
                <a:lnTo>
                  <a:pt x="1328219" y="1745109"/>
                </a:lnTo>
                <a:lnTo>
                  <a:pt x="1377886" y="1733930"/>
                </a:lnTo>
                <a:lnTo>
                  <a:pt x="1423503" y="1721764"/>
                </a:lnTo>
                <a:lnTo>
                  <a:pt x="1464793" y="1708679"/>
                </a:lnTo>
                <a:lnTo>
                  <a:pt x="1501478" y="1694744"/>
                </a:lnTo>
                <a:lnTo>
                  <a:pt x="1559923" y="1664600"/>
                </a:lnTo>
                <a:lnTo>
                  <a:pt x="1596618" y="1631886"/>
                </a:lnTo>
                <a:lnTo>
                  <a:pt x="1609343" y="1597151"/>
                </a:lnTo>
                <a:lnTo>
                  <a:pt x="1606116" y="1579340"/>
                </a:lnTo>
                <a:lnTo>
                  <a:pt x="1581128" y="1545244"/>
                </a:lnTo>
                <a:lnTo>
                  <a:pt x="1533281" y="1513612"/>
                </a:lnTo>
                <a:lnTo>
                  <a:pt x="1464793" y="1484960"/>
                </a:lnTo>
                <a:lnTo>
                  <a:pt x="1423503" y="1471912"/>
                </a:lnTo>
                <a:lnTo>
                  <a:pt x="1377886" y="1459801"/>
                </a:lnTo>
                <a:lnTo>
                  <a:pt x="1328219" y="1448692"/>
                </a:lnTo>
                <a:lnTo>
                  <a:pt x="1274779" y="1438649"/>
                </a:lnTo>
                <a:lnTo>
                  <a:pt x="1217845" y="1429737"/>
                </a:lnTo>
                <a:lnTo>
                  <a:pt x="1157693" y="1422020"/>
                </a:lnTo>
                <a:lnTo>
                  <a:pt x="1094602" y="1415561"/>
                </a:lnTo>
                <a:lnTo>
                  <a:pt x="1028848" y="1410426"/>
                </a:lnTo>
                <a:lnTo>
                  <a:pt x="960709" y="1406679"/>
                </a:lnTo>
                <a:lnTo>
                  <a:pt x="890463" y="1404383"/>
                </a:lnTo>
                <a:lnTo>
                  <a:pt x="818387" y="1403603"/>
                </a:lnTo>
                <a:close/>
              </a:path>
              <a:path w="1624964" h="2257425">
                <a:moveTo>
                  <a:pt x="790955" y="1869947"/>
                </a:moveTo>
                <a:lnTo>
                  <a:pt x="718880" y="1870740"/>
                </a:lnTo>
                <a:lnTo>
                  <a:pt x="648634" y="1873073"/>
                </a:lnTo>
                <a:lnTo>
                  <a:pt x="580495" y="1876876"/>
                </a:lnTo>
                <a:lnTo>
                  <a:pt x="514741" y="1882081"/>
                </a:lnTo>
                <a:lnTo>
                  <a:pt x="451650" y="1888619"/>
                </a:lnTo>
                <a:lnTo>
                  <a:pt x="391498" y="1896420"/>
                </a:lnTo>
                <a:lnTo>
                  <a:pt x="334564" y="1905416"/>
                </a:lnTo>
                <a:lnTo>
                  <a:pt x="281124" y="1915538"/>
                </a:lnTo>
                <a:lnTo>
                  <a:pt x="231457" y="1926716"/>
                </a:lnTo>
                <a:lnTo>
                  <a:pt x="185840" y="1938883"/>
                </a:lnTo>
                <a:lnTo>
                  <a:pt x="144550" y="1951968"/>
                </a:lnTo>
                <a:lnTo>
                  <a:pt x="107865" y="1965903"/>
                </a:lnTo>
                <a:lnTo>
                  <a:pt x="49420" y="1996046"/>
                </a:lnTo>
                <a:lnTo>
                  <a:pt x="12725" y="2028761"/>
                </a:lnTo>
                <a:lnTo>
                  <a:pt x="0" y="2063495"/>
                </a:lnTo>
                <a:lnTo>
                  <a:pt x="3227" y="2081081"/>
                </a:lnTo>
                <a:lnTo>
                  <a:pt x="28215" y="2114874"/>
                </a:lnTo>
                <a:lnTo>
                  <a:pt x="76062" y="2146372"/>
                </a:lnTo>
                <a:lnTo>
                  <a:pt x="144550" y="2175023"/>
                </a:lnTo>
                <a:lnTo>
                  <a:pt x="185840" y="2188108"/>
                </a:lnTo>
                <a:lnTo>
                  <a:pt x="231457" y="2200274"/>
                </a:lnTo>
                <a:lnTo>
                  <a:pt x="281124" y="2211453"/>
                </a:lnTo>
                <a:lnTo>
                  <a:pt x="334564" y="2221575"/>
                </a:lnTo>
                <a:lnTo>
                  <a:pt x="391498" y="2230571"/>
                </a:lnTo>
                <a:lnTo>
                  <a:pt x="451650" y="2238372"/>
                </a:lnTo>
                <a:lnTo>
                  <a:pt x="514741" y="2244910"/>
                </a:lnTo>
                <a:lnTo>
                  <a:pt x="580495" y="2250115"/>
                </a:lnTo>
                <a:lnTo>
                  <a:pt x="648634" y="2253918"/>
                </a:lnTo>
                <a:lnTo>
                  <a:pt x="718880" y="2256251"/>
                </a:lnTo>
                <a:lnTo>
                  <a:pt x="790955" y="2257043"/>
                </a:lnTo>
                <a:lnTo>
                  <a:pt x="863045" y="2256251"/>
                </a:lnTo>
                <a:lnTo>
                  <a:pt x="933329" y="2253918"/>
                </a:lnTo>
                <a:lnTo>
                  <a:pt x="1001529" y="2250115"/>
                </a:lnTo>
                <a:lnTo>
                  <a:pt x="1067362" y="2244910"/>
                </a:lnTo>
                <a:lnTo>
                  <a:pt x="1130549" y="2238372"/>
                </a:lnTo>
                <a:lnTo>
                  <a:pt x="1190808" y="2230571"/>
                </a:lnTo>
                <a:lnTo>
                  <a:pt x="1247859" y="2221575"/>
                </a:lnTo>
                <a:lnTo>
                  <a:pt x="1301422" y="2211453"/>
                </a:lnTo>
                <a:lnTo>
                  <a:pt x="1351216" y="2200274"/>
                </a:lnTo>
                <a:lnTo>
                  <a:pt x="1396960" y="2188108"/>
                </a:lnTo>
                <a:lnTo>
                  <a:pt x="1438373" y="2175023"/>
                </a:lnTo>
                <a:lnTo>
                  <a:pt x="1475175" y="2161088"/>
                </a:lnTo>
                <a:lnTo>
                  <a:pt x="1533823" y="2130944"/>
                </a:lnTo>
                <a:lnTo>
                  <a:pt x="1570658" y="2098230"/>
                </a:lnTo>
                <a:lnTo>
                  <a:pt x="1583435" y="2063495"/>
                </a:lnTo>
                <a:lnTo>
                  <a:pt x="1580194" y="2045910"/>
                </a:lnTo>
                <a:lnTo>
                  <a:pt x="1555107" y="2012117"/>
                </a:lnTo>
                <a:lnTo>
                  <a:pt x="1507085" y="1980619"/>
                </a:lnTo>
                <a:lnTo>
                  <a:pt x="1438373" y="1951968"/>
                </a:lnTo>
                <a:lnTo>
                  <a:pt x="1396960" y="1938883"/>
                </a:lnTo>
                <a:lnTo>
                  <a:pt x="1351216" y="1926716"/>
                </a:lnTo>
                <a:lnTo>
                  <a:pt x="1301422" y="1915538"/>
                </a:lnTo>
                <a:lnTo>
                  <a:pt x="1247859" y="1905416"/>
                </a:lnTo>
                <a:lnTo>
                  <a:pt x="1190808" y="1896420"/>
                </a:lnTo>
                <a:lnTo>
                  <a:pt x="1130549" y="1888619"/>
                </a:lnTo>
                <a:lnTo>
                  <a:pt x="1067362" y="1882081"/>
                </a:lnTo>
                <a:lnTo>
                  <a:pt x="1001529" y="1876876"/>
                </a:lnTo>
                <a:lnTo>
                  <a:pt x="933329" y="1873073"/>
                </a:lnTo>
                <a:lnTo>
                  <a:pt x="863045" y="1870740"/>
                </a:lnTo>
                <a:lnTo>
                  <a:pt x="790955" y="1869947"/>
                </a:lnTo>
                <a:close/>
              </a:path>
              <a:path w="1624964" h="2257425">
                <a:moveTo>
                  <a:pt x="778763" y="0"/>
                </a:moveTo>
                <a:lnTo>
                  <a:pt x="707277" y="981"/>
                </a:lnTo>
                <a:lnTo>
                  <a:pt x="637715" y="3867"/>
                </a:lnTo>
                <a:lnTo>
                  <a:pt x="570388" y="8567"/>
                </a:lnTo>
                <a:lnTo>
                  <a:pt x="505607" y="14993"/>
                </a:lnTo>
                <a:lnTo>
                  <a:pt x="443684" y="23055"/>
                </a:lnTo>
                <a:lnTo>
                  <a:pt x="384928" y="32663"/>
                </a:lnTo>
                <a:lnTo>
                  <a:pt x="329650" y="43729"/>
                </a:lnTo>
                <a:lnTo>
                  <a:pt x="278162" y="56163"/>
                </a:lnTo>
                <a:lnTo>
                  <a:pt x="230774" y="69875"/>
                </a:lnTo>
                <a:lnTo>
                  <a:pt x="187797" y="84776"/>
                </a:lnTo>
                <a:lnTo>
                  <a:pt x="149542" y="100778"/>
                </a:lnTo>
                <a:lnTo>
                  <a:pt x="88441" y="135724"/>
                </a:lnTo>
                <a:lnTo>
                  <a:pt x="49956" y="173997"/>
                </a:lnTo>
                <a:lnTo>
                  <a:pt x="36575" y="214883"/>
                </a:lnTo>
                <a:lnTo>
                  <a:pt x="39972" y="235609"/>
                </a:lnTo>
                <a:lnTo>
                  <a:pt x="66216" y="275278"/>
                </a:lnTo>
                <a:lnTo>
                  <a:pt x="116320" y="311977"/>
                </a:lnTo>
                <a:lnTo>
                  <a:pt x="187797" y="344991"/>
                </a:lnTo>
                <a:lnTo>
                  <a:pt x="230774" y="359892"/>
                </a:lnTo>
                <a:lnTo>
                  <a:pt x="278162" y="373604"/>
                </a:lnTo>
                <a:lnTo>
                  <a:pt x="329650" y="386038"/>
                </a:lnTo>
                <a:lnTo>
                  <a:pt x="384928" y="397104"/>
                </a:lnTo>
                <a:lnTo>
                  <a:pt x="443684" y="406712"/>
                </a:lnTo>
                <a:lnTo>
                  <a:pt x="505607" y="414774"/>
                </a:lnTo>
                <a:lnTo>
                  <a:pt x="570388" y="421200"/>
                </a:lnTo>
                <a:lnTo>
                  <a:pt x="637715" y="425900"/>
                </a:lnTo>
                <a:lnTo>
                  <a:pt x="707277" y="428786"/>
                </a:lnTo>
                <a:lnTo>
                  <a:pt x="778763" y="429767"/>
                </a:lnTo>
                <a:lnTo>
                  <a:pt x="850250" y="428786"/>
                </a:lnTo>
                <a:lnTo>
                  <a:pt x="919812" y="425900"/>
                </a:lnTo>
                <a:lnTo>
                  <a:pt x="987139" y="421200"/>
                </a:lnTo>
                <a:lnTo>
                  <a:pt x="1051920" y="414774"/>
                </a:lnTo>
                <a:lnTo>
                  <a:pt x="1113843" y="406712"/>
                </a:lnTo>
                <a:lnTo>
                  <a:pt x="1172599" y="397104"/>
                </a:lnTo>
                <a:lnTo>
                  <a:pt x="1227877" y="386038"/>
                </a:lnTo>
                <a:lnTo>
                  <a:pt x="1279365" y="373604"/>
                </a:lnTo>
                <a:lnTo>
                  <a:pt x="1326753" y="359892"/>
                </a:lnTo>
                <a:lnTo>
                  <a:pt x="1369730" y="344991"/>
                </a:lnTo>
                <a:lnTo>
                  <a:pt x="1407985" y="328989"/>
                </a:lnTo>
                <a:lnTo>
                  <a:pt x="1469086" y="294043"/>
                </a:lnTo>
                <a:lnTo>
                  <a:pt x="1507571" y="255770"/>
                </a:lnTo>
                <a:lnTo>
                  <a:pt x="1520951" y="214883"/>
                </a:lnTo>
                <a:lnTo>
                  <a:pt x="1517554" y="194158"/>
                </a:lnTo>
                <a:lnTo>
                  <a:pt x="1491311" y="154489"/>
                </a:lnTo>
                <a:lnTo>
                  <a:pt x="1441207" y="117790"/>
                </a:lnTo>
                <a:lnTo>
                  <a:pt x="1369730" y="84776"/>
                </a:lnTo>
                <a:lnTo>
                  <a:pt x="1326753" y="69875"/>
                </a:lnTo>
                <a:lnTo>
                  <a:pt x="1279365" y="56163"/>
                </a:lnTo>
                <a:lnTo>
                  <a:pt x="1227877" y="43729"/>
                </a:lnTo>
                <a:lnTo>
                  <a:pt x="1172599" y="32663"/>
                </a:lnTo>
                <a:lnTo>
                  <a:pt x="1113843" y="23055"/>
                </a:lnTo>
                <a:lnTo>
                  <a:pt x="1051920" y="14993"/>
                </a:lnTo>
                <a:lnTo>
                  <a:pt x="987139" y="8567"/>
                </a:lnTo>
                <a:lnTo>
                  <a:pt x="919812" y="3867"/>
                </a:lnTo>
                <a:lnTo>
                  <a:pt x="850250" y="981"/>
                </a:lnTo>
                <a:lnTo>
                  <a:pt x="778763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359651" y="3989932"/>
            <a:ext cx="1213485" cy="23634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spcBef>
                <a:spcPts val="1490"/>
              </a:spcBef>
            </a:pPr>
            <a:r>
              <a:rPr sz="2000" spc="-10" dirty="0">
                <a:latin typeface="Arial MT"/>
                <a:cs typeface="Arial MT"/>
              </a:rPr>
              <a:t>CRP-</a:t>
            </a:r>
            <a:r>
              <a:rPr sz="2000" spc="-25" dirty="0">
                <a:latin typeface="Arial MT"/>
                <a:cs typeface="Arial MT"/>
              </a:rPr>
              <a:t>MEC</a:t>
            </a:r>
            <a:endParaRPr sz="2000">
              <a:latin typeface="Arial MT"/>
              <a:cs typeface="Arial MT"/>
            </a:endParaRPr>
          </a:p>
          <a:p>
            <a:pPr marL="342900" marR="147320" indent="34925" algn="just">
              <a:lnSpc>
                <a:spcPct val="150300"/>
              </a:lnSpc>
              <a:spcBef>
                <a:spcPts val="185"/>
              </a:spcBef>
            </a:pPr>
            <a:r>
              <a:rPr sz="2000" spc="-20" dirty="0">
                <a:latin typeface="Arial MT"/>
                <a:cs typeface="Arial MT"/>
              </a:rPr>
              <a:t>Nome </a:t>
            </a:r>
            <a:r>
              <a:rPr sz="2000" spc="-10" dirty="0">
                <a:latin typeface="Arial MT"/>
                <a:cs typeface="Arial MT"/>
              </a:rPr>
              <a:t>Idade </a:t>
            </a:r>
            <a:r>
              <a:rPr sz="2000" spc="-20" dirty="0">
                <a:latin typeface="Arial MT"/>
                <a:cs typeface="Arial MT"/>
              </a:rPr>
              <a:t>Sexo </a:t>
            </a:r>
            <a:r>
              <a:rPr sz="2000" spc="-10" dirty="0">
                <a:latin typeface="Arial MT"/>
                <a:cs typeface="Arial MT"/>
              </a:rPr>
              <a:t>Altura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92391" y="3398521"/>
            <a:ext cx="0" cy="702945"/>
          </a:xfrm>
          <a:custGeom>
            <a:avLst/>
            <a:gdLst/>
            <a:ahLst/>
            <a:cxnLst/>
            <a:rect l="l" t="t" r="r" b="b"/>
            <a:pathLst>
              <a:path h="702945">
                <a:moveTo>
                  <a:pt x="0" y="0"/>
                </a:moveTo>
                <a:lnTo>
                  <a:pt x="0" y="702563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853424" y="2662427"/>
            <a:ext cx="1882139" cy="566822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57785">
              <a:spcBef>
                <a:spcPts val="1060"/>
              </a:spcBef>
            </a:pPr>
            <a:r>
              <a:rPr sz="2800" spc="-10" dirty="0">
                <a:latin typeface="Arial MT"/>
                <a:cs typeface="Arial MT"/>
              </a:rPr>
              <a:t>Engenheiro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127744" y="4148328"/>
            <a:ext cx="1640205" cy="2129155"/>
          </a:xfrm>
          <a:custGeom>
            <a:avLst/>
            <a:gdLst/>
            <a:ahLst/>
            <a:cxnLst/>
            <a:rect l="l" t="t" r="r" b="b"/>
            <a:pathLst>
              <a:path w="1640204" h="2129154">
                <a:moveTo>
                  <a:pt x="792479" y="393191"/>
                </a:moveTo>
                <a:lnTo>
                  <a:pt x="720390" y="393984"/>
                </a:lnTo>
                <a:lnTo>
                  <a:pt x="650106" y="396317"/>
                </a:lnTo>
                <a:lnTo>
                  <a:pt x="581906" y="400120"/>
                </a:lnTo>
                <a:lnTo>
                  <a:pt x="516073" y="405325"/>
                </a:lnTo>
                <a:lnTo>
                  <a:pt x="452886" y="411863"/>
                </a:lnTo>
                <a:lnTo>
                  <a:pt x="392627" y="419664"/>
                </a:lnTo>
                <a:lnTo>
                  <a:pt x="335576" y="428660"/>
                </a:lnTo>
                <a:lnTo>
                  <a:pt x="282013" y="438782"/>
                </a:lnTo>
                <a:lnTo>
                  <a:pt x="232219" y="449960"/>
                </a:lnTo>
                <a:lnTo>
                  <a:pt x="186475" y="462127"/>
                </a:lnTo>
                <a:lnTo>
                  <a:pt x="145062" y="475212"/>
                </a:lnTo>
                <a:lnTo>
                  <a:pt x="108260" y="489147"/>
                </a:lnTo>
                <a:lnTo>
                  <a:pt x="49612" y="519290"/>
                </a:lnTo>
                <a:lnTo>
                  <a:pt x="12777" y="552005"/>
                </a:lnTo>
                <a:lnTo>
                  <a:pt x="0" y="586739"/>
                </a:lnTo>
                <a:lnTo>
                  <a:pt x="3241" y="604325"/>
                </a:lnTo>
                <a:lnTo>
                  <a:pt x="28328" y="638118"/>
                </a:lnTo>
                <a:lnTo>
                  <a:pt x="76350" y="669616"/>
                </a:lnTo>
                <a:lnTo>
                  <a:pt x="145062" y="698267"/>
                </a:lnTo>
                <a:lnTo>
                  <a:pt x="186475" y="711352"/>
                </a:lnTo>
                <a:lnTo>
                  <a:pt x="232219" y="723518"/>
                </a:lnTo>
                <a:lnTo>
                  <a:pt x="282013" y="734697"/>
                </a:lnTo>
                <a:lnTo>
                  <a:pt x="335576" y="744819"/>
                </a:lnTo>
                <a:lnTo>
                  <a:pt x="392627" y="753815"/>
                </a:lnTo>
                <a:lnTo>
                  <a:pt x="452886" y="761616"/>
                </a:lnTo>
                <a:lnTo>
                  <a:pt x="516073" y="768154"/>
                </a:lnTo>
                <a:lnTo>
                  <a:pt x="581906" y="773359"/>
                </a:lnTo>
                <a:lnTo>
                  <a:pt x="650106" y="777162"/>
                </a:lnTo>
                <a:lnTo>
                  <a:pt x="720390" y="779495"/>
                </a:lnTo>
                <a:lnTo>
                  <a:pt x="792479" y="780287"/>
                </a:lnTo>
                <a:lnTo>
                  <a:pt x="864569" y="779495"/>
                </a:lnTo>
                <a:lnTo>
                  <a:pt x="934853" y="777162"/>
                </a:lnTo>
                <a:lnTo>
                  <a:pt x="1003053" y="773359"/>
                </a:lnTo>
                <a:lnTo>
                  <a:pt x="1068886" y="768154"/>
                </a:lnTo>
                <a:lnTo>
                  <a:pt x="1132073" y="761616"/>
                </a:lnTo>
                <a:lnTo>
                  <a:pt x="1192332" y="753815"/>
                </a:lnTo>
                <a:lnTo>
                  <a:pt x="1249383" y="744819"/>
                </a:lnTo>
                <a:lnTo>
                  <a:pt x="1302946" y="734697"/>
                </a:lnTo>
                <a:lnTo>
                  <a:pt x="1352740" y="723518"/>
                </a:lnTo>
                <a:lnTo>
                  <a:pt x="1398484" y="711352"/>
                </a:lnTo>
                <a:lnTo>
                  <a:pt x="1439897" y="698267"/>
                </a:lnTo>
                <a:lnTo>
                  <a:pt x="1476699" y="684332"/>
                </a:lnTo>
                <a:lnTo>
                  <a:pt x="1535347" y="654189"/>
                </a:lnTo>
                <a:lnTo>
                  <a:pt x="1572182" y="621474"/>
                </a:lnTo>
                <a:lnTo>
                  <a:pt x="1584959" y="586739"/>
                </a:lnTo>
                <a:lnTo>
                  <a:pt x="1581718" y="569154"/>
                </a:lnTo>
                <a:lnTo>
                  <a:pt x="1556631" y="535361"/>
                </a:lnTo>
                <a:lnTo>
                  <a:pt x="1508609" y="503863"/>
                </a:lnTo>
                <a:lnTo>
                  <a:pt x="1439897" y="475212"/>
                </a:lnTo>
                <a:lnTo>
                  <a:pt x="1398484" y="462127"/>
                </a:lnTo>
                <a:lnTo>
                  <a:pt x="1352740" y="449960"/>
                </a:lnTo>
                <a:lnTo>
                  <a:pt x="1302946" y="438782"/>
                </a:lnTo>
                <a:lnTo>
                  <a:pt x="1249383" y="428660"/>
                </a:lnTo>
                <a:lnTo>
                  <a:pt x="1192332" y="419664"/>
                </a:lnTo>
                <a:lnTo>
                  <a:pt x="1132073" y="411863"/>
                </a:lnTo>
                <a:lnTo>
                  <a:pt x="1068886" y="405325"/>
                </a:lnTo>
                <a:lnTo>
                  <a:pt x="1003053" y="400120"/>
                </a:lnTo>
                <a:lnTo>
                  <a:pt x="934853" y="396317"/>
                </a:lnTo>
                <a:lnTo>
                  <a:pt x="864569" y="393984"/>
                </a:lnTo>
                <a:lnTo>
                  <a:pt x="792479" y="393191"/>
                </a:lnTo>
                <a:close/>
              </a:path>
              <a:path w="1640204" h="2129154">
                <a:moveTo>
                  <a:pt x="847343" y="818387"/>
                </a:moveTo>
                <a:lnTo>
                  <a:pt x="775268" y="819180"/>
                </a:lnTo>
                <a:lnTo>
                  <a:pt x="705022" y="821513"/>
                </a:lnTo>
                <a:lnTo>
                  <a:pt x="636883" y="825316"/>
                </a:lnTo>
                <a:lnTo>
                  <a:pt x="571129" y="830521"/>
                </a:lnTo>
                <a:lnTo>
                  <a:pt x="508038" y="837059"/>
                </a:lnTo>
                <a:lnTo>
                  <a:pt x="447886" y="844860"/>
                </a:lnTo>
                <a:lnTo>
                  <a:pt x="390952" y="853856"/>
                </a:lnTo>
                <a:lnTo>
                  <a:pt x="337512" y="863978"/>
                </a:lnTo>
                <a:lnTo>
                  <a:pt x="287845" y="875156"/>
                </a:lnTo>
                <a:lnTo>
                  <a:pt x="242228" y="887323"/>
                </a:lnTo>
                <a:lnTo>
                  <a:pt x="200938" y="900408"/>
                </a:lnTo>
                <a:lnTo>
                  <a:pt x="164253" y="914343"/>
                </a:lnTo>
                <a:lnTo>
                  <a:pt x="105808" y="944486"/>
                </a:lnTo>
                <a:lnTo>
                  <a:pt x="69113" y="977201"/>
                </a:lnTo>
                <a:lnTo>
                  <a:pt x="56387" y="1011935"/>
                </a:lnTo>
                <a:lnTo>
                  <a:pt x="59615" y="1029761"/>
                </a:lnTo>
                <a:lnTo>
                  <a:pt x="84603" y="1063956"/>
                </a:lnTo>
                <a:lnTo>
                  <a:pt x="132450" y="1095762"/>
                </a:lnTo>
                <a:lnTo>
                  <a:pt x="200938" y="1124639"/>
                </a:lnTo>
                <a:lnTo>
                  <a:pt x="242228" y="1137811"/>
                </a:lnTo>
                <a:lnTo>
                  <a:pt x="287845" y="1150048"/>
                </a:lnTo>
                <a:lnTo>
                  <a:pt x="337512" y="1161283"/>
                </a:lnTo>
                <a:lnTo>
                  <a:pt x="390952" y="1171449"/>
                </a:lnTo>
                <a:lnTo>
                  <a:pt x="447886" y="1180479"/>
                </a:lnTo>
                <a:lnTo>
                  <a:pt x="508038" y="1188304"/>
                </a:lnTo>
                <a:lnTo>
                  <a:pt x="571129" y="1194857"/>
                </a:lnTo>
                <a:lnTo>
                  <a:pt x="636883" y="1200072"/>
                </a:lnTo>
                <a:lnTo>
                  <a:pt x="705022" y="1203880"/>
                </a:lnTo>
                <a:lnTo>
                  <a:pt x="775268" y="1206214"/>
                </a:lnTo>
                <a:lnTo>
                  <a:pt x="847343" y="1207007"/>
                </a:lnTo>
                <a:lnTo>
                  <a:pt x="919659" y="1206214"/>
                </a:lnTo>
                <a:lnTo>
                  <a:pt x="990119" y="1203880"/>
                </a:lnTo>
                <a:lnTo>
                  <a:pt x="1058446" y="1200072"/>
                </a:lnTo>
                <a:lnTo>
                  <a:pt x="1124364" y="1194857"/>
                </a:lnTo>
                <a:lnTo>
                  <a:pt x="1187599" y="1188304"/>
                </a:lnTo>
                <a:lnTo>
                  <a:pt x="1247873" y="1180479"/>
                </a:lnTo>
                <a:lnTo>
                  <a:pt x="1304911" y="1171449"/>
                </a:lnTo>
                <a:lnTo>
                  <a:pt x="1358437" y="1161283"/>
                </a:lnTo>
                <a:lnTo>
                  <a:pt x="1408175" y="1150048"/>
                </a:lnTo>
                <a:lnTo>
                  <a:pt x="1453849" y="1137811"/>
                </a:lnTo>
                <a:lnTo>
                  <a:pt x="1495184" y="1124639"/>
                </a:lnTo>
                <a:lnTo>
                  <a:pt x="1531902" y="1110600"/>
                </a:lnTo>
                <a:lnTo>
                  <a:pt x="1590386" y="1080191"/>
                </a:lnTo>
                <a:lnTo>
                  <a:pt x="1627096" y="1047123"/>
                </a:lnTo>
                <a:lnTo>
                  <a:pt x="1639823" y="1011935"/>
                </a:lnTo>
                <a:lnTo>
                  <a:pt x="1636596" y="994350"/>
                </a:lnTo>
                <a:lnTo>
                  <a:pt x="1611601" y="960557"/>
                </a:lnTo>
                <a:lnTo>
                  <a:pt x="1563728" y="929059"/>
                </a:lnTo>
                <a:lnTo>
                  <a:pt x="1495184" y="900408"/>
                </a:lnTo>
                <a:lnTo>
                  <a:pt x="1453849" y="887323"/>
                </a:lnTo>
                <a:lnTo>
                  <a:pt x="1408175" y="875156"/>
                </a:lnTo>
                <a:lnTo>
                  <a:pt x="1358437" y="863978"/>
                </a:lnTo>
                <a:lnTo>
                  <a:pt x="1304911" y="853856"/>
                </a:lnTo>
                <a:lnTo>
                  <a:pt x="1247873" y="844860"/>
                </a:lnTo>
                <a:lnTo>
                  <a:pt x="1187599" y="837059"/>
                </a:lnTo>
                <a:lnTo>
                  <a:pt x="1124364" y="830521"/>
                </a:lnTo>
                <a:lnTo>
                  <a:pt x="1058446" y="825316"/>
                </a:lnTo>
                <a:lnTo>
                  <a:pt x="990119" y="821513"/>
                </a:lnTo>
                <a:lnTo>
                  <a:pt x="919659" y="819180"/>
                </a:lnTo>
                <a:lnTo>
                  <a:pt x="847343" y="818387"/>
                </a:lnTo>
                <a:close/>
              </a:path>
              <a:path w="1640204" h="2129154">
                <a:moveTo>
                  <a:pt x="847343" y="1272539"/>
                </a:moveTo>
                <a:lnTo>
                  <a:pt x="775268" y="1273332"/>
                </a:lnTo>
                <a:lnTo>
                  <a:pt x="705022" y="1275665"/>
                </a:lnTo>
                <a:lnTo>
                  <a:pt x="636883" y="1279468"/>
                </a:lnTo>
                <a:lnTo>
                  <a:pt x="571129" y="1284673"/>
                </a:lnTo>
                <a:lnTo>
                  <a:pt x="508038" y="1291211"/>
                </a:lnTo>
                <a:lnTo>
                  <a:pt x="447886" y="1299012"/>
                </a:lnTo>
                <a:lnTo>
                  <a:pt x="390952" y="1308008"/>
                </a:lnTo>
                <a:lnTo>
                  <a:pt x="337512" y="1318130"/>
                </a:lnTo>
                <a:lnTo>
                  <a:pt x="287845" y="1329308"/>
                </a:lnTo>
                <a:lnTo>
                  <a:pt x="242228" y="1341475"/>
                </a:lnTo>
                <a:lnTo>
                  <a:pt x="200938" y="1354560"/>
                </a:lnTo>
                <a:lnTo>
                  <a:pt x="164253" y="1368495"/>
                </a:lnTo>
                <a:lnTo>
                  <a:pt x="105808" y="1398638"/>
                </a:lnTo>
                <a:lnTo>
                  <a:pt x="69113" y="1431353"/>
                </a:lnTo>
                <a:lnTo>
                  <a:pt x="56387" y="1466087"/>
                </a:lnTo>
                <a:lnTo>
                  <a:pt x="59615" y="1483899"/>
                </a:lnTo>
                <a:lnTo>
                  <a:pt x="84603" y="1517995"/>
                </a:lnTo>
                <a:lnTo>
                  <a:pt x="132450" y="1549627"/>
                </a:lnTo>
                <a:lnTo>
                  <a:pt x="200938" y="1578279"/>
                </a:lnTo>
                <a:lnTo>
                  <a:pt x="242228" y="1591327"/>
                </a:lnTo>
                <a:lnTo>
                  <a:pt x="287845" y="1603438"/>
                </a:lnTo>
                <a:lnTo>
                  <a:pt x="337512" y="1614547"/>
                </a:lnTo>
                <a:lnTo>
                  <a:pt x="390952" y="1624589"/>
                </a:lnTo>
                <a:lnTo>
                  <a:pt x="447886" y="1633502"/>
                </a:lnTo>
                <a:lnTo>
                  <a:pt x="508038" y="1641219"/>
                </a:lnTo>
                <a:lnTo>
                  <a:pt x="571129" y="1647678"/>
                </a:lnTo>
                <a:lnTo>
                  <a:pt x="636883" y="1652813"/>
                </a:lnTo>
                <a:lnTo>
                  <a:pt x="705022" y="1656560"/>
                </a:lnTo>
                <a:lnTo>
                  <a:pt x="775268" y="1658856"/>
                </a:lnTo>
                <a:lnTo>
                  <a:pt x="847343" y="1659635"/>
                </a:lnTo>
                <a:lnTo>
                  <a:pt x="919659" y="1658856"/>
                </a:lnTo>
                <a:lnTo>
                  <a:pt x="990119" y="1656560"/>
                </a:lnTo>
                <a:lnTo>
                  <a:pt x="1058446" y="1652813"/>
                </a:lnTo>
                <a:lnTo>
                  <a:pt x="1124364" y="1647678"/>
                </a:lnTo>
                <a:lnTo>
                  <a:pt x="1187599" y="1641219"/>
                </a:lnTo>
                <a:lnTo>
                  <a:pt x="1247873" y="1633502"/>
                </a:lnTo>
                <a:lnTo>
                  <a:pt x="1304911" y="1624589"/>
                </a:lnTo>
                <a:lnTo>
                  <a:pt x="1358437" y="1614547"/>
                </a:lnTo>
                <a:lnTo>
                  <a:pt x="1408175" y="1603438"/>
                </a:lnTo>
                <a:lnTo>
                  <a:pt x="1453849" y="1591327"/>
                </a:lnTo>
                <a:lnTo>
                  <a:pt x="1495184" y="1578279"/>
                </a:lnTo>
                <a:lnTo>
                  <a:pt x="1531902" y="1564357"/>
                </a:lnTo>
                <a:lnTo>
                  <a:pt x="1590386" y="1534151"/>
                </a:lnTo>
                <a:lnTo>
                  <a:pt x="1627096" y="1501223"/>
                </a:lnTo>
                <a:lnTo>
                  <a:pt x="1639823" y="1466087"/>
                </a:lnTo>
                <a:lnTo>
                  <a:pt x="1636596" y="1448502"/>
                </a:lnTo>
                <a:lnTo>
                  <a:pt x="1611601" y="1414709"/>
                </a:lnTo>
                <a:lnTo>
                  <a:pt x="1563728" y="1383211"/>
                </a:lnTo>
                <a:lnTo>
                  <a:pt x="1495184" y="1354560"/>
                </a:lnTo>
                <a:lnTo>
                  <a:pt x="1453849" y="1341475"/>
                </a:lnTo>
                <a:lnTo>
                  <a:pt x="1408175" y="1329308"/>
                </a:lnTo>
                <a:lnTo>
                  <a:pt x="1358437" y="1318130"/>
                </a:lnTo>
                <a:lnTo>
                  <a:pt x="1304911" y="1308008"/>
                </a:lnTo>
                <a:lnTo>
                  <a:pt x="1247873" y="1299012"/>
                </a:lnTo>
                <a:lnTo>
                  <a:pt x="1187599" y="1291211"/>
                </a:lnTo>
                <a:lnTo>
                  <a:pt x="1124364" y="1284673"/>
                </a:lnTo>
                <a:lnTo>
                  <a:pt x="1058446" y="1279468"/>
                </a:lnTo>
                <a:lnTo>
                  <a:pt x="990119" y="1275665"/>
                </a:lnTo>
                <a:lnTo>
                  <a:pt x="919659" y="1273332"/>
                </a:lnTo>
                <a:lnTo>
                  <a:pt x="847343" y="1272539"/>
                </a:lnTo>
                <a:close/>
              </a:path>
              <a:path w="1640204" h="2129154">
                <a:moveTo>
                  <a:pt x="821435" y="1741931"/>
                </a:moveTo>
                <a:lnTo>
                  <a:pt x="749346" y="1742711"/>
                </a:lnTo>
                <a:lnTo>
                  <a:pt x="679062" y="1745007"/>
                </a:lnTo>
                <a:lnTo>
                  <a:pt x="610862" y="1748754"/>
                </a:lnTo>
                <a:lnTo>
                  <a:pt x="545029" y="1753889"/>
                </a:lnTo>
                <a:lnTo>
                  <a:pt x="481842" y="1760348"/>
                </a:lnTo>
                <a:lnTo>
                  <a:pt x="421583" y="1768065"/>
                </a:lnTo>
                <a:lnTo>
                  <a:pt x="364532" y="1776977"/>
                </a:lnTo>
                <a:lnTo>
                  <a:pt x="310969" y="1787020"/>
                </a:lnTo>
                <a:lnTo>
                  <a:pt x="261175" y="1798129"/>
                </a:lnTo>
                <a:lnTo>
                  <a:pt x="215431" y="1810240"/>
                </a:lnTo>
                <a:lnTo>
                  <a:pt x="174018" y="1823288"/>
                </a:lnTo>
                <a:lnTo>
                  <a:pt x="137216" y="1837210"/>
                </a:lnTo>
                <a:lnTo>
                  <a:pt x="78568" y="1867416"/>
                </a:lnTo>
                <a:lnTo>
                  <a:pt x="41733" y="1900344"/>
                </a:lnTo>
                <a:lnTo>
                  <a:pt x="28955" y="1935479"/>
                </a:lnTo>
                <a:lnTo>
                  <a:pt x="32197" y="1953065"/>
                </a:lnTo>
                <a:lnTo>
                  <a:pt x="57284" y="1986858"/>
                </a:lnTo>
                <a:lnTo>
                  <a:pt x="105306" y="2018356"/>
                </a:lnTo>
                <a:lnTo>
                  <a:pt x="174018" y="2047007"/>
                </a:lnTo>
                <a:lnTo>
                  <a:pt x="215431" y="2060092"/>
                </a:lnTo>
                <a:lnTo>
                  <a:pt x="261175" y="2072258"/>
                </a:lnTo>
                <a:lnTo>
                  <a:pt x="310969" y="2083437"/>
                </a:lnTo>
                <a:lnTo>
                  <a:pt x="364532" y="2093559"/>
                </a:lnTo>
                <a:lnTo>
                  <a:pt x="421583" y="2102555"/>
                </a:lnTo>
                <a:lnTo>
                  <a:pt x="481842" y="2110356"/>
                </a:lnTo>
                <a:lnTo>
                  <a:pt x="545029" y="2116894"/>
                </a:lnTo>
                <a:lnTo>
                  <a:pt x="610862" y="2122099"/>
                </a:lnTo>
                <a:lnTo>
                  <a:pt x="679062" y="2125902"/>
                </a:lnTo>
                <a:lnTo>
                  <a:pt x="749346" y="2128235"/>
                </a:lnTo>
                <a:lnTo>
                  <a:pt x="821435" y="2129027"/>
                </a:lnTo>
                <a:lnTo>
                  <a:pt x="893525" y="2128235"/>
                </a:lnTo>
                <a:lnTo>
                  <a:pt x="963809" y="2125902"/>
                </a:lnTo>
                <a:lnTo>
                  <a:pt x="1032009" y="2122099"/>
                </a:lnTo>
                <a:lnTo>
                  <a:pt x="1097842" y="2116894"/>
                </a:lnTo>
                <a:lnTo>
                  <a:pt x="1161029" y="2110356"/>
                </a:lnTo>
                <a:lnTo>
                  <a:pt x="1221288" y="2102555"/>
                </a:lnTo>
                <a:lnTo>
                  <a:pt x="1278339" y="2093559"/>
                </a:lnTo>
                <a:lnTo>
                  <a:pt x="1331902" y="2083437"/>
                </a:lnTo>
                <a:lnTo>
                  <a:pt x="1381696" y="2072258"/>
                </a:lnTo>
                <a:lnTo>
                  <a:pt x="1427440" y="2060092"/>
                </a:lnTo>
                <a:lnTo>
                  <a:pt x="1468853" y="2047007"/>
                </a:lnTo>
                <a:lnTo>
                  <a:pt x="1505655" y="2033072"/>
                </a:lnTo>
                <a:lnTo>
                  <a:pt x="1564303" y="2002928"/>
                </a:lnTo>
                <a:lnTo>
                  <a:pt x="1601138" y="1970214"/>
                </a:lnTo>
                <a:lnTo>
                  <a:pt x="1613915" y="1935479"/>
                </a:lnTo>
                <a:lnTo>
                  <a:pt x="1610674" y="1917668"/>
                </a:lnTo>
                <a:lnTo>
                  <a:pt x="1585587" y="1883572"/>
                </a:lnTo>
                <a:lnTo>
                  <a:pt x="1537565" y="1851940"/>
                </a:lnTo>
                <a:lnTo>
                  <a:pt x="1468853" y="1823288"/>
                </a:lnTo>
                <a:lnTo>
                  <a:pt x="1427440" y="1810240"/>
                </a:lnTo>
                <a:lnTo>
                  <a:pt x="1381696" y="1798129"/>
                </a:lnTo>
                <a:lnTo>
                  <a:pt x="1331902" y="1787020"/>
                </a:lnTo>
                <a:lnTo>
                  <a:pt x="1278339" y="1776977"/>
                </a:lnTo>
                <a:lnTo>
                  <a:pt x="1221288" y="1768065"/>
                </a:lnTo>
                <a:lnTo>
                  <a:pt x="1161029" y="1760348"/>
                </a:lnTo>
                <a:lnTo>
                  <a:pt x="1097842" y="1753889"/>
                </a:lnTo>
                <a:lnTo>
                  <a:pt x="1032009" y="1748754"/>
                </a:lnTo>
                <a:lnTo>
                  <a:pt x="963809" y="1745007"/>
                </a:lnTo>
                <a:lnTo>
                  <a:pt x="893525" y="1742711"/>
                </a:lnTo>
                <a:lnTo>
                  <a:pt x="821435" y="1741931"/>
                </a:lnTo>
                <a:close/>
              </a:path>
              <a:path w="1640204" h="2129154">
                <a:moveTo>
                  <a:pt x="768095" y="0"/>
                </a:moveTo>
                <a:lnTo>
                  <a:pt x="697333" y="1616"/>
                </a:lnTo>
                <a:lnTo>
                  <a:pt x="629475" y="6328"/>
                </a:lnTo>
                <a:lnTo>
                  <a:pt x="565142" y="13930"/>
                </a:lnTo>
                <a:lnTo>
                  <a:pt x="504951" y="24214"/>
                </a:lnTo>
                <a:lnTo>
                  <a:pt x="449524" y="36975"/>
                </a:lnTo>
                <a:lnTo>
                  <a:pt x="399478" y="52006"/>
                </a:lnTo>
                <a:lnTo>
                  <a:pt x="355433" y="69101"/>
                </a:lnTo>
                <a:lnTo>
                  <a:pt x="318007" y="88053"/>
                </a:lnTo>
                <a:lnTo>
                  <a:pt x="265493" y="130704"/>
                </a:lnTo>
                <a:lnTo>
                  <a:pt x="246887" y="178307"/>
                </a:lnTo>
                <a:lnTo>
                  <a:pt x="251642" y="202625"/>
                </a:lnTo>
                <a:lnTo>
                  <a:pt x="287821" y="247959"/>
                </a:lnTo>
                <a:lnTo>
                  <a:pt x="355433" y="287514"/>
                </a:lnTo>
                <a:lnTo>
                  <a:pt x="399478" y="304609"/>
                </a:lnTo>
                <a:lnTo>
                  <a:pt x="449524" y="319640"/>
                </a:lnTo>
                <a:lnTo>
                  <a:pt x="504951" y="332401"/>
                </a:lnTo>
                <a:lnTo>
                  <a:pt x="565142" y="342685"/>
                </a:lnTo>
                <a:lnTo>
                  <a:pt x="629475" y="350287"/>
                </a:lnTo>
                <a:lnTo>
                  <a:pt x="697333" y="354999"/>
                </a:lnTo>
                <a:lnTo>
                  <a:pt x="768095" y="356615"/>
                </a:lnTo>
                <a:lnTo>
                  <a:pt x="839208" y="354999"/>
                </a:lnTo>
                <a:lnTo>
                  <a:pt x="907358" y="350287"/>
                </a:lnTo>
                <a:lnTo>
                  <a:pt x="971930" y="342685"/>
                </a:lnTo>
                <a:lnTo>
                  <a:pt x="1032312" y="332401"/>
                </a:lnTo>
                <a:lnTo>
                  <a:pt x="1087889" y="319640"/>
                </a:lnTo>
                <a:lnTo>
                  <a:pt x="1138046" y="304609"/>
                </a:lnTo>
                <a:lnTo>
                  <a:pt x="1182172" y="287514"/>
                </a:lnTo>
                <a:lnTo>
                  <a:pt x="1219651" y="268562"/>
                </a:lnTo>
                <a:lnTo>
                  <a:pt x="1272215" y="225911"/>
                </a:lnTo>
                <a:lnTo>
                  <a:pt x="1290827" y="178307"/>
                </a:lnTo>
                <a:lnTo>
                  <a:pt x="1286072" y="153990"/>
                </a:lnTo>
                <a:lnTo>
                  <a:pt x="1249870" y="108656"/>
                </a:lnTo>
                <a:lnTo>
                  <a:pt x="1182172" y="69101"/>
                </a:lnTo>
                <a:lnTo>
                  <a:pt x="1138046" y="52006"/>
                </a:lnTo>
                <a:lnTo>
                  <a:pt x="1087889" y="36975"/>
                </a:lnTo>
                <a:lnTo>
                  <a:pt x="1032312" y="24214"/>
                </a:lnTo>
                <a:lnTo>
                  <a:pt x="971930" y="13930"/>
                </a:lnTo>
                <a:lnTo>
                  <a:pt x="907358" y="6328"/>
                </a:lnTo>
                <a:lnTo>
                  <a:pt x="839208" y="1616"/>
                </a:lnTo>
                <a:lnTo>
                  <a:pt x="768095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549381" y="4098136"/>
            <a:ext cx="890905" cy="21685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spcBef>
                <a:spcPts val="720"/>
              </a:spcBef>
            </a:pPr>
            <a:r>
              <a:rPr sz="2000" spc="-20" dirty="0">
                <a:latin typeface="Arial MT"/>
                <a:cs typeface="Arial MT"/>
              </a:rPr>
              <a:t>CREA</a:t>
            </a:r>
            <a:endParaRPr sz="2000">
              <a:latin typeface="Arial MT"/>
              <a:cs typeface="Arial MT"/>
            </a:endParaRPr>
          </a:p>
          <a:p>
            <a:pPr marL="198120">
              <a:spcBef>
                <a:spcPts val="625"/>
              </a:spcBef>
            </a:pPr>
            <a:r>
              <a:rPr sz="2000" spc="-20" dirty="0"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  <a:p>
            <a:pPr marL="234950" marR="40005" indent="-29209">
              <a:lnSpc>
                <a:spcPct val="149000"/>
              </a:lnSpc>
            </a:pPr>
            <a:r>
              <a:rPr sz="2000" spc="-10" dirty="0">
                <a:latin typeface="Arial MT"/>
                <a:cs typeface="Arial MT"/>
              </a:rPr>
              <a:t>Idade </a:t>
            </a:r>
            <a:r>
              <a:rPr sz="2000" spc="-20" dirty="0">
                <a:latin typeface="Arial MT"/>
                <a:cs typeface="Arial MT"/>
              </a:rPr>
              <a:t>Sexo</a:t>
            </a:r>
            <a:endParaRPr sz="2000">
              <a:latin typeface="Arial MT"/>
              <a:cs typeface="Arial MT"/>
            </a:endParaRPr>
          </a:p>
          <a:p>
            <a:pPr marL="163195">
              <a:spcBef>
                <a:spcPts val="1275"/>
              </a:spcBef>
            </a:pPr>
            <a:r>
              <a:rPr sz="2000" spc="-10" dirty="0">
                <a:latin typeface="Arial MT"/>
                <a:cs typeface="Arial MT"/>
              </a:rPr>
              <a:t>Altura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818116" y="3364991"/>
            <a:ext cx="29209" cy="744220"/>
          </a:xfrm>
          <a:custGeom>
            <a:avLst/>
            <a:gdLst/>
            <a:ahLst/>
            <a:cxnLst/>
            <a:rect l="l" t="t" r="r" b="b"/>
            <a:pathLst>
              <a:path w="29209" h="744220">
                <a:moveTo>
                  <a:pt x="0" y="0"/>
                </a:moveTo>
                <a:lnTo>
                  <a:pt x="0" y="743711"/>
                </a:lnTo>
                <a:lnTo>
                  <a:pt x="28955" y="743711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Simplificando</a:t>
            </a:r>
            <a:r>
              <a:rPr spc="-160" dirty="0"/>
              <a:t> </a:t>
            </a:r>
            <a:r>
              <a:rPr spc="-10" dirty="0"/>
              <a:t>Modelagens</a:t>
            </a:r>
          </a:p>
        </p:txBody>
      </p:sp>
      <p:sp>
        <p:nvSpPr>
          <p:cNvPr id="3" name="object 3"/>
          <p:cNvSpPr/>
          <p:nvPr/>
        </p:nvSpPr>
        <p:spPr>
          <a:xfrm>
            <a:off x="5994401" y="2607563"/>
            <a:ext cx="1882139" cy="701040"/>
          </a:xfrm>
          <a:custGeom>
            <a:avLst/>
            <a:gdLst/>
            <a:ahLst/>
            <a:cxnLst/>
            <a:rect l="l" t="t" r="r" b="b"/>
            <a:pathLst>
              <a:path w="1882139" h="701039">
                <a:moveTo>
                  <a:pt x="0" y="0"/>
                </a:moveTo>
                <a:lnTo>
                  <a:pt x="0" y="701039"/>
                </a:lnTo>
                <a:lnTo>
                  <a:pt x="1882139" y="701039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622543" y="3390138"/>
            <a:ext cx="8572500" cy="3467100"/>
            <a:chOff x="742943" y="3390138"/>
            <a:chExt cx="8572500" cy="3467100"/>
          </a:xfrm>
        </p:grpSpPr>
        <p:sp>
          <p:nvSpPr>
            <p:cNvPr id="5" name="object 5"/>
            <p:cNvSpPr/>
            <p:nvPr/>
          </p:nvSpPr>
          <p:spPr>
            <a:xfrm>
              <a:off x="7197851" y="5704332"/>
              <a:ext cx="1882139" cy="701040"/>
            </a:xfrm>
            <a:custGeom>
              <a:avLst/>
              <a:gdLst/>
              <a:ahLst/>
              <a:cxnLst/>
              <a:rect l="l" t="t" r="r" b="b"/>
              <a:pathLst>
                <a:path w="1882140" h="701039">
                  <a:moveTo>
                    <a:pt x="0" y="0"/>
                  </a:moveTo>
                  <a:lnTo>
                    <a:pt x="0" y="701039"/>
                  </a:lnTo>
                  <a:lnTo>
                    <a:pt x="1882139" y="701039"/>
                  </a:lnTo>
                  <a:lnTo>
                    <a:pt x="1882139" y="0"/>
                  </a:lnTo>
                  <a:lnTo>
                    <a:pt x="0" y="0"/>
                  </a:lnTo>
                  <a:close/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993" y="3409188"/>
              <a:ext cx="8534400" cy="3429000"/>
            </a:xfrm>
            <a:custGeom>
              <a:avLst/>
              <a:gdLst/>
              <a:ahLst/>
              <a:cxnLst/>
              <a:rect l="l" t="t" r="r" b="b"/>
              <a:pathLst>
                <a:path w="8534400" h="3429000">
                  <a:moveTo>
                    <a:pt x="0" y="1790699"/>
                  </a:moveTo>
                  <a:lnTo>
                    <a:pt x="3200406" y="1790699"/>
                  </a:lnTo>
                  <a:lnTo>
                    <a:pt x="3200406" y="571499"/>
                  </a:lnTo>
                  <a:lnTo>
                    <a:pt x="2133606" y="571499"/>
                  </a:lnTo>
                  <a:lnTo>
                    <a:pt x="4267206" y="0"/>
                  </a:lnTo>
                  <a:lnTo>
                    <a:pt x="6400805" y="571499"/>
                  </a:lnTo>
                  <a:lnTo>
                    <a:pt x="5334005" y="571499"/>
                  </a:lnTo>
                  <a:lnTo>
                    <a:pt x="5334005" y="1790699"/>
                  </a:lnTo>
                  <a:lnTo>
                    <a:pt x="8534405" y="1790699"/>
                  </a:lnTo>
                  <a:lnTo>
                    <a:pt x="8534405" y="3428999"/>
                  </a:lnTo>
                  <a:lnTo>
                    <a:pt x="0" y="3428999"/>
                  </a:lnTo>
                  <a:lnTo>
                    <a:pt x="0" y="1790699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849111" y="2800603"/>
            <a:ext cx="2296795" cy="1216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5615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Pessoa</a:t>
            </a:r>
            <a:endParaRPr sz="2800">
              <a:latin typeface="Arial MT"/>
              <a:cs typeface="Arial MT"/>
            </a:endParaRPr>
          </a:p>
          <a:p>
            <a:pPr marL="12700">
              <a:spcBef>
                <a:spcPts val="3135"/>
              </a:spcBef>
            </a:pPr>
            <a:r>
              <a:rPr sz="2400" b="1" spc="-10" dirty="0">
                <a:latin typeface="Times New Roman"/>
                <a:cs typeface="Times New Roman"/>
              </a:rPr>
              <a:t>GENERALIZAR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92181" y="5815073"/>
            <a:ext cx="18491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Engenheiro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46800" y="5654040"/>
            <a:ext cx="1880870" cy="702945"/>
          </a:xfrm>
          <a:custGeom>
            <a:avLst/>
            <a:gdLst/>
            <a:ahLst/>
            <a:cxnLst/>
            <a:rect l="l" t="t" r="r" b="b"/>
            <a:pathLst>
              <a:path w="1880870" h="702945">
                <a:moveTo>
                  <a:pt x="1880615" y="702563"/>
                </a:moveTo>
                <a:lnTo>
                  <a:pt x="1880615" y="0"/>
                </a:lnTo>
                <a:lnTo>
                  <a:pt x="0" y="0"/>
                </a:lnTo>
                <a:lnTo>
                  <a:pt x="0" y="702563"/>
                </a:lnTo>
                <a:lnTo>
                  <a:pt x="1880615" y="7025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46800" y="5654039"/>
            <a:ext cx="1880870" cy="637994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133985">
              <a:spcBef>
                <a:spcPts val="1614"/>
              </a:spcBef>
            </a:pPr>
            <a:r>
              <a:rPr sz="2800" spc="-10" dirty="0">
                <a:latin typeface="Arial MT"/>
                <a:cs typeface="Arial MT"/>
              </a:rPr>
              <a:t>Professor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71362" y="5654039"/>
            <a:ext cx="1884045" cy="701040"/>
          </a:xfrm>
          <a:custGeom>
            <a:avLst/>
            <a:gdLst/>
            <a:ahLst/>
            <a:cxnLst/>
            <a:rect l="l" t="t" r="r" b="b"/>
            <a:pathLst>
              <a:path w="1884045" h="701039">
                <a:moveTo>
                  <a:pt x="1883663" y="701039"/>
                </a:moveTo>
                <a:lnTo>
                  <a:pt x="1883663" y="0"/>
                </a:lnTo>
                <a:lnTo>
                  <a:pt x="0" y="0"/>
                </a:lnTo>
                <a:lnTo>
                  <a:pt x="0" y="701039"/>
                </a:lnTo>
                <a:lnTo>
                  <a:pt x="1883663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071362" y="5654039"/>
            <a:ext cx="1884045" cy="637994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469265">
              <a:spcBef>
                <a:spcPts val="1614"/>
              </a:spcBef>
            </a:pPr>
            <a:r>
              <a:rPr sz="2800" spc="-10" dirty="0">
                <a:latin typeface="Arial MT"/>
                <a:cs typeface="Arial MT"/>
              </a:rPr>
              <a:t>Aluno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Simplificando</a:t>
            </a:r>
            <a:r>
              <a:rPr spc="-160" dirty="0"/>
              <a:t> </a:t>
            </a:r>
            <a:r>
              <a:rPr spc="-10" dirty="0"/>
              <a:t>Modelagens</a:t>
            </a:r>
          </a:p>
        </p:txBody>
      </p:sp>
      <p:sp>
        <p:nvSpPr>
          <p:cNvPr id="3" name="object 3"/>
          <p:cNvSpPr/>
          <p:nvPr/>
        </p:nvSpPr>
        <p:spPr>
          <a:xfrm>
            <a:off x="2979921" y="6224015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706" y="0"/>
                </a:moveTo>
                <a:lnTo>
                  <a:pt x="958238" y="793"/>
                </a:lnTo>
                <a:lnTo>
                  <a:pt x="889050" y="3137"/>
                </a:lnTo>
                <a:lnTo>
                  <a:pt x="821295" y="6983"/>
                </a:lnTo>
                <a:lnTo>
                  <a:pt x="755126" y="12276"/>
                </a:lnTo>
                <a:lnTo>
                  <a:pt x="690695" y="18967"/>
                </a:lnTo>
                <a:lnTo>
                  <a:pt x="628155" y="27003"/>
                </a:lnTo>
                <a:lnTo>
                  <a:pt x="567658" y="36333"/>
                </a:lnTo>
                <a:lnTo>
                  <a:pt x="509359" y="46905"/>
                </a:lnTo>
                <a:lnTo>
                  <a:pt x="453409" y="58668"/>
                </a:lnTo>
                <a:lnTo>
                  <a:pt x="399961" y="71569"/>
                </a:lnTo>
                <a:lnTo>
                  <a:pt x="349168" y="85558"/>
                </a:lnTo>
                <a:lnTo>
                  <a:pt x="301183" y="100583"/>
                </a:lnTo>
                <a:lnTo>
                  <a:pt x="256159" y="116593"/>
                </a:lnTo>
                <a:lnTo>
                  <a:pt x="214248" y="133535"/>
                </a:lnTo>
                <a:lnTo>
                  <a:pt x="175604" y="151358"/>
                </a:lnTo>
                <a:lnTo>
                  <a:pt x="140378" y="170010"/>
                </a:lnTo>
                <a:lnTo>
                  <a:pt x="80796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505"/>
                </a:lnTo>
                <a:lnTo>
                  <a:pt x="20886" y="412328"/>
                </a:lnTo>
                <a:lnTo>
                  <a:pt x="56745" y="455968"/>
                </a:lnTo>
                <a:lnTo>
                  <a:pt x="108725" y="497028"/>
                </a:lnTo>
                <a:lnTo>
                  <a:pt x="175604" y="535111"/>
                </a:lnTo>
                <a:lnTo>
                  <a:pt x="214248" y="552913"/>
                </a:lnTo>
                <a:lnTo>
                  <a:pt x="256159" y="569821"/>
                </a:lnTo>
                <a:lnTo>
                  <a:pt x="301183" y="585787"/>
                </a:lnTo>
                <a:lnTo>
                  <a:pt x="349168" y="600761"/>
                </a:lnTo>
                <a:lnTo>
                  <a:pt x="399961" y="614693"/>
                </a:lnTo>
                <a:lnTo>
                  <a:pt x="453409" y="627533"/>
                </a:lnTo>
                <a:lnTo>
                  <a:pt x="509359" y="639233"/>
                </a:lnTo>
                <a:lnTo>
                  <a:pt x="567658" y="649742"/>
                </a:lnTo>
                <a:lnTo>
                  <a:pt x="628155" y="659010"/>
                </a:lnTo>
                <a:lnTo>
                  <a:pt x="690695" y="666989"/>
                </a:lnTo>
                <a:lnTo>
                  <a:pt x="755126" y="673629"/>
                </a:lnTo>
                <a:lnTo>
                  <a:pt x="821295" y="678879"/>
                </a:lnTo>
                <a:lnTo>
                  <a:pt x="889050" y="682691"/>
                </a:lnTo>
                <a:lnTo>
                  <a:pt x="958238" y="685014"/>
                </a:lnTo>
                <a:lnTo>
                  <a:pt x="1028706" y="685799"/>
                </a:lnTo>
                <a:lnTo>
                  <a:pt x="1099173" y="685014"/>
                </a:lnTo>
                <a:lnTo>
                  <a:pt x="1168361" y="682691"/>
                </a:lnTo>
                <a:lnTo>
                  <a:pt x="1236115" y="678879"/>
                </a:lnTo>
                <a:lnTo>
                  <a:pt x="1302285" y="673629"/>
                </a:lnTo>
                <a:lnTo>
                  <a:pt x="1366716" y="666989"/>
                </a:lnTo>
                <a:lnTo>
                  <a:pt x="1429256" y="659010"/>
                </a:lnTo>
                <a:lnTo>
                  <a:pt x="1489752" y="649742"/>
                </a:lnTo>
                <a:lnTo>
                  <a:pt x="1548051" y="639233"/>
                </a:lnTo>
                <a:lnTo>
                  <a:pt x="1604001" y="627533"/>
                </a:lnTo>
                <a:lnTo>
                  <a:pt x="1657448" y="614693"/>
                </a:lnTo>
                <a:lnTo>
                  <a:pt x="1708241" y="600761"/>
                </a:lnTo>
                <a:lnTo>
                  <a:pt x="1756225" y="585787"/>
                </a:lnTo>
                <a:lnTo>
                  <a:pt x="1801249" y="569821"/>
                </a:lnTo>
                <a:lnTo>
                  <a:pt x="1843159" y="552913"/>
                </a:lnTo>
                <a:lnTo>
                  <a:pt x="1881803" y="535111"/>
                </a:lnTo>
                <a:lnTo>
                  <a:pt x="1917028" y="516466"/>
                </a:lnTo>
                <a:lnTo>
                  <a:pt x="1976610" y="476845"/>
                </a:lnTo>
                <a:lnTo>
                  <a:pt x="2020681" y="434445"/>
                </a:lnTo>
                <a:lnTo>
                  <a:pt x="2048021" y="389665"/>
                </a:lnTo>
                <a:lnTo>
                  <a:pt x="2057406" y="342899"/>
                </a:lnTo>
                <a:lnTo>
                  <a:pt x="2055034" y="319469"/>
                </a:lnTo>
                <a:lnTo>
                  <a:pt x="2036519" y="273909"/>
                </a:lnTo>
                <a:lnTo>
                  <a:pt x="2000661" y="230428"/>
                </a:lnTo>
                <a:lnTo>
                  <a:pt x="1948681" y="189441"/>
                </a:lnTo>
                <a:lnTo>
                  <a:pt x="1881803" y="151358"/>
                </a:lnTo>
                <a:lnTo>
                  <a:pt x="1843159" y="133535"/>
                </a:lnTo>
                <a:lnTo>
                  <a:pt x="1801249" y="116593"/>
                </a:lnTo>
                <a:lnTo>
                  <a:pt x="1756225" y="100583"/>
                </a:lnTo>
                <a:lnTo>
                  <a:pt x="1708241" y="85558"/>
                </a:lnTo>
                <a:lnTo>
                  <a:pt x="1657448" y="71569"/>
                </a:lnTo>
                <a:lnTo>
                  <a:pt x="1604001" y="58668"/>
                </a:lnTo>
                <a:lnTo>
                  <a:pt x="1548051" y="46905"/>
                </a:lnTo>
                <a:lnTo>
                  <a:pt x="1489752" y="36333"/>
                </a:lnTo>
                <a:lnTo>
                  <a:pt x="1429256" y="27003"/>
                </a:lnTo>
                <a:lnTo>
                  <a:pt x="1366716" y="18967"/>
                </a:lnTo>
                <a:lnTo>
                  <a:pt x="1302285" y="12276"/>
                </a:lnTo>
                <a:lnTo>
                  <a:pt x="1236115" y="6983"/>
                </a:lnTo>
                <a:lnTo>
                  <a:pt x="1168361" y="3137"/>
                </a:lnTo>
                <a:lnTo>
                  <a:pt x="1099173" y="793"/>
                </a:lnTo>
                <a:lnTo>
                  <a:pt x="1028706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66872" y="6360665"/>
            <a:ext cx="1683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NroMatricula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99200" y="6262115"/>
            <a:ext cx="1676400" cy="685800"/>
          </a:xfrm>
          <a:custGeom>
            <a:avLst/>
            <a:gdLst/>
            <a:ahLst/>
            <a:cxnLst/>
            <a:rect l="l" t="t" r="r" b="b"/>
            <a:pathLst>
              <a:path w="1676400" h="685800">
                <a:moveTo>
                  <a:pt x="838199" y="0"/>
                </a:moveTo>
                <a:lnTo>
                  <a:pt x="772647" y="1034"/>
                </a:lnTo>
                <a:lnTo>
                  <a:pt x="708482" y="4085"/>
                </a:lnTo>
                <a:lnTo>
                  <a:pt x="645891" y="9077"/>
                </a:lnTo>
                <a:lnTo>
                  <a:pt x="585060" y="15932"/>
                </a:lnTo>
                <a:lnTo>
                  <a:pt x="526174" y="24573"/>
                </a:lnTo>
                <a:lnTo>
                  <a:pt x="469418" y="34923"/>
                </a:lnTo>
                <a:lnTo>
                  <a:pt x="414979" y="46905"/>
                </a:lnTo>
                <a:lnTo>
                  <a:pt x="363042" y="60442"/>
                </a:lnTo>
                <a:lnTo>
                  <a:pt x="313792" y="75457"/>
                </a:lnTo>
                <a:lnTo>
                  <a:pt x="267416" y="91874"/>
                </a:lnTo>
                <a:lnTo>
                  <a:pt x="224099" y="109614"/>
                </a:lnTo>
                <a:lnTo>
                  <a:pt x="184026" y="128602"/>
                </a:lnTo>
                <a:lnTo>
                  <a:pt x="147383" y="148760"/>
                </a:lnTo>
                <a:lnTo>
                  <a:pt x="114356" y="170010"/>
                </a:lnTo>
                <a:lnTo>
                  <a:pt x="59891" y="215482"/>
                </a:lnTo>
                <a:lnTo>
                  <a:pt x="22117" y="264402"/>
                </a:lnTo>
                <a:lnTo>
                  <a:pt x="2519" y="316154"/>
                </a:lnTo>
                <a:lnTo>
                  <a:pt x="0" y="342899"/>
                </a:lnTo>
                <a:lnTo>
                  <a:pt x="2519" y="369842"/>
                </a:lnTo>
                <a:lnTo>
                  <a:pt x="22117" y="421876"/>
                </a:lnTo>
                <a:lnTo>
                  <a:pt x="59891" y="470949"/>
                </a:lnTo>
                <a:lnTo>
                  <a:pt x="114356" y="516466"/>
                </a:lnTo>
                <a:lnTo>
                  <a:pt x="147383" y="537707"/>
                </a:lnTo>
                <a:lnTo>
                  <a:pt x="184026" y="557837"/>
                </a:lnTo>
                <a:lnTo>
                  <a:pt x="224099" y="576782"/>
                </a:lnTo>
                <a:lnTo>
                  <a:pt x="267416" y="594468"/>
                </a:lnTo>
                <a:lnTo>
                  <a:pt x="313792" y="610821"/>
                </a:lnTo>
                <a:lnTo>
                  <a:pt x="363042" y="625768"/>
                </a:lnTo>
                <a:lnTo>
                  <a:pt x="414979" y="639233"/>
                </a:lnTo>
                <a:lnTo>
                  <a:pt x="469418" y="651143"/>
                </a:lnTo>
                <a:lnTo>
                  <a:pt x="526174" y="661424"/>
                </a:lnTo>
                <a:lnTo>
                  <a:pt x="585060" y="670002"/>
                </a:lnTo>
                <a:lnTo>
                  <a:pt x="645891" y="676802"/>
                </a:lnTo>
                <a:lnTo>
                  <a:pt x="708482" y="681751"/>
                </a:lnTo>
                <a:lnTo>
                  <a:pt x="772647" y="684775"/>
                </a:lnTo>
                <a:lnTo>
                  <a:pt x="838199" y="685799"/>
                </a:lnTo>
                <a:lnTo>
                  <a:pt x="903752" y="684775"/>
                </a:lnTo>
                <a:lnTo>
                  <a:pt x="967917" y="681751"/>
                </a:lnTo>
                <a:lnTo>
                  <a:pt x="1030508" y="676802"/>
                </a:lnTo>
                <a:lnTo>
                  <a:pt x="1091339" y="670002"/>
                </a:lnTo>
                <a:lnTo>
                  <a:pt x="1150225" y="661424"/>
                </a:lnTo>
                <a:lnTo>
                  <a:pt x="1206981" y="651143"/>
                </a:lnTo>
                <a:lnTo>
                  <a:pt x="1261420" y="639233"/>
                </a:lnTo>
                <a:lnTo>
                  <a:pt x="1313357" y="625768"/>
                </a:lnTo>
                <a:lnTo>
                  <a:pt x="1362607" y="610821"/>
                </a:lnTo>
                <a:lnTo>
                  <a:pt x="1408983" y="594468"/>
                </a:lnTo>
                <a:lnTo>
                  <a:pt x="1452300" y="576782"/>
                </a:lnTo>
                <a:lnTo>
                  <a:pt x="1492373" y="557837"/>
                </a:lnTo>
                <a:lnTo>
                  <a:pt x="1529016" y="537707"/>
                </a:lnTo>
                <a:lnTo>
                  <a:pt x="1562043" y="516466"/>
                </a:lnTo>
                <a:lnTo>
                  <a:pt x="1616507" y="470949"/>
                </a:lnTo>
                <a:lnTo>
                  <a:pt x="1654281" y="421876"/>
                </a:lnTo>
                <a:lnTo>
                  <a:pt x="1673880" y="369842"/>
                </a:lnTo>
                <a:lnTo>
                  <a:pt x="1676399" y="342899"/>
                </a:lnTo>
                <a:lnTo>
                  <a:pt x="1673880" y="316154"/>
                </a:lnTo>
                <a:lnTo>
                  <a:pt x="1654281" y="264402"/>
                </a:lnTo>
                <a:lnTo>
                  <a:pt x="1616507" y="215482"/>
                </a:lnTo>
                <a:lnTo>
                  <a:pt x="1562043" y="170010"/>
                </a:lnTo>
                <a:lnTo>
                  <a:pt x="1529016" y="148760"/>
                </a:lnTo>
                <a:lnTo>
                  <a:pt x="1492373" y="128602"/>
                </a:lnTo>
                <a:lnTo>
                  <a:pt x="1452300" y="109614"/>
                </a:lnTo>
                <a:lnTo>
                  <a:pt x="1408983" y="91874"/>
                </a:lnTo>
                <a:lnTo>
                  <a:pt x="1362607" y="75457"/>
                </a:lnTo>
                <a:lnTo>
                  <a:pt x="1313357" y="60442"/>
                </a:lnTo>
                <a:lnTo>
                  <a:pt x="1261420" y="46905"/>
                </a:lnTo>
                <a:lnTo>
                  <a:pt x="1206981" y="34923"/>
                </a:lnTo>
                <a:lnTo>
                  <a:pt x="1150225" y="24573"/>
                </a:lnTo>
                <a:lnTo>
                  <a:pt x="1091339" y="15932"/>
                </a:lnTo>
                <a:lnTo>
                  <a:pt x="1030508" y="9077"/>
                </a:lnTo>
                <a:lnTo>
                  <a:pt x="967917" y="4085"/>
                </a:lnTo>
                <a:lnTo>
                  <a:pt x="903752" y="1034"/>
                </a:lnTo>
                <a:lnTo>
                  <a:pt x="8381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64806" y="6398765"/>
            <a:ext cx="1346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CRP/MEC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232900" y="6295644"/>
            <a:ext cx="1676400" cy="685800"/>
          </a:xfrm>
          <a:custGeom>
            <a:avLst/>
            <a:gdLst/>
            <a:ahLst/>
            <a:cxnLst/>
            <a:rect l="l" t="t" r="r" b="b"/>
            <a:pathLst>
              <a:path w="1676400" h="685800">
                <a:moveTo>
                  <a:pt x="838199" y="0"/>
                </a:moveTo>
                <a:lnTo>
                  <a:pt x="772647" y="1034"/>
                </a:lnTo>
                <a:lnTo>
                  <a:pt x="708482" y="4085"/>
                </a:lnTo>
                <a:lnTo>
                  <a:pt x="645891" y="9077"/>
                </a:lnTo>
                <a:lnTo>
                  <a:pt x="585060" y="15932"/>
                </a:lnTo>
                <a:lnTo>
                  <a:pt x="526174" y="24573"/>
                </a:lnTo>
                <a:lnTo>
                  <a:pt x="469418" y="34923"/>
                </a:lnTo>
                <a:lnTo>
                  <a:pt x="414979" y="46905"/>
                </a:lnTo>
                <a:lnTo>
                  <a:pt x="363042" y="60442"/>
                </a:lnTo>
                <a:lnTo>
                  <a:pt x="313792" y="75457"/>
                </a:lnTo>
                <a:lnTo>
                  <a:pt x="267416" y="91874"/>
                </a:lnTo>
                <a:lnTo>
                  <a:pt x="224099" y="109614"/>
                </a:lnTo>
                <a:lnTo>
                  <a:pt x="184026" y="128602"/>
                </a:lnTo>
                <a:lnTo>
                  <a:pt x="147383" y="148760"/>
                </a:lnTo>
                <a:lnTo>
                  <a:pt x="114356" y="170010"/>
                </a:lnTo>
                <a:lnTo>
                  <a:pt x="59891" y="215482"/>
                </a:lnTo>
                <a:lnTo>
                  <a:pt x="22117" y="264402"/>
                </a:lnTo>
                <a:lnTo>
                  <a:pt x="2519" y="316154"/>
                </a:lnTo>
                <a:lnTo>
                  <a:pt x="0" y="342899"/>
                </a:lnTo>
                <a:lnTo>
                  <a:pt x="2519" y="369645"/>
                </a:lnTo>
                <a:lnTo>
                  <a:pt x="22117" y="421397"/>
                </a:lnTo>
                <a:lnTo>
                  <a:pt x="59891" y="470317"/>
                </a:lnTo>
                <a:lnTo>
                  <a:pt x="114356" y="515789"/>
                </a:lnTo>
                <a:lnTo>
                  <a:pt x="147383" y="537039"/>
                </a:lnTo>
                <a:lnTo>
                  <a:pt x="184026" y="557197"/>
                </a:lnTo>
                <a:lnTo>
                  <a:pt x="224099" y="576185"/>
                </a:lnTo>
                <a:lnTo>
                  <a:pt x="267416" y="593925"/>
                </a:lnTo>
                <a:lnTo>
                  <a:pt x="313792" y="610341"/>
                </a:lnTo>
                <a:lnTo>
                  <a:pt x="363042" y="625357"/>
                </a:lnTo>
                <a:lnTo>
                  <a:pt x="414979" y="638894"/>
                </a:lnTo>
                <a:lnTo>
                  <a:pt x="469418" y="650876"/>
                </a:lnTo>
                <a:lnTo>
                  <a:pt x="526174" y="661226"/>
                </a:lnTo>
                <a:lnTo>
                  <a:pt x="585060" y="669867"/>
                </a:lnTo>
                <a:lnTo>
                  <a:pt x="645891" y="676722"/>
                </a:lnTo>
                <a:lnTo>
                  <a:pt x="708482" y="681714"/>
                </a:lnTo>
                <a:lnTo>
                  <a:pt x="772647" y="684765"/>
                </a:lnTo>
                <a:lnTo>
                  <a:pt x="838199" y="685799"/>
                </a:lnTo>
                <a:lnTo>
                  <a:pt x="903752" y="684765"/>
                </a:lnTo>
                <a:lnTo>
                  <a:pt x="967917" y="681714"/>
                </a:lnTo>
                <a:lnTo>
                  <a:pt x="1030508" y="676722"/>
                </a:lnTo>
                <a:lnTo>
                  <a:pt x="1091339" y="669867"/>
                </a:lnTo>
                <a:lnTo>
                  <a:pt x="1150225" y="661226"/>
                </a:lnTo>
                <a:lnTo>
                  <a:pt x="1206981" y="650876"/>
                </a:lnTo>
                <a:lnTo>
                  <a:pt x="1261420" y="638894"/>
                </a:lnTo>
                <a:lnTo>
                  <a:pt x="1313357" y="625357"/>
                </a:lnTo>
                <a:lnTo>
                  <a:pt x="1362607" y="610341"/>
                </a:lnTo>
                <a:lnTo>
                  <a:pt x="1408983" y="593925"/>
                </a:lnTo>
                <a:lnTo>
                  <a:pt x="1452300" y="576185"/>
                </a:lnTo>
                <a:lnTo>
                  <a:pt x="1492373" y="557197"/>
                </a:lnTo>
                <a:lnTo>
                  <a:pt x="1529016" y="537039"/>
                </a:lnTo>
                <a:lnTo>
                  <a:pt x="1562043" y="515789"/>
                </a:lnTo>
                <a:lnTo>
                  <a:pt x="1616507" y="470317"/>
                </a:lnTo>
                <a:lnTo>
                  <a:pt x="1654281" y="421397"/>
                </a:lnTo>
                <a:lnTo>
                  <a:pt x="1673880" y="369645"/>
                </a:lnTo>
                <a:lnTo>
                  <a:pt x="1676399" y="342899"/>
                </a:lnTo>
                <a:lnTo>
                  <a:pt x="1673880" y="316154"/>
                </a:lnTo>
                <a:lnTo>
                  <a:pt x="1654281" y="264402"/>
                </a:lnTo>
                <a:lnTo>
                  <a:pt x="1616507" y="215482"/>
                </a:lnTo>
                <a:lnTo>
                  <a:pt x="1562043" y="170010"/>
                </a:lnTo>
                <a:lnTo>
                  <a:pt x="1529016" y="148760"/>
                </a:lnTo>
                <a:lnTo>
                  <a:pt x="1492373" y="128602"/>
                </a:lnTo>
                <a:lnTo>
                  <a:pt x="1452300" y="109614"/>
                </a:lnTo>
                <a:lnTo>
                  <a:pt x="1408983" y="91874"/>
                </a:lnTo>
                <a:lnTo>
                  <a:pt x="1362607" y="75457"/>
                </a:lnTo>
                <a:lnTo>
                  <a:pt x="1313357" y="60442"/>
                </a:lnTo>
                <a:lnTo>
                  <a:pt x="1261420" y="46905"/>
                </a:lnTo>
                <a:lnTo>
                  <a:pt x="1206981" y="34923"/>
                </a:lnTo>
                <a:lnTo>
                  <a:pt x="1150225" y="24573"/>
                </a:lnTo>
                <a:lnTo>
                  <a:pt x="1091339" y="15932"/>
                </a:lnTo>
                <a:lnTo>
                  <a:pt x="1030508" y="9077"/>
                </a:lnTo>
                <a:lnTo>
                  <a:pt x="967917" y="4085"/>
                </a:lnTo>
                <a:lnTo>
                  <a:pt x="903752" y="1034"/>
                </a:lnTo>
                <a:lnTo>
                  <a:pt x="8381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415268" y="6432293"/>
            <a:ext cx="1313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Prontuário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800" y="2438400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03419" y="2575051"/>
            <a:ext cx="768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Nome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60800" y="3200400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538470" y="3337050"/>
            <a:ext cx="703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Idade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975600" y="25100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686796" y="2646678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Sexo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975600" y="32720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602977" y="3408678"/>
            <a:ext cx="803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Altura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94401" y="2607563"/>
            <a:ext cx="1882139" cy="637994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330200">
              <a:spcBef>
                <a:spcPts val="1614"/>
              </a:spcBef>
            </a:pPr>
            <a:r>
              <a:rPr sz="2800" spc="-10" dirty="0">
                <a:latin typeface="Arial MT"/>
                <a:cs typeface="Arial MT"/>
              </a:rPr>
              <a:t>Pessoa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622543" y="3390138"/>
            <a:ext cx="8572500" cy="3467100"/>
            <a:chOff x="742943" y="3390138"/>
            <a:chExt cx="8572500" cy="3467100"/>
          </a:xfrm>
        </p:grpSpPr>
        <p:sp>
          <p:nvSpPr>
            <p:cNvPr id="19" name="object 19"/>
            <p:cNvSpPr/>
            <p:nvPr/>
          </p:nvSpPr>
          <p:spPr>
            <a:xfrm>
              <a:off x="7197851" y="5704332"/>
              <a:ext cx="1882139" cy="701040"/>
            </a:xfrm>
            <a:custGeom>
              <a:avLst/>
              <a:gdLst/>
              <a:ahLst/>
              <a:cxnLst/>
              <a:rect l="l" t="t" r="r" b="b"/>
              <a:pathLst>
                <a:path w="1882140" h="701039">
                  <a:moveTo>
                    <a:pt x="1882139" y="701039"/>
                  </a:moveTo>
                  <a:lnTo>
                    <a:pt x="1882139" y="0"/>
                  </a:lnTo>
                  <a:lnTo>
                    <a:pt x="0" y="0"/>
                  </a:lnTo>
                  <a:lnTo>
                    <a:pt x="0" y="701039"/>
                  </a:lnTo>
                  <a:lnTo>
                    <a:pt x="1882139" y="7010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61993" y="3409188"/>
              <a:ext cx="8534400" cy="3429000"/>
            </a:xfrm>
            <a:custGeom>
              <a:avLst/>
              <a:gdLst/>
              <a:ahLst/>
              <a:cxnLst/>
              <a:rect l="l" t="t" r="r" b="b"/>
              <a:pathLst>
                <a:path w="8534400" h="3429000">
                  <a:moveTo>
                    <a:pt x="0" y="1790699"/>
                  </a:moveTo>
                  <a:lnTo>
                    <a:pt x="3200406" y="1790699"/>
                  </a:lnTo>
                  <a:lnTo>
                    <a:pt x="3200406" y="571499"/>
                  </a:lnTo>
                  <a:lnTo>
                    <a:pt x="2133606" y="571499"/>
                  </a:lnTo>
                  <a:lnTo>
                    <a:pt x="4267206" y="0"/>
                  </a:lnTo>
                  <a:lnTo>
                    <a:pt x="6400805" y="571499"/>
                  </a:lnTo>
                  <a:lnTo>
                    <a:pt x="5334005" y="571499"/>
                  </a:lnTo>
                  <a:lnTo>
                    <a:pt x="5334005" y="1790699"/>
                  </a:lnTo>
                  <a:lnTo>
                    <a:pt x="8534405" y="1790699"/>
                  </a:lnTo>
                  <a:lnTo>
                    <a:pt x="8534405" y="3428999"/>
                  </a:lnTo>
                  <a:lnTo>
                    <a:pt x="0" y="3428999"/>
                  </a:lnTo>
                  <a:lnTo>
                    <a:pt x="0" y="1790699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849111" y="3625086"/>
            <a:ext cx="2296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GENERALIZAR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77453" y="5704333"/>
            <a:ext cx="1882139" cy="554639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246379">
              <a:spcBef>
                <a:spcPts val="965"/>
              </a:spcBef>
            </a:pPr>
            <a:r>
              <a:rPr sz="2800" spc="-10" dirty="0">
                <a:latin typeface="Arial MT"/>
                <a:cs typeface="Arial MT"/>
              </a:rPr>
              <a:t>Paciente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146800" y="5654040"/>
            <a:ext cx="1880870" cy="702945"/>
          </a:xfrm>
          <a:custGeom>
            <a:avLst/>
            <a:gdLst/>
            <a:ahLst/>
            <a:cxnLst/>
            <a:rect l="l" t="t" r="r" b="b"/>
            <a:pathLst>
              <a:path w="1880870" h="702945">
                <a:moveTo>
                  <a:pt x="1880615" y="702563"/>
                </a:moveTo>
                <a:lnTo>
                  <a:pt x="1880615" y="0"/>
                </a:lnTo>
                <a:lnTo>
                  <a:pt x="0" y="0"/>
                </a:lnTo>
                <a:lnTo>
                  <a:pt x="0" y="702563"/>
                </a:lnTo>
                <a:lnTo>
                  <a:pt x="1880615" y="7025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146800" y="5654039"/>
            <a:ext cx="1880870" cy="637994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133985">
              <a:spcBef>
                <a:spcPts val="1614"/>
              </a:spcBef>
            </a:pPr>
            <a:r>
              <a:rPr sz="2800" spc="-10" dirty="0">
                <a:latin typeface="Arial MT"/>
                <a:cs typeface="Arial MT"/>
              </a:rPr>
              <a:t>Professor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71362" y="5654039"/>
            <a:ext cx="1884045" cy="701040"/>
          </a:xfrm>
          <a:custGeom>
            <a:avLst/>
            <a:gdLst/>
            <a:ahLst/>
            <a:cxnLst/>
            <a:rect l="l" t="t" r="r" b="b"/>
            <a:pathLst>
              <a:path w="1884045" h="701039">
                <a:moveTo>
                  <a:pt x="1883663" y="701039"/>
                </a:moveTo>
                <a:lnTo>
                  <a:pt x="1883663" y="0"/>
                </a:lnTo>
                <a:lnTo>
                  <a:pt x="0" y="0"/>
                </a:lnTo>
                <a:lnTo>
                  <a:pt x="0" y="701039"/>
                </a:lnTo>
                <a:lnTo>
                  <a:pt x="1883663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071362" y="5654039"/>
            <a:ext cx="1884045" cy="637994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469265">
              <a:spcBef>
                <a:spcPts val="1614"/>
              </a:spcBef>
            </a:pPr>
            <a:r>
              <a:rPr sz="2800" spc="-10" dirty="0">
                <a:latin typeface="Arial MT"/>
                <a:cs typeface="Arial MT"/>
              </a:rPr>
              <a:t>Aluno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15539" y="3266946"/>
            <a:ext cx="12687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Abstração</a:t>
            </a:r>
            <a:r>
              <a:rPr sz="1600" b="1" spc="-7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de </a:t>
            </a:r>
            <a:r>
              <a:rPr sz="1600" b="1" spc="-10" dirty="0">
                <a:latin typeface="Times New Roman"/>
                <a:cs typeface="Times New Roman"/>
              </a:rPr>
              <a:t>Generalização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862574" y="3886201"/>
            <a:ext cx="170815" cy="1152525"/>
          </a:xfrm>
          <a:custGeom>
            <a:avLst/>
            <a:gdLst/>
            <a:ahLst/>
            <a:cxnLst/>
            <a:rect l="l" t="t" r="r" b="b"/>
            <a:pathLst>
              <a:path w="170815" h="1152525">
                <a:moveTo>
                  <a:pt x="170688" y="170688"/>
                </a:moveTo>
                <a:lnTo>
                  <a:pt x="85344" y="0"/>
                </a:lnTo>
                <a:lnTo>
                  <a:pt x="0" y="170688"/>
                </a:lnTo>
                <a:lnTo>
                  <a:pt x="56388" y="170688"/>
                </a:lnTo>
                <a:lnTo>
                  <a:pt x="56388" y="143256"/>
                </a:lnTo>
                <a:lnTo>
                  <a:pt x="114300" y="143256"/>
                </a:lnTo>
                <a:lnTo>
                  <a:pt x="114300" y="170688"/>
                </a:lnTo>
                <a:lnTo>
                  <a:pt x="170688" y="170688"/>
                </a:lnTo>
                <a:close/>
              </a:path>
              <a:path w="170815" h="1152525">
                <a:moveTo>
                  <a:pt x="114300" y="170688"/>
                </a:moveTo>
                <a:lnTo>
                  <a:pt x="114300" y="143256"/>
                </a:lnTo>
                <a:lnTo>
                  <a:pt x="56388" y="143256"/>
                </a:lnTo>
                <a:lnTo>
                  <a:pt x="56388" y="170688"/>
                </a:lnTo>
                <a:lnTo>
                  <a:pt x="114300" y="170688"/>
                </a:lnTo>
                <a:close/>
              </a:path>
              <a:path w="170815" h="1152525">
                <a:moveTo>
                  <a:pt x="114300" y="1152144"/>
                </a:moveTo>
                <a:lnTo>
                  <a:pt x="114300" y="170688"/>
                </a:lnTo>
                <a:lnTo>
                  <a:pt x="56388" y="170688"/>
                </a:lnTo>
                <a:lnTo>
                  <a:pt x="56388" y="1152144"/>
                </a:lnTo>
                <a:lnTo>
                  <a:pt x="114300" y="11521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MER</a:t>
            </a:r>
          </a:p>
          <a:p>
            <a:pPr marL="12700">
              <a:lnSpc>
                <a:spcPct val="100000"/>
              </a:lnSpc>
            </a:pPr>
            <a:r>
              <a:rPr dirty="0"/>
              <a:t>Propriedades</a:t>
            </a:r>
            <a:r>
              <a:rPr spc="-170" dirty="0"/>
              <a:t> </a:t>
            </a:r>
            <a:r>
              <a:rPr spc="-10" dirty="0"/>
              <a:t>Generalização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3" y="2434842"/>
            <a:ext cx="7595234" cy="3792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" algn="ctr">
              <a:lnSpc>
                <a:spcPts val="3304"/>
              </a:lnSpc>
              <a:spcBef>
                <a:spcPts val="95"/>
              </a:spcBef>
            </a:pPr>
            <a:r>
              <a:rPr sz="2800" spc="200" dirty="0">
                <a:latin typeface="Tahoma"/>
                <a:cs typeface="Tahoma"/>
              </a:rPr>
              <a:t>Disjunção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290" dirty="0">
                <a:latin typeface="Tahoma"/>
                <a:cs typeface="Tahoma"/>
              </a:rPr>
              <a:t>x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190" dirty="0">
                <a:latin typeface="Tahoma"/>
                <a:cs typeface="Tahoma"/>
              </a:rPr>
              <a:t>Sobreposição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195" dirty="0">
                <a:latin typeface="Tahoma"/>
                <a:cs typeface="Tahoma"/>
              </a:rPr>
              <a:t>(DxS)</a:t>
            </a:r>
            <a:endParaRPr sz="2800">
              <a:latin typeface="Tahoma"/>
              <a:cs typeface="Tahoma"/>
            </a:endParaRPr>
          </a:p>
          <a:p>
            <a:pPr marR="230504" algn="r">
              <a:lnSpc>
                <a:spcPts val="2590"/>
              </a:lnSpc>
            </a:pPr>
            <a:r>
              <a:rPr sz="2500" i="1" spc="-315" dirty="0">
                <a:latin typeface="Verdana"/>
                <a:cs typeface="Verdana"/>
              </a:rPr>
              <a:t>Se</a:t>
            </a:r>
            <a:r>
              <a:rPr sz="2500" i="1" spc="-95" dirty="0">
                <a:latin typeface="Verdana"/>
                <a:cs typeface="Verdana"/>
              </a:rPr>
              <a:t> </a:t>
            </a:r>
            <a:r>
              <a:rPr sz="2500" i="1" spc="-315" dirty="0">
                <a:latin typeface="Verdana"/>
                <a:cs typeface="Verdana"/>
              </a:rPr>
              <a:t>uma</a:t>
            </a:r>
            <a:r>
              <a:rPr sz="2500" i="1" spc="-85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entidade</a:t>
            </a:r>
            <a:r>
              <a:rPr sz="2500" i="1" spc="-90" dirty="0">
                <a:latin typeface="Verdana"/>
                <a:cs typeface="Verdana"/>
              </a:rPr>
              <a:t> </a:t>
            </a:r>
            <a:r>
              <a:rPr sz="2500" i="1" spc="-229" dirty="0">
                <a:latin typeface="Verdana"/>
                <a:cs typeface="Verdana"/>
              </a:rPr>
              <a:t>especializada</a:t>
            </a:r>
            <a:r>
              <a:rPr sz="2500" i="1" spc="-90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puder</a:t>
            </a:r>
            <a:r>
              <a:rPr sz="2500" i="1" spc="-100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pertencer</a:t>
            </a:r>
            <a:r>
              <a:rPr sz="2500" i="1" spc="-85" dirty="0">
                <a:latin typeface="Verdana"/>
                <a:cs typeface="Verdana"/>
              </a:rPr>
              <a:t> </a:t>
            </a:r>
            <a:r>
              <a:rPr sz="2500" i="1" spc="-254" dirty="0">
                <a:latin typeface="Verdana"/>
                <a:cs typeface="Verdana"/>
              </a:rPr>
              <a:t>a</a:t>
            </a:r>
            <a:r>
              <a:rPr sz="2500" i="1" spc="-90" dirty="0">
                <a:latin typeface="Verdana"/>
                <a:cs typeface="Verdana"/>
              </a:rPr>
              <a:t> </a:t>
            </a:r>
            <a:r>
              <a:rPr sz="2500" i="1" spc="-290" dirty="0">
                <a:latin typeface="Verdana"/>
                <a:cs typeface="Verdana"/>
              </a:rPr>
              <a:t>mais</a:t>
            </a:r>
            <a:endParaRPr sz="2500">
              <a:latin typeface="Verdana"/>
              <a:cs typeface="Verdana"/>
            </a:endParaRPr>
          </a:p>
          <a:p>
            <a:pPr marR="299720" algn="r">
              <a:lnSpc>
                <a:spcPts val="2300"/>
              </a:lnSpc>
            </a:pPr>
            <a:r>
              <a:rPr sz="2500" i="1" spc="-250" dirty="0">
                <a:latin typeface="Verdana"/>
                <a:cs typeface="Verdana"/>
              </a:rPr>
              <a:t>de</a:t>
            </a:r>
            <a:r>
              <a:rPr sz="2500" i="1" spc="-100" dirty="0">
                <a:latin typeface="Verdana"/>
                <a:cs typeface="Verdana"/>
              </a:rPr>
              <a:t> </a:t>
            </a:r>
            <a:r>
              <a:rPr sz="2500" i="1" spc="-355" dirty="0">
                <a:latin typeface="Verdana"/>
                <a:cs typeface="Verdana"/>
              </a:rPr>
              <a:t>um</a:t>
            </a:r>
            <a:r>
              <a:rPr sz="2500" i="1" spc="-95" dirty="0">
                <a:latin typeface="Verdana"/>
                <a:cs typeface="Verdana"/>
              </a:rPr>
              <a:t> </a:t>
            </a:r>
            <a:r>
              <a:rPr sz="2500" i="1" spc="-240" dirty="0">
                <a:latin typeface="Verdana"/>
                <a:cs typeface="Verdana"/>
              </a:rPr>
              <a:t>subconjunto</a:t>
            </a:r>
            <a:r>
              <a:rPr sz="2500" i="1" spc="-95" dirty="0">
                <a:latin typeface="Verdana"/>
                <a:cs typeface="Verdana"/>
              </a:rPr>
              <a:t> </a:t>
            </a:r>
            <a:r>
              <a:rPr sz="2500" i="1" spc="-254" dirty="0">
                <a:latin typeface="Verdana"/>
                <a:cs typeface="Verdana"/>
              </a:rPr>
              <a:t>de</a:t>
            </a:r>
            <a:r>
              <a:rPr sz="2500" i="1" spc="-100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entidades</a:t>
            </a:r>
            <a:r>
              <a:rPr sz="2500" i="1" spc="-100" dirty="0">
                <a:latin typeface="Verdana"/>
                <a:cs typeface="Verdana"/>
              </a:rPr>
              <a:t> </a:t>
            </a:r>
            <a:r>
              <a:rPr sz="2500" i="1" spc="-240" dirty="0">
                <a:latin typeface="Verdana"/>
                <a:cs typeface="Verdana"/>
              </a:rPr>
              <a:t>ao</a:t>
            </a:r>
            <a:r>
              <a:rPr sz="2500" i="1" spc="-100" dirty="0">
                <a:latin typeface="Verdana"/>
                <a:cs typeface="Verdana"/>
              </a:rPr>
              <a:t> </a:t>
            </a:r>
            <a:r>
              <a:rPr sz="2500" i="1" spc="-315" dirty="0">
                <a:latin typeface="Verdana"/>
                <a:cs typeface="Verdana"/>
              </a:rPr>
              <a:t>mesmo</a:t>
            </a:r>
            <a:r>
              <a:rPr sz="2500" i="1" spc="-95" dirty="0">
                <a:latin typeface="Verdana"/>
                <a:cs typeface="Verdana"/>
              </a:rPr>
              <a:t> </a:t>
            </a:r>
            <a:r>
              <a:rPr sz="2500" i="1" spc="-270" dirty="0">
                <a:latin typeface="Verdana"/>
                <a:cs typeface="Verdana"/>
              </a:rPr>
              <a:t>tempo,</a:t>
            </a:r>
            <a:endParaRPr sz="2500">
              <a:latin typeface="Verdana"/>
              <a:cs typeface="Verdana"/>
            </a:endParaRPr>
          </a:p>
          <a:p>
            <a:pPr marL="354965" marR="1290320">
              <a:lnSpc>
                <a:spcPct val="76800"/>
              </a:lnSpc>
              <a:spcBef>
                <a:spcPts val="345"/>
              </a:spcBef>
            </a:pPr>
            <a:r>
              <a:rPr sz="2500" i="1" spc="-235" dirty="0">
                <a:latin typeface="Verdana"/>
                <a:cs typeface="Verdana"/>
              </a:rPr>
              <a:t>diz-</a:t>
            </a:r>
            <a:r>
              <a:rPr sz="2500" i="1" spc="-245" dirty="0">
                <a:latin typeface="Verdana"/>
                <a:cs typeface="Verdana"/>
              </a:rPr>
              <a:t>se</a:t>
            </a:r>
            <a:r>
              <a:rPr sz="2500" i="1" spc="-90" dirty="0">
                <a:latin typeface="Verdana"/>
                <a:cs typeface="Verdana"/>
              </a:rPr>
              <a:t> </a:t>
            </a:r>
            <a:r>
              <a:rPr sz="2500" i="1" spc="-220" dirty="0">
                <a:latin typeface="Verdana"/>
                <a:cs typeface="Verdana"/>
              </a:rPr>
              <a:t>ter</a:t>
            </a:r>
            <a:r>
              <a:rPr sz="2500" i="1" spc="-95" dirty="0">
                <a:latin typeface="Verdana"/>
                <a:cs typeface="Verdana"/>
              </a:rPr>
              <a:t> </a:t>
            </a:r>
            <a:r>
              <a:rPr sz="2500" i="1" spc="-320" dirty="0">
                <a:latin typeface="Verdana"/>
                <a:cs typeface="Verdana"/>
              </a:rPr>
              <a:t>uma</a:t>
            </a:r>
            <a:r>
              <a:rPr sz="2500" i="1" spc="-80" dirty="0">
                <a:latin typeface="Verdana"/>
                <a:cs typeface="Verdana"/>
              </a:rPr>
              <a:t> </a:t>
            </a:r>
            <a:r>
              <a:rPr sz="2500" i="1" spc="-229" dirty="0">
                <a:latin typeface="Verdana"/>
                <a:cs typeface="Verdana"/>
              </a:rPr>
              <a:t>sobreposição,</a:t>
            </a:r>
            <a:r>
              <a:rPr sz="2500" i="1" spc="-75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caso</a:t>
            </a:r>
            <a:r>
              <a:rPr sz="2500" i="1" spc="-75" dirty="0">
                <a:latin typeface="Verdana"/>
                <a:cs typeface="Verdana"/>
              </a:rPr>
              <a:t> </a:t>
            </a:r>
            <a:r>
              <a:rPr sz="2500" i="1" spc="-180" dirty="0">
                <a:latin typeface="Verdana"/>
                <a:cs typeface="Verdana"/>
              </a:rPr>
              <a:t>contrário, </a:t>
            </a:r>
            <a:r>
              <a:rPr sz="2500" i="1" spc="-125" dirty="0">
                <a:latin typeface="Verdana"/>
                <a:cs typeface="Verdana"/>
              </a:rPr>
              <a:t>disjunção.</a:t>
            </a:r>
            <a:endParaRPr sz="2500">
              <a:latin typeface="Verdana"/>
              <a:cs typeface="Verdana"/>
            </a:endParaRPr>
          </a:p>
          <a:p>
            <a:pPr>
              <a:spcBef>
                <a:spcPts val="310"/>
              </a:spcBef>
            </a:pPr>
            <a:endParaRPr sz="2500">
              <a:latin typeface="Verdana"/>
              <a:cs typeface="Verdana"/>
            </a:endParaRPr>
          </a:p>
          <a:p>
            <a:pPr marL="21590" algn="ctr">
              <a:lnSpc>
                <a:spcPts val="3304"/>
              </a:lnSpc>
            </a:pPr>
            <a:r>
              <a:rPr sz="2800" spc="190" dirty="0">
                <a:latin typeface="Tahoma"/>
                <a:cs typeface="Tahoma"/>
              </a:rPr>
              <a:t>Cobertura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175" dirty="0">
                <a:latin typeface="Tahoma"/>
                <a:cs typeface="Tahoma"/>
              </a:rPr>
              <a:t>Total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204" dirty="0">
                <a:latin typeface="Tahoma"/>
                <a:cs typeface="Tahoma"/>
              </a:rPr>
              <a:t>ou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204" dirty="0">
                <a:latin typeface="Tahoma"/>
                <a:cs typeface="Tahoma"/>
              </a:rPr>
              <a:t>Parcial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195" dirty="0">
                <a:latin typeface="Tahoma"/>
                <a:cs typeface="Tahoma"/>
              </a:rPr>
              <a:t>(TxP)</a:t>
            </a:r>
            <a:endParaRPr sz="2800">
              <a:latin typeface="Tahoma"/>
              <a:cs typeface="Tahoma"/>
            </a:endParaRPr>
          </a:p>
          <a:p>
            <a:pPr marR="5715" algn="r">
              <a:lnSpc>
                <a:spcPts val="2590"/>
              </a:lnSpc>
            </a:pPr>
            <a:r>
              <a:rPr sz="2500" i="1" spc="-315" dirty="0">
                <a:latin typeface="Verdana"/>
                <a:cs typeface="Verdana"/>
              </a:rPr>
              <a:t>Se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29" dirty="0">
                <a:latin typeface="Verdana"/>
                <a:cs typeface="Verdana"/>
              </a:rPr>
              <a:t>toda</a:t>
            </a:r>
            <a:r>
              <a:rPr sz="2500" i="1" spc="-135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entidade</a:t>
            </a:r>
            <a:r>
              <a:rPr sz="2500" i="1" spc="-140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pertencente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40" dirty="0">
                <a:latin typeface="Verdana"/>
                <a:cs typeface="Verdana"/>
              </a:rPr>
              <a:t>ao</a:t>
            </a:r>
            <a:r>
              <a:rPr sz="2500" i="1" spc="-145" dirty="0">
                <a:latin typeface="Verdana"/>
                <a:cs typeface="Verdana"/>
              </a:rPr>
              <a:t> </a:t>
            </a:r>
            <a:r>
              <a:rPr sz="2500" i="1" spc="-229" dirty="0">
                <a:latin typeface="Verdana"/>
                <a:cs typeface="Verdana"/>
              </a:rPr>
              <a:t>conjunto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dirty="0">
                <a:latin typeface="Verdana"/>
                <a:cs typeface="Verdana"/>
              </a:rPr>
              <a:t>de</a:t>
            </a:r>
            <a:r>
              <a:rPr sz="2500" i="1" spc="380" dirty="0">
                <a:latin typeface="Verdana"/>
                <a:cs typeface="Verdana"/>
              </a:rPr>
              <a:t> </a:t>
            </a:r>
            <a:r>
              <a:rPr sz="2500" i="1" spc="-175" dirty="0">
                <a:latin typeface="Verdana"/>
                <a:cs typeface="Verdana"/>
              </a:rPr>
              <a:t>entidades</a:t>
            </a:r>
            <a:endParaRPr sz="2500">
              <a:latin typeface="Verdana"/>
              <a:cs typeface="Verdana"/>
            </a:endParaRPr>
          </a:p>
          <a:p>
            <a:pPr marR="5080" algn="r">
              <a:lnSpc>
                <a:spcPts val="2300"/>
              </a:lnSpc>
            </a:pPr>
            <a:r>
              <a:rPr sz="2500" i="1" spc="-229" dirty="0">
                <a:latin typeface="Verdana"/>
                <a:cs typeface="Verdana"/>
              </a:rPr>
              <a:t>genérica</a:t>
            </a:r>
            <a:r>
              <a:rPr sz="2500" i="1" spc="-85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pertencer</a:t>
            </a:r>
            <a:r>
              <a:rPr sz="2500" i="1" spc="-80" dirty="0">
                <a:latin typeface="Verdana"/>
                <a:cs typeface="Verdana"/>
              </a:rPr>
              <a:t> </a:t>
            </a:r>
            <a:r>
              <a:rPr sz="2500" i="1" spc="-254" dirty="0">
                <a:latin typeface="Verdana"/>
                <a:cs typeface="Verdana"/>
              </a:rPr>
              <a:t>a</a:t>
            </a:r>
            <a:r>
              <a:rPr sz="2500" i="1" spc="-90" dirty="0">
                <a:latin typeface="Verdana"/>
                <a:cs typeface="Verdana"/>
              </a:rPr>
              <a:t> </a:t>
            </a:r>
            <a:r>
              <a:rPr sz="2500" i="1" spc="-265" dirty="0">
                <a:latin typeface="Verdana"/>
                <a:cs typeface="Verdana"/>
              </a:rPr>
              <a:t>alguma</a:t>
            </a:r>
            <a:r>
              <a:rPr sz="2500" i="1" spc="-90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entidade</a:t>
            </a:r>
            <a:r>
              <a:rPr sz="2500" i="1" spc="-100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no</a:t>
            </a:r>
            <a:r>
              <a:rPr sz="2500" i="1" spc="-75" dirty="0">
                <a:latin typeface="Verdana"/>
                <a:cs typeface="Verdana"/>
              </a:rPr>
              <a:t> </a:t>
            </a:r>
            <a:r>
              <a:rPr sz="2500" i="1" spc="-229" dirty="0">
                <a:latin typeface="Verdana"/>
                <a:cs typeface="Verdana"/>
              </a:rPr>
              <a:t>conjunto</a:t>
            </a:r>
            <a:r>
              <a:rPr sz="2500" i="1" spc="-85" dirty="0">
                <a:latin typeface="Verdana"/>
                <a:cs typeface="Verdana"/>
              </a:rPr>
              <a:t> </a:t>
            </a:r>
            <a:r>
              <a:rPr sz="2500" i="1" spc="-25" dirty="0">
                <a:latin typeface="Verdana"/>
                <a:cs typeface="Verdana"/>
              </a:rPr>
              <a:t>de</a:t>
            </a:r>
            <a:endParaRPr sz="2500">
              <a:latin typeface="Verdana"/>
              <a:cs typeface="Verdana"/>
            </a:endParaRPr>
          </a:p>
          <a:p>
            <a:pPr marL="355600" marR="594995">
              <a:lnSpc>
                <a:spcPct val="76800"/>
              </a:lnSpc>
              <a:spcBef>
                <a:spcPts val="350"/>
              </a:spcBef>
            </a:pPr>
            <a:r>
              <a:rPr sz="2500" i="1" spc="-235" dirty="0">
                <a:latin typeface="Verdana"/>
                <a:cs typeface="Verdana"/>
              </a:rPr>
              <a:t>entidades</a:t>
            </a:r>
            <a:r>
              <a:rPr sz="2500" i="1" spc="-105" dirty="0">
                <a:latin typeface="Verdana"/>
                <a:cs typeface="Verdana"/>
              </a:rPr>
              <a:t> </a:t>
            </a:r>
            <a:r>
              <a:rPr sz="2500" i="1" spc="-220" dirty="0">
                <a:latin typeface="Verdana"/>
                <a:cs typeface="Verdana"/>
              </a:rPr>
              <a:t>especializadas,</a:t>
            </a:r>
            <a:r>
              <a:rPr sz="2500" i="1" spc="-95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então</a:t>
            </a:r>
            <a:r>
              <a:rPr sz="2500" i="1" spc="-105" dirty="0">
                <a:latin typeface="Verdana"/>
                <a:cs typeface="Verdana"/>
              </a:rPr>
              <a:t> </a:t>
            </a:r>
            <a:r>
              <a:rPr sz="2500" i="1" spc="-290" dirty="0">
                <a:latin typeface="Verdana"/>
                <a:cs typeface="Verdana"/>
              </a:rPr>
              <a:t>tem-</a:t>
            </a:r>
            <a:r>
              <a:rPr sz="2500" i="1" spc="-245" dirty="0">
                <a:latin typeface="Verdana"/>
                <a:cs typeface="Verdana"/>
              </a:rPr>
              <a:t>se</a:t>
            </a:r>
            <a:r>
              <a:rPr sz="2500" i="1" spc="-100" dirty="0">
                <a:latin typeface="Verdana"/>
                <a:cs typeface="Verdana"/>
              </a:rPr>
              <a:t> </a:t>
            </a:r>
            <a:r>
              <a:rPr sz="2500" i="1" spc="-180" dirty="0">
                <a:latin typeface="Verdana"/>
                <a:cs typeface="Verdana"/>
              </a:rPr>
              <a:t>cobertura </a:t>
            </a:r>
            <a:r>
              <a:rPr sz="2500" i="1" spc="-220" dirty="0">
                <a:latin typeface="Verdana"/>
                <a:cs typeface="Verdana"/>
              </a:rPr>
              <a:t>total;</a:t>
            </a:r>
            <a:r>
              <a:rPr sz="2500" i="1" spc="-80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caso</a:t>
            </a:r>
            <a:r>
              <a:rPr sz="2500" i="1" spc="-80" dirty="0">
                <a:latin typeface="Verdana"/>
                <a:cs typeface="Verdana"/>
              </a:rPr>
              <a:t> </a:t>
            </a:r>
            <a:r>
              <a:rPr sz="2500" i="1" spc="-215" dirty="0">
                <a:latin typeface="Verdana"/>
                <a:cs typeface="Verdana"/>
              </a:rPr>
              <a:t>contrário,</a:t>
            </a:r>
            <a:r>
              <a:rPr sz="2500" i="1" spc="-75" dirty="0">
                <a:latin typeface="Verdana"/>
                <a:cs typeface="Verdana"/>
              </a:rPr>
              <a:t> </a:t>
            </a:r>
            <a:r>
              <a:rPr sz="2500" i="1" spc="-229" dirty="0">
                <a:latin typeface="Verdana"/>
                <a:cs typeface="Verdana"/>
              </a:rPr>
              <a:t>cobertura</a:t>
            </a:r>
            <a:r>
              <a:rPr sz="2500" i="1" spc="-85" dirty="0">
                <a:latin typeface="Verdana"/>
                <a:cs typeface="Verdana"/>
              </a:rPr>
              <a:t> </a:t>
            </a:r>
            <a:r>
              <a:rPr sz="2500" i="1" spc="-65" dirty="0">
                <a:latin typeface="Verdana"/>
                <a:cs typeface="Verdana"/>
              </a:rPr>
              <a:t>parcial.</a:t>
            </a:r>
            <a:endParaRPr sz="2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Propriedades</a:t>
            </a:r>
            <a:r>
              <a:rPr spc="-170" dirty="0"/>
              <a:t> </a:t>
            </a:r>
            <a:r>
              <a:rPr spc="-10" dirty="0"/>
              <a:t>Generalização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9077453" y="5983223"/>
            <a:ext cx="1882139" cy="701040"/>
          </a:xfrm>
          <a:custGeom>
            <a:avLst/>
            <a:gdLst/>
            <a:ahLst/>
            <a:cxnLst/>
            <a:rect l="l" t="t" r="r" b="b"/>
            <a:pathLst>
              <a:path w="1882140" h="701040">
                <a:moveTo>
                  <a:pt x="0" y="0"/>
                </a:moveTo>
                <a:lnTo>
                  <a:pt x="0" y="701039"/>
                </a:lnTo>
                <a:lnTo>
                  <a:pt x="1882139" y="701039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311638" y="6139685"/>
            <a:ext cx="1410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Paciente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46800" y="5983223"/>
            <a:ext cx="1880870" cy="701040"/>
          </a:xfrm>
          <a:custGeom>
            <a:avLst/>
            <a:gdLst/>
            <a:ahLst/>
            <a:cxnLst/>
            <a:rect l="l" t="t" r="r" b="b"/>
            <a:pathLst>
              <a:path w="1880870" h="701040">
                <a:moveTo>
                  <a:pt x="0" y="0"/>
                </a:moveTo>
                <a:lnTo>
                  <a:pt x="0" y="701039"/>
                </a:lnTo>
                <a:lnTo>
                  <a:pt x="1880615" y="701039"/>
                </a:lnTo>
                <a:lnTo>
                  <a:pt x="1880615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71362" y="5983223"/>
            <a:ext cx="1884045" cy="699770"/>
          </a:xfrm>
          <a:custGeom>
            <a:avLst/>
            <a:gdLst/>
            <a:ahLst/>
            <a:cxnLst/>
            <a:rect l="l" t="t" r="r" b="b"/>
            <a:pathLst>
              <a:path w="1884045" h="699770">
                <a:moveTo>
                  <a:pt x="0" y="0"/>
                </a:moveTo>
                <a:lnTo>
                  <a:pt x="0" y="699515"/>
                </a:lnTo>
                <a:lnTo>
                  <a:pt x="1883663" y="699515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94401" y="2814827"/>
            <a:ext cx="1882139" cy="637994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330200">
              <a:spcBef>
                <a:spcPts val="1614"/>
              </a:spcBef>
            </a:pPr>
            <a:r>
              <a:rPr sz="2800" spc="-10" dirty="0">
                <a:latin typeface="Arial MT"/>
                <a:cs typeface="Arial MT"/>
              </a:rPr>
              <a:t>Pessoa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93993" y="6710172"/>
            <a:ext cx="2057400" cy="605155"/>
          </a:xfrm>
          <a:custGeom>
            <a:avLst/>
            <a:gdLst/>
            <a:ahLst/>
            <a:cxnLst/>
            <a:rect l="l" t="t" r="r" b="b"/>
            <a:pathLst>
              <a:path w="2057400" h="605154">
                <a:moveTo>
                  <a:pt x="1690860" y="605027"/>
                </a:moveTo>
                <a:lnTo>
                  <a:pt x="1756225" y="585215"/>
                </a:lnTo>
                <a:lnTo>
                  <a:pt x="1801249" y="569206"/>
                </a:lnTo>
                <a:lnTo>
                  <a:pt x="1843159" y="552264"/>
                </a:lnTo>
                <a:lnTo>
                  <a:pt x="1881803" y="534441"/>
                </a:lnTo>
                <a:lnTo>
                  <a:pt x="1917028" y="515789"/>
                </a:lnTo>
                <a:lnTo>
                  <a:pt x="1976610" y="476202"/>
                </a:lnTo>
                <a:lnTo>
                  <a:pt x="2020681" y="433916"/>
                </a:lnTo>
                <a:lnTo>
                  <a:pt x="2048021" y="389344"/>
                </a:lnTo>
                <a:lnTo>
                  <a:pt x="2057405" y="342899"/>
                </a:lnTo>
                <a:lnTo>
                  <a:pt x="2055034" y="319469"/>
                </a:lnTo>
                <a:lnTo>
                  <a:pt x="2036519" y="273909"/>
                </a:lnTo>
                <a:lnTo>
                  <a:pt x="2000661" y="230428"/>
                </a:lnTo>
                <a:lnTo>
                  <a:pt x="1948681" y="189440"/>
                </a:lnTo>
                <a:lnTo>
                  <a:pt x="1881803" y="151358"/>
                </a:lnTo>
                <a:lnTo>
                  <a:pt x="1843159" y="133535"/>
                </a:lnTo>
                <a:lnTo>
                  <a:pt x="1801249" y="116593"/>
                </a:lnTo>
                <a:lnTo>
                  <a:pt x="1756225" y="100583"/>
                </a:lnTo>
                <a:lnTo>
                  <a:pt x="1708240" y="85558"/>
                </a:lnTo>
                <a:lnTo>
                  <a:pt x="1657448" y="71569"/>
                </a:lnTo>
                <a:lnTo>
                  <a:pt x="1604001" y="58668"/>
                </a:lnTo>
                <a:lnTo>
                  <a:pt x="1548051" y="46905"/>
                </a:lnTo>
                <a:lnTo>
                  <a:pt x="1489752" y="36333"/>
                </a:lnTo>
                <a:lnTo>
                  <a:pt x="1429256" y="27003"/>
                </a:lnTo>
                <a:lnTo>
                  <a:pt x="1366716" y="18967"/>
                </a:lnTo>
                <a:lnTo>
                  <a:pt x="1302285" y="12276"/>
                </a:lnTo>
                <a:lnTo>
                  <a:pt x="1236115" y="6983"/>
                </a:lnTo>
                <a:lnTo>
                  <a:pt x="1168361" y="3137"/>
                </a:lnTo>
                <a:lnTo>
                  <a:pt x="1099173" y="793"/>
                </a:lnTo>
                <a:lnTo>
                  <a:pt x="1028706" y="0"/>
                </a:lnTo>
                <a:lnTo>
                  <a:pt x="958237" y="793"/>
                </a:lnTo>
                <a:lnTo>
                  <a:pt x="889049" y="3137"/>
                </a:lnTo>
                <a:lnTo>
                  <a:pt x="821294" y="6983"/>
                </a:lnTo>
                <a:lnTo>
                  <a:pt x="755124" y="12276"/>
                </a:lnTo>
                <a:lnTo>
                  <a:pt x="690692" y="18967"/>
                </a:lnTo>
                <a:lnTo>
                  <a:pt x="628152" y="27003"/>
                </a:lnTo>
                <a:lnTo>
                  <a:pt x="567656" y="36333"/>
                </a:lnTo>
                <a:lnTo>
                  <a:pt x="509356" y="46905"/>
                </a:lnTo>
                <a:lnTo>
                  <a:pt x="453406" y="58668"/>
                </a:lnTo>
                <a:lnTo>
                  <a:pt x="399958" y="71569"/>
                </a:lnTo>
                <a:lnTo>
                  <a:pt x="349165" y="85558"/>
                </a:lnTo>
                <a:lnTo>
                  <a:pt x="301181" y="100583"/>
                </a:lnTo>
                <a:lnTo>
                  <a:pt x="256157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7" y="569206"/>
                </a:lnTo>
                <a:lnTo>
                  <a:pt x="301181" y="585215"/>
                </a:lnTo>
                <a:lnTo>
                  <a:pt x="349165" y="600240"/>
                </a:lnTo>
                <a:lnTo>
                  <a:pt x="366546" y="60502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80938" y="6176261"/>
            <a:ext cx="168338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9435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Aluno</a:t>
            </a:r>
            <a:endParaRPr sz="2800">
              <a:latin typeface="Arial MT"/>
              <a:cs typeface="Arial MT"/>
            </a:endParaRPr>
          </a:p>
          <a:p>
            <a:pPr marL="12700">
              <a:spcBef>
                <a:spcPts val="1925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NroMatricula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99199" y="6710172"/>
            <a:ext cx="1676400" cy="605155"/>
          </a:xfrm>
          <a:custGeom>
            <a:avLst/>
            <a:gdLst/>
            <a:ahLst/>
            <a:cxnLst/>
            <a:rect l="l" t="t" r="r" b="b"/>
            <a:pathLst>
              <a:path w="1676400" h="605154">
                <a:moveTo>
                  <a:pt x="1377618" y="605027"/>
                </a:moveTo>
                <a:lnTo>
                  <a:pt x="1452300" y="576185"/>
                </a:lnTo>
                <a:lnTo>
                  <a:pt x="1492373" y="557197"/>
                </a:lnTo>
                <a:lnTo>
                  <a:pt x="1529016" y="537039"/>
                </a:lnTo>
                <a:lnTo>
                  <a:pt x="1562043" y="515789"/>
                </a:lnTo>
                <a:lnTo>
                  <a:pt x="1616507" y="470317"/>
                </a:lnTo>
                <a:lnTo>
                  <a:pt x="1654281" y="421397"/>
                </a:lnTo>
                <a:lnTo>
                  <a:pt x="1673880" y="369645"/>
                </a:lnTo>
                <a:lnTo>
                  <a:pt x="1676399" y="342899"/>
                </a:lnTo>
                <a:lnTo>
                  <a:pt x="1673880" y="316154"/>
                </a:lnTo>
                <a:lnTo>
                  <a:pt x="1654281" y="264402"/>
                </a:lnTo>
                <a:lnTo>
                  <a:pt x="1616507" y="215482"/>
                </a:lnTo>
                <a:lnTo>
                  <a:pt x="1562043" y="170010"/>
                </a:lnTo>
                <a:lnTo>
                  <a:pt x="1529016" y="148760"/>
                </a:lnTo>
                <a:lnTo>
                  <a:pt x="1492373" y="128602"/>
                </a:lnTo>
                <a:lnTo>
                  <a:pt x="1452300" y="109614"/>
                </a:lnTo>
                <a:lnTo>
                  <a:pt x="1408983" y="91874"/>
                </a:lnTo>
                <a:lnTo>
                  <a:pt x="1362606" y="75457"/>
                </a:lnTo>
                <a:lnTo>
                  <a:pt x="1313357" y="60442"/>
                </a:lnTo>
                <a:lnTo>
                  <a:pt x="1261420" y="46905"/>
                </a:lnTo>
                <a:lnTo>
                  <a:pt x="1206981" y="34923"/>
                </a:lnTo>
                <a:lnTo>
                  <a:pt x="1150225" y="24573"/>
                </a:lnTo>
                <a:lnTo>
                  <a:pt x="1091339" y="15932"/>
                </a:lnTo>
                <a:lnTo>
                  <a:pt x="1030508" y="9077"/>
                </a:lnTo>
                <a:lnTo>
                  <a:pt x="967917" y="4085"/>
                </a:lnTo>
                <a:lnTo>
                  <a:pt x="903752" y="1034"/>
                </a:lnTo>
                <a:lnTo>
                  <a:pt x="838199" y="0"/>
                </a:lnTo>
                <a:lnTo>
                  <a:pt x="772647" y="1034"/>
                </a:lnTo>
                <a:lnTo>
                  <a:pt x="708482" y="4085"/>
                </a:lnTo>
                <a:lnTo>
                  <a:pt x="645891" y="9077"/>
                </a:lnTo>
                <a:lnTo>
                  <a:pt x="585060" y="15932"/>
                </a:lnTo>
                <a:lnTo>
                  <a:pt x="526174" y="24573"/>
                </a:lnTo>
                <a:lnTo>
                  <a:pt x="469418" y="34923"/>
                </a:lnTo>
                <a:lnTo>
                  <a:pt x="414979" y="46905"/>
                </a:lnTo>
                <a:lnTo>
                  <a:pt x="363042" y="60442"/>
                </a:lnTo>
                <a:lnTo>
                  <a:pt x="313792" y="75457"/>
                </a:lnTo>
                <a:lnTo>
                  <a:pt x="267416" y="91874"/>
                </a:lnTo>
                <a:lnTo>
                  <a:pt x="224099" y="109614"/>
                </a:lnTo>
                <a:lnTo>
                  <a:pt x="184026" y="128602"/>
                </a:lnTo>
                <a:lnTo>
                  <a:pt x="147383" y="148760"/>
                </a:lnTo>
                <a:lnTo>
                  <a:pt x="114356" y="170010"/>
                </a:lnTo>
                <a:lnTo>
                  <a:pt x="59891" y="215482"/>
                </a:lnTo>
                <a:lnTo>
                  <a:pt x="22117" y="264402"/>
                </a:lnTo>
                <a:lnTo>
                  <a:pt x="2519" y="316154"/>
                </a:lnTo>
                <a:lnTo>
                  <a:pt x="0" y="342899"/>
                </a:lnTo>
                <a:lnTo>
                  <a:pt x="2519" y="369645"/>
                </a:lnTo>
                <a:lnTo>
                  <a:pt x="22117" y="421397"/>
                </a:lnTo>
                <a:lnTo>
                  <a:pt x="59891" y="470317"/>
                </a:lnTo>
                <a:lnTo>
                  <a:pt x="114356" y="515789"/>
                </a:lnTo>
                <a:lnTo>
                  <a:pt x="147383" y="537039"/>
                </a:lnTo>
                <a:lnTo>
                  <a:pt x="184026" y="557197"/>
                </a:lnTo>
                <a:lnTo>
                  <a:pt x="224099" y="576185"/>
                </a:lnTo>
                <a:lnTo>
                  <a:pt x="267416" y="593925"/>
                </a:lnTo>
                <a:lnTo>
                  <a:pt x="298780" y="60502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07478" y="6846821"/>
            <a:ext cx="1260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CRPMEC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232899" y="6729983"/>
            <a:ext cx="1676400" cy="585470"/>
          </a:xfrm>
          <a:custGeom>
            <a:avLst/>
            <a:gdLst/>
            <a:ahLst/>
            <a:cxnLst/>
            <a:rect l="l" t="t" r="r" b="b"/>
            <a:pathLst>
              <a:path w="1676400" h="585470">
                <a:moveTo>
                  <a:pt x="1430249" y="585215"/>
                </a:moveTo>
                <a:lnTo>
                  <a:pt x="1492373" y="557197"/>
                </a:lnTo>
                <a:lnTo>
                  <a:pt x="1529016" y="537039"/>
                </a:lnTo>
                <a:lnTo>
                  <a:pt x="1562043" y="515789"/>
                </a:lnTo>
                <a:lnTo>
                  <a:pt x="1616507" y="470317"/>
                </a:lnTo>
                <a:lnTo>
                  <a:pt x="1654281" y="421397"/>
                </a:lnTo>
                <a:lnTo>
                  <a:pt x="1673880" y="369645"/>
                </a:lnTo>
                <a:lnTo>
                  <a:pt x="1676399" y="342899"/>
                </a:lnTo>
                <a:lnTo>
                  <a:pt x="1673880" y="315957"/>
                </a:lnTo>
                <a:lnTo>
                  <a:pt x="1654281" y="263923"/>
                </a:lnTo>
                <a:lnTo>
                  <a:pt x="1616507" y="214850"/>
                </a:lnTo>
                <a:lnTo>
                  <a:pt x="1562043" y="169333"/>
                </a:lnTo>
                <a:lnTo>
                  <a:pt x="1529016" y="148092"/>
                </a:lnTo>
                <a:lnTo>
                  <a:pt x="1492373" y="127962"/>
                </a:lnTo>
                <a:lnTo>
                  <a:pt x="1452300" y="109017"/>
                </a:lnTo>
                <a:lnTo>
                  <a:pt x="1408983" y="91331"/>
                </a:lnTo>
                <a:lnTo>
                  <a:pt x="1362606" y="74978"/>
                </a:lnTo>
                <a:lnTo>
                  <a:pt x="1313357" y="60031"/>
                </a:lnTo>
                <a:lnTo>
                  <a:pt x="1261420" y="46566"/>
                </a:lnTo>
                <a:lnTo>
                  <a:pt x="1206981" y="34656"/>
                </a:lnTo>
                <a:lnTo>
                  <a:pt x="1150225" y="24375"/>
                </a:lnTo>
                <a:lnTo>
                  <a:pt x="1091339" y="15797"/>
                </a:lnTo>
                <a:lnTo>
                  <a:pt x="1030508" y="8997"/>
                </a:lnTo>
                <a:lnTo>
                  <a:pt x="967917" y="4048"/>
                </a:lnTo>
                <a:lnTo>
                  <a:pt x="903752" y="1024"/>
                </a:lnTo>
                <a:lnTo>
                  <a:pt x="838199" y="0"/>
                </a:lnTo>
                <a:lnTo>
                  <a:pt x="772647" y="1024"/>
                </a:lnTo>
                <a:lnTo>
                  <a:pt x="708482" y="4048"/>
                </a:lnTo>
                <a:lnTo>
                  <a:pt x="645891" y="8997"/>
                </a:lnTo>
                <a:lnTo>
                  <a:pt x="585060" y="15797"/>
                </a:lnTo>
                <a:lnTo>
                  <a:pt x="526174" y="24375"/>
                </a:lnTo>
                <a:lnTo>
                  <a:pt x="469418" y="34656"/>
                </a:lnTo>
                <a:lnTo>
                  <a:pt x="414979" y="46566"/>
                </a:lnTo>
                <a:lnTo>
                  <a:pt x="363042" y="60031"/>
                </a:lnTo>
                <a:lnTo>
                  <a:pt x="313792" y="74978"/>
                </a:lnTo>
                <a:lnTo>
                  <a:pt x="267416" y="91331"/>
                </a:lnTo>
                <a:lnTo>
                  <a:pt x="224099" y="109017"/>
                </a:lnTo>
                <a:lnTo>
                  <a:pt x="184026" y="127962"/>
                </a:lnTo>
                <a:lnTo>
                  <a:pt x="147383" y="148092"/>
                </a:lnTo>
                <a:lnTo>
                  <a:pt x="114356" y="169333"/>
                </a:lnTo>
                <a:lnTo>
                  <a:pt x="59891" y="214850"/>
                </a:lnTo>
                <a:lnTo>
                  <a:pt x="22117" y="263923"/>
                </a:lnTo>
                <a:lnTo>
                  <a:pt x="2519" y="315957"/>
                </a:lnTo>
                <a:lnTo>
                  <a:pt x="0" y="342899"/>
                </a:lnTo>
                <a:lnTo>
                  <a:pt x="2519" y="369645"/>
                </a:lnTo>
                <a:lnTo>
                  <a:pt x="22117" y="421397"/>
                </a:lnTo>
                <a:lnTo>
                  <a:pt x="59891" y="470317"/>
                </a:lnTo>
                <a:lnTo>
                  <a:pt x="114356" y="515789"/>
                </a:lnTo>
                <a:lnTo>
                  <a:pt x="147383" y="537039"/>
                </a:lnTo>
                <a:lnTo>
                  <a:pt x="184026" y="557197"/>
                </a:lnTo>
                <a:lnTo>
                  <a:pt x="224099" y="576185"/>
                </a:lnTo>
                <a:lnTo>
                  <a:pt x="246150" y="585215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415268" y="6865108"/>
            <a:ext cx="1313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Prontuario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60800" y="2357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60800" y="3119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975600" y="2357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03418" y="2494278"/>
            <a:ext cx="4818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195445" algn="l"/>
              </a:tabLst>
            </a:pPr>
            <a:r>
              <a:rPr sz="2400" spc="-20" dirty="0">
                <a:latin typeface="Times New Roman"/>
                <a:cs typeface="Times New Roman"/>
              </a:rPr>
              <a:t>Nome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Sexo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75600" y="3119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538471" y="3256278"/>
            <a:ext cx="4868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076700" algn="l"/>
              </a:tabLst>
            </a:pPr>
            <a:r>
              <a:rPr sz="2400" spc="-10" dirty="0">
                <a:latin typeface="Times New Roman"/>
                <a:cs typeface="Times New Roman"/>
              </a:rPr>
              <a:t>Idade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Altura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546343" y="3481578"/>
            <a:ext cx="7505700" cy="2524125"/>
            <a:chOff x="666743" y="3481577"/>
            <a:chExt cx="7505700" cy="2524125"/>
          </a:xfrm>
        </p:grpSpPr>
        <p:sp>
          <p:nvSpPr>
            <p:cNvPr id="21" name="object 21"/>
            <p:cNvSpPr/>
            <p:nvPr/>
          </p:nvSpPr>
          <p:spPr>
            <a:xfrm>
              <a:off x="1828800" y="3500627"/>
              <a:ext cx="6324600" cy="2486025"/>
            </a:xfrm>
            <a:custGeom>
              <a:avLst/>
              <a:gdLst/>
              <a:ahLst/>
              <a:cxnLst/>
              <a:rect l="l" t="t" r="r" b="b"/>
              <a:pathLst>
                <a:path w="6324600" h="2486025">
                  <a:moveTo>
                    <a:pt x="3272027" y="0"/>
                  </a:moveTo>
                  <a:lnTo>
                    <a:pt x="3272027" y="1371599"/>
                  </a:lnTo>
                </a:path>
                <a:path w="6324600" h="2486025">
                  <a:moveTo>
                    <a:pt x="0" y="1371599"/>
                  </a:moveTo>
                  <a:lnTo>
                    <a:pt x="6324599" y="1371599"/>
                  </a:lnTo>
                </a:path>
                <a:path w="6324600" h="2486025">
                  <a:moveTo>
                    <a:pt x="0" y="1380743"/>
                  </a:moveTo>
                  <a:lnTo>
                    <a:pt x="0" y="2447543"/>
                  </a:lnTo>
                </a:path>
                <a:path w="6324600" h="2486025">
                  <a:moveTo>
                    <a:pt x="3276599" y="1380743"/>
                  </a:moveTo>
                  <a:lnTo>
                    <a:pt x="3276599" y="2447543"/>
                  </a:lnTo>
                </a:path>
                <a:path w="6324600" h="2486025">
                  <a:moveTo>
                    <a:pt x="6304787" y="1418843"/>
                  </a:moveTo>
                  <a:lnTo>
                    <a:pt x="6304787" y="248564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5793" y="3881627"/>
              <a:ext cx="4110354" cy="914400"/>
            </a:xfrm>
            <a:custGeom>
              <a:avLst/>
              <a:gdLst/>
              <a:ahLst/>
              <a:cxnLst/>
              <a:rect l="l" t="t" r="r" b="b"/>
              <a:pathLst>
                <a:path w="4110354" h="914400">
                  <a:moveTo>
                    <a:pt x="0" y="0"/>
                  </a:moveTo>
                  <a:lnTo>
                    <a:pt x="0" y="914399"/>
                  </a:lnTo>
                  <a:lnTo>
                    <a:pt x="4110227" y="914399"/>
                  </a:lnTo>
                  <a:lnTo>
                    <a:pt x="4110227" y="0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C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688330" y="3878070"/>
            <a:ext cx="3866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Disjunção</a:t>
            </a:r>
            <a:r>
              <a:rPr sz="2400" b="1" spc="-55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X</a:t>
            </a:r>
            <a:r>
              <a:rPr sz="2400" b="1" spc="-45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Sobreposição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25468" y="4243830"/>
            <a:ext cx="991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(D</a:t>
            </a:r>
            <a:r>
              <a:rPr sz="2400" b="1" spc="-20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x</a:t>
            </a:r>
            <a:r>
              <a:rPr sz="2400" b="1" spc="-20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CF01"/>
                </a:solidFill>
                <a:latin typeface="Arial"/>
                <a:cs typeface="Arial"/>
              </a:rPr>
              <a:t>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17559" y="3998977"/>
            <a:ext cx="1256030" cy="423193"/>
          </a:xfrm>
          <a:prstGeom prst="rect">
            <a:avLst/>
          </a:prstGeom>
          <a:ln w="38099">
            <a:solidFill>
              <a:srgbClr val="FFCF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111125">
              <a:spcBef>
                <a:spcPts val="420"/>
              </a:spcBef>
            </a:pPr>
            <a:r>
              <a:rPr sz="2400" b="1" spc="-10" dirty="0">
                <a:solidFill>
                  <a:srgbClr val="FFCF01"/>
                </a:solidFill>
                <a:latin typeface="Times New Roman"/>
                <a:cs typeface="Times New Roman"/>
              </a:rPr>
              <a:t>Cláudia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394201" y="4472952"/>
            <a:ext cx="4963795" cy="1484630"/>
          </a:xfrm>
          <a:custGeom>
            <a:avLst/>
            <a:gdLst/>
            <a:ahLst/>
            <a:cxnLst/>
            <a:rect l="l" t="t" r="r" b="b"/>
            <a:pathLst>
              <a:path w="4963795" h="1484629">
                <a:moveTo>
                  <a:pt x="4349496" y="36576"/>
                </a:moveTo>
                <a:lnTo>
                  <a:pt x="4337304" y="0"/>
                </a:lnTo>
                <a:lnTo>
                  <a:pt x="101790" y="1411325"/>
                </a:lnTo>
                <a:lnTo>
                  <a:pt x="89916" y="1376172"/>
                </a:lnTo>
                <a:lnTo>
                  <a:pt x="0" y="1466088"/>
                </a:lnTo>
                <a:lnTo>
                  <a:pt x="83820" y="1478203"/>
                </a:lnTo>
                <a:lnTo>
                  <a:pt x="126492" y="1484376"/>
                </a:lnTo>
                <a:lnTo>
                  <a:pt x="114134" y="1447850"/>
                </a:lnTo>
                <a:lnTo>
                  <a:pt x="4349496" y="36576"/>
                </a:lnTo>
                <a:close/>
              </a:path>
              <a:path w="4963795" h="1484629">
                <a:moveTo>
                  <a:pt x="4963668" y="33528"/>
                </a:moveTo>
                <a:lnTo>
                  <a:pt x="4942332" y="3048"/>
                </a:lnTo>
                <a:lnTo>
                  <a:pt x="3129292" y="1306918"/>
                </a:lnTo>
                <a:lnTo>
                  <a:pt x="3107436" y="1277112"/>
                </a:lnTo>
                <a:lnTo>
                  <a:pt x="3048000" y="1389888"/>
                </a:lnTo>
                <a:lnTo>
                  <a:pt x="3113532" y="1378826"/>
                </a:lnTo>
                <a:lnTo>
                  <a:pt x="3174492" y="1368552"/>
                </a:lnTo>
                <a:lnTo>
                  <a:pt x="3151809" y="1337627"/>
                </a:lnTo>
                <a:lnTo>
                  <a:pt x="4963668" y="33528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16137" y="4394706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120" dirty="0">
                <a:solidFill>
                  <a:srgbClr val="FF0000"/>
                </a:solidFill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44539" y="5412110"/>
            <a:ext cx="1972945" cy="1109345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spcBef>
                <a:spcPts val="1160"/>
              </a:spcBef>
            </a:pPr>
            <a:r>
              <a:rPr sz="2400" spc="200" dirty="0">
                <a:solidFill>
                  <a:srgbClr val="FF0000"/>
                </a:solidFill>
                <a:latin typeface="Tahoma"/>
                <a:cs typeface="Tahoma"/>
              </a:rPr>
              <a:t>E/OU</a:t>
            </a:r>
            <a:endParaRPr sz="2400">
              <a:latin typeface="Tahoma"/>
              <a:cs typeface="Tahoma"/>
            </a:endParaRPr>
          </a:p>
          <a:p>
            <a:pPr marL="436245">
              <a:spcBef>
                <a:spcPts val="1230"/>
              </a:spcBef>
            </a:pPr>
            <a:r>
              <a:rPr sz="2800" spc="-10" dirty="0">
                <a:latin typeface="Arial MT"/>
                <a:cs typeface="Arial MT"/>
              </a:rPr>
              <a:t>Professor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Propriedades</a:t>
            </a:r>
            <a:r>
              <a:rPr spc="-170" dirty="0"/>
              <a:t> </a:t>
            </a:r>
            <a:r>
              <a:rPr spc="-10" dirty="0"/>
              <a:t>Generalização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9077453" y="5983223"/>
            <a:ext cx="1882139" cy="701040"/>
          </a:xfrm>
          <a:custGeom>
            <a:avLst/>
            <a:gdLst/>
            <a:ahLst/>
            <a:cxnLst/>
            <a:rect l="l" t="t" r="r" b="b"/>
            <a:pathLst>
              <a:path w="1882140" h="701040">
                <a:moveTo>
                  <a:pt x="0" y="0"/>
                </a:moveTo>
                <a:lnTo>
                  <a:pt x="0" y="701039"/>
                </a:lnTo>
                <a:lnTo>
                  <a:pt x="1882139" y="701039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276585" y="6069581"/>
            <a:ext cx="1410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Paciente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46800" y="5983223"/>
            <a:ext cx="1880870" cy="701040"/>
          </a:xfrm>
          <a:custGeom>
            <a:avLst/>
            <a:gdLst/>
            <a:ahLst/>
            <a:cxnLst/>
            <a:rect l="l" t="t" r="r" b="b"/>
            <a:pathLst>
              <a:path w="1880870" h="701040">
                <a:moveTo>
                  <a:pt x="0" y="0"/>
                </a:moveTo>
                <a:lnTo>
                  <a:pt x="0" y="701039"/>
                </a:lnTo>
                <a:lnTo>
                  <a:pt x="1880615" y="701039"/>
                </a:lnTo>
                <a:lnTo>
                  <a:pt x="1880615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71362" y="5983223"/>
            <a:ext cx="1884045" cy="699770"/>
          </a:xfrm>
          <a:custGeom>
            <a:avLst/>
            <a:gdLst/>
            <a:ahLst/>
            <a:cxnLst/>
            <a:rect l="l" t="t" r="r" b="b"/>
            <a:pathLst>
              <a:path w="1884045" h="699770">
                <a:moveTo>
                  <a:pt x="0" y="0"/>
                </a:moveTo>
                <a:lnTo>
                  <a:pt x="0" y="699515"/>
                </a:lnTo>
                <a:lnTo>
                  <a:pt x="1883663" y="699515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94401" y="2814827"/>
            <a:ext cx="1882139" cy="637994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330200">
              <a:spcBef>
                <a:spcPts val="1614"/>
              </a:spcBef>
            </a:pPr>
            <a:r>
              <a:rPr sz="2800" spc="-10" dirty="0">
                <a:latin typeface="Arial MT"/>
                <a:cs typeface="Arial MT"/>
              </a:rPr>
              <a:t>Pessoa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93993" y="6710172"/>
            <a:ext cx="2057400" cy="605155"/>
          </a:xfrm>
          <a:custGeom>
            <a:avLst/>
            <a:gdLst/>
            <a:ahLst/>
            <a:cxnLst/>
            <a:rect l="l" t="t" r="r" b="b"/>
            <a:pathLst>
              <a:path w="2057400" h="605154">
                <a:moveTo>
                  <a:pt x="1690860" y="605027"/>
                </a:moveTo>
                <a:lnTo>
                  <a:pt x="1756225" y="585215"/>
                </a:lnTo>
                <a:lnTo>
                  <a:pt x="1801249" y="569206"/>
                </a:lnTo>
                <a:lnTo>
                  <a:pt x="1843159" y="552264"/>
                </a:lnTo>
                <a:lnTo>
                  <a:pt x="1881803" y="534441"/>
                </a:lnTo>
                <a:lnTo>
                  <a:pt x="1917028" y="515789"/>
                </a:lnTo>
                <a:lnTo>
                  <a:pt x="1976610" y="476202"/>
                </a:lnTo>
                <a:lnTo>
                  <a:pt x="2020681" y="433916"/>
                </a:lnTo>
                <a:lnTo>
                  <a:pt x="2048021" y="389344"/>
                </a:lnTo>
                <a:lnTo>
                  <a:pt x="2057405" y="342899"/>
                </a:lnTo>
                <a:lnTo>
                  <a:pt x="2055034" y="319469"/>
                </a:lnTo>
                <a:lnTo>
                  <a:pt x="2036519" y="273909"/>
                </a:lnTo>
                <a:lnTo>
                  <a:pt x="2000661" y="230428"/>
                </a:lnTo>
                <a:lnTo>
                  <a:pt x="1948681" y="189440"/>
                </a:lnTo>
                <a:lnTo>
                  <a:pt x="1881803" y="151358"/>
                </a:lnTo>
                <a:lnTo>
                  <a:pt x="1843159" y="133535"/>
                </a:lnTo>
                <a:lnTo>
                  <a:pt x="1801249" y="116593"/>
                </a:lnTo>
                <a:lnTo>
                  <a:pt x="1756225" y="100583"/>
                </a:lnTo>
                <a:lnTo>
                  <a:pt x="1708240" y="85558"/>
                </a:lnTo>
                <a:lnTo>
                  <a:pt x="1657448" y="71569"/>
                </a:lnTo>
                <a:lnTo>
                  <a:pt x="1604001" y="58668"/>
                </a:lnTo>
                <a:lnTo>
                  <a:pt x="1548051" y="46905"/>
                </a:lnTo>
                <a:lnTo>
                  <a:pt x="1489752" y="36333"/>
                </a:lnTo>
                <a:lnTo>
                  <a:pt x="1429256" y="27003"/>
                </a:lnTo>
                <a:lnTo>
                  <a:pt x="1366716" y="18967"/>
                </a:lnTo>
                <a:lnTo>
                  <a:pt x="1302285" y="12276"/>
                </a:lnTo>
                <a:lnTo>
                  <a:pt x="1236115" y="6983"/>
                </a:lnTo>
                <a:lnTo>
                  <a:pt x="1168361" y="3137"/>
                </a:lnTo>
                <a:lnTo>
                  <a:pt x="1099173" y="793"/>
                </a:lnTo>
                <a:lnTo>
                  <a:pt x="1028706" y="0"/>
                </a:lnTo>
                <a:lnTo>
                  <a:pt x="958237" y="793"/>
                </a:lnTo>
                <a:lnTo>
                  <a:pt x="889049" y="3137"/>
                </a:lnTo>
                <a:lnTo>
                  <a:pt x="821294" y="6983"/>
                </a:lnTo>
                <a:lnTo>
                  <a:pt x="755124" y="12276"/>
                </a:lnTo>
                <a:lnTo>
                  <a:pt x="690692" y="18967"/>
                </a:lnTo>
                <a:lnTo>
                  <a:pt x="628152" y="27003"/>
                </a:lnTo>
                <a:lnTo>
                  <a:pt x="567656" y="36333"/>
                </a:lnTo>
                <a:lnTo>
                  <a:pt x="509356" y="46905"/>
                </a:lnTo>
                <a:lnTo>
                  <a:pt x="453406" y="58668"/>
                </a:lnTo>
                <a:lnTo>
                  <a:pt x="399958" y="71569"/>
                </a:lnTo>
                <a:lnTo>
                  <a:pt x="349165" y="85558"/>
                </a:lnTo>
                <a:lnTo>
                  <a:pt x="301181" y="100583"/>
                </a:lnTo>
                <a:lnTo>
                  <a:pt x="256157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7" y="569206"/>
                </a:lnTo>
                <a:lnTo>
                  <a:pt x="301181" y="585215"/>
                </a:lnTo>
                <a:lnTo>
                  <a:pt x="349165" y="600240"/>
                </a:lnTo>
                <a:lnTo>
                  <a:pt x="366546" y="60502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80938" y="6176261"/>
            <a:ext cx="168338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9435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Aluno</a:t>
            </a:r>
            <a:endParaRPr sz="2800">
              <a:latin typeface="Arial MT"/>
              <a:cs typeface="Arial MT"/>
            </a:endParaRPr>
          </a:p>
          <a:p>
            <a:pPr marL="12700">
              <a:spcBef>
                <a:spcPts val="1925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NroMatricula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99199" y="6710172"/>
            <a:ext cx="1676400" cy="605155"/>
          </a:xfrm>
          <a:custGeom>
            <a:avLst/>
            <a:gdLst/>
            <a:ahLst/>
            <a:cxnLst/>
            <a:rect l="l" t="t" r="r" b="b"/>
            <a:pathLst>
              <a:path w="1676400" h="605154">
                <a:moveTo>
                  <a:pt x="1377618" y="605027"/>
                </a:moveTo>
                <a:lnTo>
                  <a:pt x="1452300" y="576185"/>
                </a:lnTo>
                <a:lnTo>
                  <a:pt x="1492373" y="557197"/>
                </a:lnTo>
                <a:lnTo>
                  <a:pt x="1529016" y="537039"/>
                </a:lnTo>
                <a:lnTo>
                  <a:pt x="1562043" y="515789"/>
                </a:lnTo>
                <a:lnTo>
                  <a:pt x="1616507" y="470317"/>
                </a:lnTo>
                <a:lnTo>
                  <a:pt x="1654281" y="421397"/>
                </a:lnTo>
                <a:lnTo>
                  <a:pt x="1673880" y="369645"/>
                </a:lnTo>
                <a:lnTo>
                  <a:pt x="1676399" y="342899"/>
                </a:lnTo>
                <a:lnTo>
                  <a:pt x="1673880" y="316154"/>
                </a:lnTo>
                <a:lnTo>
                  <a:pt x="1654281" y="264402"/>
                </a:lnTo>
                <a:lnTo>
                  <a:pt x="1616507" y="215482"/>
                </a:lnTo>
                <a:lnTo>
                  <a:pt x="1562043" y="170010"/>
                </a:lnTo>
                <a:lnTo>
                  <a:pt x="1529016" y="148760"/>
                </a:lnTo>
                <a:lnTo>
                  <a:pt x="1492373" y="128602"/>
                </a:lnTo>
                <a:lnTo>
                  <a:pt x="1452300" y="109614"/>
                </a:lnTo>
                <a:lnTo>
                  <a:pt x="1408983" y="91874"/>
                </a:lnTo>
                <a:lnTo>
                  <a:pt x="1362606" y="75457"/>
                </a:lnTo>
                <a:lnTo>
                  <a:pt x="1313357" y="60442"/>
                </a:lnTo>
                <a:lnTo>
                  <a:pt x="1261420" y="46905"/>
                </a:lnTo>
                <a:lnTo>
                  <a:pt x="1206981" y="34923"/>
                </a:lnTo>
                <a:lnTo>
                  <a:pt x="1150225" y="24573"/>
                </a:lnTo>
                <a:lnTo>
                  <a:pt x="1091339" y="15932"/>
                </a:lnTo>
                <a:lnTo>
                  <a:pt x="1030508" y="9077"/>
                </a:lnTo>
                <a:lnTo>
                  <a:pt x="967917" y="4085"/>
                </a:lnTo>
                <a:lnTo>
                  <a:pt x="903752" y="1034"/>
                </a:lnTo>
                <a:lnTo>
                  <a:pt x="838199" y="0"/>
                </a:lnTo>
                <a:lnTo>
                  <a:pt x="772647" y="1034"/>
                </a:lnTo>
                <a:lnTo>
                  <a:pt x="708482" y="4085"/>
                </a:lnTo>
                <a:lnTo>
                  <a:pt x="645891" y="9077"/>
                </a:lnTo>
                <a:lnTo>
                  <a:pt x="585060" y="15932"/>
                </a:lnTo>
                <a:lnTo>
                  <a:pt x="526174" y="24573"/>
                </a:lnTo>
                <a:lnTo>
                  <a:pt x="469418" y="34923"/>
                </a:lnTo>
                <a:lnTo>
                  <a:pt x="414979" y="46905"/>
                </a:lnTo>
                <a:lnTo>
                  <a:pt x="363042" y="60442"/>
                </a:lnTo>
                <a:lnTo>
                  <a:pt x="313792" y="75457"/>
                </a:lnTo>
                <a:lnTo>
                  <a:pt x="267416" y="91874"/>
                </a:lnTo>
                <a:lnTo>
                  <a:pt x="224099" y="109614"/>
                </a:lnTo>
                <a:lnTo>
                  <a:pt x="184026" y="128602"/>
                </a:lnTo>
                <a:lnTo>
                  <a:pt x="147383" y="148760"/>
                </a:lnTo>
                <a:lnTo>
                  <a:pt x="114356" y="170010"/>
                </a:lnTo>
                <a:lnTo>
                  <a:pt x="59891" y="215482"/>
                </a:lnTo>
                <a:lnTo>
                  <a:pt x="22117" y="264402"/>
                </a:lnTo>
                <a:lnTo>
                  <a:pt x="2519" y="316154"/>
                </a:lnTo>
                <a:lnTo>
                  <a:pt x="0" y="342899"/>
                </a:lnTo>
                <a:lnTo>
                  <a:pt x="2519" y="369645"/>
                </a:lnTo>
                <a:lnTo>
                  <a:pt x="22117" y="421397"/>
                </a:lnTo>
                <a:lnTo>
                  <a:pt x="59891" y="470317"/>
                </a:lnTo>
                <a:lnTo>
                  <a:pt x="114356" y="515789"/>
                </a:lnTo>
                <a:lnTo>
                  <a:pt x="147383" y="537039"/>
                </a:lnTo>
                <a:lnTo>
                  <a:pt x="184026" y="557197"/>
                </a:lnTo>
                <a:lnTo>
                  <a:pt x="224099" y="576185"/>
                </a:lnTo>
                <a:lnTo>
                  <a:pt x="267416" y="593925"/>
                </a:lnTo>
                <a:lnTo>
                  <a:pt x="298780" y="60502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07478" y="6846821"/>
            <a:ext cx="1260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CRPMEC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232899" y="6729983"/>
            <a:ext cx="1676400" cy="585470"/>
          </a:xfrm>
          <a:custGeom>
            <a:avLst/>
            <a:gdLst/>
            <a:ahLst/>
            <a:cxnLst/>
            <a:rect l="l" t="t" r="r" b="b"/>
            <a:pathLst>
              <a:path w="1676400" h="585470">
                <a:moveTo>
                  <a:pt x="1430249" y="585215"/>
                </a:moveTo>
                <a:lnTo>
                  <a:pt x="1492373" y="557197"/>
                </a:lnTo>
                <a:lnTo>
                  <a:pt x="1529016" y="537039"/>
                </a:lnTo>
                <a:lnTo>
                  <a:pt x="1562043" y="515789"/>
                </a:lnTo>
                <a:lnTo>
                  <a:pt x="1616507" y="470317"/>
                </a:lnTo>
                <a:lnTo>
                  <a:pt x="1654281" y="421397"/>
                </a:lnTo>
                <a:lnTo>
                  <a:pt x="1673880" y="369645"/>
                </a:lnTo>
                <a:lnTo>
                  <a:pt x="1676399" y="342899"/>
                </a:lnTo>
                <a:lnTo>
                  <a:pt x="1673880" y="315957"/>
                </a:lnTo>
                <a:lnTo>
                  <a:pt x="1654281" y="263923"/>
                </a:lnTo>
                <a:lnTo>
                  <a:pt x="1616507" y="214850"/>
                </a:lnTo>
                <a:lnTo>
                  <a:pt x="1562043" y="169333"/>
                </a:lnTo>
                <a:lnTo>
                  <a:pt x="1529016" y="148092"/>
                </a:lnTo>
                <a:lnTo>
                  <a:pt x="1492373" y="127962"/>
                </a:lnTo>
                <a:lnTo>
                  <a:pt x="1452300" y="109017"/>
                </a:lnTo>
                <a:lnTo>
                  <a:pt x="1408983" y="91331"/>
                </a:lnTo>
                <a:lnTo>
                  <a:pt x="1362606" y="74978"/>
                </a:lnTo>
                <a:lnTo>
                  <a:pt x="1313357" y="60031"/>
                </a:lnTo>
                <a:lnTo>
                  <a:pt x="1261420" y="46566"/>
                </a:lnTo>
                <a:lnTo>
                  <a:pt x="1206981" y="34656"/>
                </a:lnTo>
                <a:lnTo>
                  <a:pt x="1150225" y="24375"/>
                </a:lnTo>
                <a:lnTo>
                  <a:pt x="1091339" y="15797"/>
                </a:lnTo>
                <a:lnTo>
                  <a:pt x="1030508" y="8997"/>
                </a:lnTo>
                <a:lnTo>
                  <a:pt x="967917" y="4048"/>
                </a:lnTo>
                <a:lnTo>
                  <a:pt x="903752" y="1024"/>
                </a:lnTo>
                <a:lnTo>
                  <a:pt x="838199" y="0"/>
                </a:lnTo>
                <a:lnTo>
                  <a:pt x="772647" y="1024"/>
                </a:lnTo>
                <a:lnTo>
                  <a:pt x="708482" y="4048"/>
                </a:lnTo>
                <a:lnTo>
                  <a:pt x="645891" y="8997"/>
                </a:lnTo>
                <a:lnTo>
                  <a:pt x="585060" y="15797"/>
                </a:lnTo>
                <a:lnTo>
                  <a:pt x="526174" y="24375"/>
                </a:lnTo>
                <a:lnTo>
                  <a:pt x="469418" y="34656"/>
                </a:lnTo>
                <a:lnTo>
                  <a:pt x="414979" y="46566"/>
                </a:lnTo>
                <a:lnTo>
                  <a:pt x="363042" y="60031"/>
                </a:lnTo>
                <a:lnTo>
                  <a:pt x="313792" y="74978"/>
                </a:lnTo>
                <a:lnTo>
                  <a:pt x="267416" y="91331"/>
                </a:lnTo>
                <a:lnTo>
                  <a:pt x="224099" y="109017"/>
                </a:lnTo>
                <a:lnTo>
                  <a:pt x="184026" y="127962"/>
                </a:lnTo>
                <a:lnTo>
                  <a:pt x="147383" y="148092"/>
                </a:lnTo>
                <a:lnTo>
                  <a:pt x="114356" y="169333"/>
                </a:lnTo>
                <a:lnTo>
                  <a:pt x="59891" y="214850"/>
                </a:lnTo>
                <a:lnTo>
                  <a:pt x="22117" y="263923"/>
                </a:lnTo>
                <a:lnTo>
                  <a:pt x="2519" y="315957"/>
                </a:lnTo>
                <a:lnTo>
                  <a:pt x="0" y="342899"/>
                </a:lnTo>
                <a:lnTo>
                  <a:pt x="2519" y="369645"/>
                </a:lnTo>
                <a:lnTo>
                  <a:pt x="22117" y="421397"/>
                </a:lnTo>
                <a:lnTo>
                  <a:pt x="59891" y="470317"/>
                </a:lnTo>
                <a:lnTo>
                  <a:pt x="114356" y="515789"/>
                </a:lnTo>
                <a:lnTo>
                  <a:pt x="147383" y="537039"/>
                </a:lnTo>
                <a:lnTo>
                  <a:pt x="184026" y="557197"/>
                </a:lnTo>
                <a:lnTo>
                  <a:pt x="224099" y="576185"/>
                </a:lnTo>
                <a:lnTo>
                  <a:pt x="246150" y="585215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415268" y="6865108"/>
            <a:ext cx="1313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Prontuário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60800" y="2357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60800" y="3119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975600" y="2357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03418" y="2494278"/>
            <a:ext cx="4818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195445" algn="l"/>
              </a:tabLst>
            </a:pPr>
            <a:r>
              <a:rPr sz="2400" spc="-20" dirty="0">
                <a:latin typeface="Times New Roman"/>
                <a:cs typeface="Times New Roman"/>
              </a:rPr>
              <a:t>Nome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Sexo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75600" y="3119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538471" y="3256278"/>
            <a:ext cx="4868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076700" algn="l"/>
              </a:tabLst>
            </a:pPr>
            <a:r>
              <a:rPr sz="2400" spc="-10" dirty="0">
                <a:latin typeface="Times New Roman"/>
                <a:cs typeface="Times New Roman"/>
              </a:rPr>
              <a:t>Idade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Altura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546343" y="3481578"/>
            <a:ext cx="7505700" cy="2524125"/>
            <a:chOff x="666743" y="3481577"/>
            <a:chExt cx="7505700" cy="2524125"/>
          </a:xfrm>
        </p:grpSpPr>
        <p:sp>
          <p:nvSpPr>
            <p:cNvPr id="21" name="object 21"/>
            <p:cNvSpPr/>
            <p:nvPr/>
          </p:nvSpPr>
          <p:spPr>
            <a:xfrm>
              <a:off x="1828800" y="3500627"/>
              <a:ext cx="6324600" cy="2486025"/>
            </a:xfrm>
            <a:custGeom>
              <a:avLst/>
              <a:gdLst/>
              <a:ahLst/>
              <a:cxnLst/>
              <a:rect l="l" t="t" r="r" b="b"/>
              <a:pathLst>
                <a:path w="6324600" h="2486025">
                  <a:moveTo>
                    <a:pt x="3272027" y="0"/>
                  </a:moveTo>
                  <a:lnTo>
                    <a:pt x="3272027" y="1371599"/>
                  </a:lnTo>
                </a:path>
                <a:path w="6324600" h="2486025">
                  <a:moveTo>
                    <a:pt x="0" y="1371599"/>
                  </a:moveTo>
                  <a:lnTo>
                    <a:pt x="6324599" y="1371599"/>
                  </a:lnTo>
                </a:path>
                <a:path w="6324600" h="2486025">
                  <a:moveTo>
                    <a:pt x="0" y="1380743"/>
                  </a:moveTo>
                  <a:lnTo>
                    <a:pt x="0" y="2447543"/>
                  </a:lnTo>
                </a:path>
                <a:path w="6324600" h="2486025">
                  <a:moveTo>
                    <a:pt x="3276599" y="1380743"/>
                  </a:moveTo>
                  <a:lnTo>
                    <a:pt x="3276599" y="2447543"/>
                  </a:lnTo>
                </a:path>
                <a:path w="6324600" h="2486025">
                  <a:moveTo>
                    <a:pt x="6304787" y="1418843"/>
                  </a:moveTo>
                  <a:lnTo>
                    <a:pt x="6304787" y="248564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5793" y="3881627"/>
              <a:ext cx="4110354" cy="914400"/>
            </a:xfrm>
            <a:custGeom>
              <a:avLst/>
              <a:gdLst/>
              <a:ahLst/>
              <a:cxnLst/>
              <a:rect l="l" t="t" r="r" b="b"/>
              <a:pathLst>
                <a:path w="4110354" h="914400">
                  <a:moveTo>
                    <a:pt x="0" y="0"/>
                  </a:moveTo>
                  <a:lnTo>
                    <a:pt x="0" y="914399"/>
                  </a:lnTo>
                  <a:lnTo>
                    <a:pt x="4110227" y="914399"/>
                  </a:lnTo>
                  <a:lnTo>
                    <a:pt x="4110227" y="0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C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688330" y="3878070"/>
            <a:ext cx="3866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Disjunção</a:t>
            </a:r>
            <a:r>
              <a:rPr sz="24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X</a:t>
            </a:r>
            <a:r>
              <a:rPr sz="2400" b="1" spc="-45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CF01"/>
                </a:solidFill>
                <a:latin typeface="Arial"/>
                <a:cs typeface="Arial"/>
              </a:rPr>
              <a:t>Sobreposição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25468" y="4243830"/>
            <a:ext cx="991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(D</a:t>
            </a:r>
            <a:r>
              <a:rPr sz="2400" b="1" spc="-20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x</a:t>
            </a:r>
            <a:r>
              <a:rPr sz="2400" b="1" spc="-20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CF01"/>
                </a:solidFill>
                <a:latin typeface="Arial"/>
                <a:cs typeface="Arial"/>
              </a:rPr>
              <a:t>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17559" y="3998977"/>
            <a:ext cx="1256030" cy="423193"/>
          </a:xfrm>
          <a:prstGeom prst="rect">
            <a:avLst/>
          </a:prstGeom>
          <a:ln w="38099">
            <a:solidFill>
              <a:srgbClr val="FFCF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111125">
              <a:spcBef>
                <a:spcPts val="420"/>
              </a:spcBef>
            </a:pPr>
            <a:r>
              <a:rPr sz="2400" b="1" spc="-10" dirty="0">
                <a:solidFill>
                  <a:srgbClr val="FFCF01"/>
                </a:solidFill>
                <a:latin typeface="Times New Roman"/>
                <a:cs typeface="Times New Roman"/>
              </a:rPr>
              <a:t>Cláudia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394201" y="4472952"/>
            <a:ext cx="4963795" cy="1484630"/>
          </a:xfrm>
          <a:custGeom>
            <a:avLst/>
            <a:gdLst/>
            <a:ahLst/>
            <a:cxnLst/>
            <a:rect l="l" t="t" r="r" b="b"/>
            <a:pathLst>
              <a:path w="4963795" h="1484629">
                <a:moveTo>
                  <a:pt x="4349496" y="36576"/>
                </a:moveTo>
                <a:lnTo>
                  <a:pt x="4337304" y="0"/>
                </a:lnTo>
                <a:lnTo>
                  <a:pt x="101790" y="1411325"/>
                </a:lnTo>
                <a:lnTo>
                  <a:pt x="89916" y="1376172"/>
                </a:lnTo>
                <a:lnTo>
                  <a:pt x="0" y="1466088"/>
                </a:lnTo>
                <a:lnTo>
                  <a:pt x="83820" y="1478203"/>
                </a:lnTo>
                <a:lnTo>
                  <a:pt x="126492" y="1484376"/>
                </a:lnTo>
                <a:lnTo>
                  <a:pt x="114134" y="1447850"/>
                </a:lnTo>
                <a:lnTo>
                  <a:pt x="4349496" y="36576"/>
                </a:lnTo>
                <a:close/>
              </a:path>
              <a:path w="4963795" h="1484629">
                <a:moveTo>
                  <a:pt x="4963668" y="33528"/>
                </a:moveTo>
                <a:lnTo>
                  <a:pt x="4942332" y="3048"/>
                </a:lnTo>
                <a:lnTo>
                  <a:pt x="3129292" y="1306918"/>
                </a:lnTo>
                <a:lnTo>
                  <a:pt x="3107436" y="1277112"/>
                </a:lnTo>
                <a:lnTo>
                  <a:pt x="3048000" y="1389888"/>
                </a:lnTo>
                <a:lnTo>
                  <a:pt x="3113532" y="1378826"/>
                </a:lnTo>
                <a:lnTo>
                  <a:pt x="3174492" y="1368552"/>
                </a:lnTo>
                <a:lnTo>
                  <a:pt x="3151809" y="1337627"/>
                </a:lnTo>
                <a:lnTo>
                  <a:pt x="4963668" y="33528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16137" y="4394706"/>
            <a:ext cx="256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125" dirty="0">
                <a:solidFill>
                  <a:srgbClr val="FF0000"/>
                </a:solidFill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44539" y="5351934"/>
            <a:ext cx="1972945" cy="1239520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12700">
              <a:spcBef>
                <a:spcPts val="1635"/>
              </a:spcBef>
            </a:pPr>
            <a:r>
              <a:rPr sz="2400" spc="135" dirty="0">
                <a:solidFill>
                  <a:srgbClr val="FF0000"/>
                </a:solidFill>
                <a:latin typeface="Tahoma"/>
                <a:cs typeface="Tahoma"/>
              </a:rPr>
              <a:t>OU</a:t>
            </a:r>
            <a:endParaRPr sz="2400">
              <a:latin typeface="Tahoma"/>
              <a:cs typeface="Tahoma"/>
            </a:endParaRPr>
          </a:p>
          <a:p>
            <a:pPr marL="436245">
              <a:spcBef>
                <a:spcPts val="1780"/>
              </a:spcBef>
            </a:pPr>
            <a:r>
              <a:rPr sz="2800" spc="-10" dirty="0">
                <a:latin typeface="Arial MT"/>
                <a:cs typeface="Arial MT"/>
              </a:rPr>
              <a:t>Professor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Propriedades</a:t>
            </a:r>
            <a:r>
              <a:rPr spc="-170" dirty="0"/>
              <a:t> </a:t>
            </a:r>
            <a:r>
              <a:rPr spc="-10" dirty="0"/>
              <a:t>Generalização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9077453" y="5983223"/>
            <a:ext cx="1882139" cy="701040"/>
          </a:xfrm>
          <a:custGeom>
            <a:avLst/>
            <a:gdLst/>
            <a:ahLst/>
            <a:cxnLst/>
            <a:rect l="l" t="t" r="r" b="b"/>
            <a:pathLst>
              <a:path w="1882140" h="701040">
                <a:moveTo>
                  <a:pt x="0" y="0"/>
                </a:moveTo>
                <a:lnTo>
                  <a:pt x="0" y="701039"/>
                </a:lnTo>
                <a:lnTo>
                  <a:pt x="1882139" y="701039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276585" y="6069581"/>
            <a:ext cx="1410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Paciente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46800" y="5983223"/>
            <a:ext cx="1880870" cy="701040"/>
          </a:xfrm>
          <a:custGeom>
            <a:avLst/>
            <a:gdLst/>
            <a:ahLst/>
            <a:cxnLst/>
            <a:rect l="l" t="t" r="r" b="b"/>
            <a:pathLst>
              <a:path w="1880870" h="701040">
                <a:moveTo>
                  <a:pt x="0" y="0"/>
                </a:moveTo>
                <a:lnTo>
                  <a:pt x="0" y="701039"/>
                </a:lnTo>
                <a:lnTo>
                  <a:pt x="1880615" y="701039"/>
                </a:lnTo>
                <a:lnTo>
                  <a:pt x="1880615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71362" y="5983223"/>
            <a:ext cx="1884045" cy="699770"/>
          </a:xfrm>
          <a:custGeom>
            <a:avLst/>
            <a:gdLst/>
            <a:ahLst/>
            <a:cxnLst/>
            <a:rect l="l" t="t" r="r" b="b"/>
            <a:pathLst>
              <a:path w="1884045" h="699770">
                <a:moveTo>
                  <a:pt x="0" y="0"/>
                </a:moveTo>
                <a:lnTo>
                  <a:pt x="0" y="699515"/>
                </a:lnTo>
                <a:lnTo>
                  <a:pt x="1883663" y="699515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94401" y="2814827"/>
            <a:ext cx="1882139" cy="637994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330200">
              <a:spcBef>
                <a:spcPts val="1614"/>
              </a:spcBef>
            </a:pPr>
            <a:r>
              <a:rPr sz="2800" spc="-10" dirty="0">
                <a:latin typeface="Arial MT"/>
                <a:cs typeface="Arial MT"/>
              </a:rPr>
              <a:t>Pessoa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93993" y="6710172"/>
            <a:ext cx="2057400" cy="605155"/>
          </a:xfrm>
          <a:custGeom>
            <a:avLst/>
            <a:gdLst/>
            <a:ahLst/>
            <a:cxnLst/>
            <a:rect l="l" t="t" r="r" b="b"/>
            <a:pathLst>
              <a:path w="2057400" h="605154">
                <a:moveTo>
                  <a:pt x="1690860" y="605027"/>
                </a:moveTo>
                <a:lnTo>
                  <a:pt x="1756225" y="585215"/>
                </a:lnTo>
                <a:lnTo>
                  <a:pt x="1801249" y="569206"/>
                </a:lnTo>
                <a:lnTo>
                  <a:pt x="1843159" y="552264"/>
                </a:lnTo>
                <a:lnTo>
                  <a:pt x="1881803" y="534441"/>
                </a:lnTo>
                <a:lnTo>
                  <a:pt x="1917028" y="515789"/>
                </a:lnTo>
                <a:lnTo>
                  <a:pt x="1976610" y="476202"/>
                </a:lnTo>
                <a:lnTo>
                  <a:pt x="2020681" y="433916"/>
                </a:lnTo>
                <a:lnTo>
                  <a:pt x="2048021" y="389344"/>
                </a:lnTo>
                <a:lnTo>
                  <a:pt x="2057405" y="342899"/>
                </a:lnTo>
                <a:lnTo>
                  <a:pt x="2055034" y="319469"/>
                </a:lnTo>
                <a:lnTo>
                  <a:pt x="2036519" y="273909"/>
                </a:lnTo>
                <a:lnTo>
                  <a:pt x="2000661" y="230428"/>
                </a:lnTo>
                <a:lnTo>
                  <a:pt x="1948681" y="189440"/>
                </a:lnTo>
                <a:lnTo>
                  <a:pt x="1881803" y="151358"/>
                </a:lnTo>
                <a:lnTo>
                  <a:pt x="1843159" y="133535"/>
                </a:lnTo>
                <a:lnTo>
                  <a:pt x="1801249" y="116593"/>
                </a:lnTo>
                <a:lnTo>
                  <a:pt x="1756225" y="100583"/>
                </a:lnTo>
                <a:lnTo>
                  <a:pt x="1708240" y="85558"/>
                </a:lnTo>
                <a:lnTo>
                  <a:pt x="1657448" y="71569"/>
                </a:lnTo>
                <a:lnTo>
                  <a:pt x="1604001" y="58668"/>
                </a:lnTo>
                <a:lnTo>
                  <a:pt x="1548051" y="46905"/>
                </a:lnTo>
                <a:lnTo>
                  <a:pt x="1489752" y="36333"/>
                </a:lnTo>
                <a:lnTo>
                  <a:pt x="1429256" y="27003"/>
                </a:lnTo>
                <a:lnTo>
                  <a:pt x="1366716" y="18967"/>
                </a:lnTo>
                <a:lnTo>
                  <a:pt x="1302285" y="12276"/>
                </a:lnTo>
                <a:lnTo>
                  <a:pt x="1236115" y="6983"/>
                </a:lnTo>
                <a:lnTo>
                  <a:pt x="1168361" y="3137"/>
                </a:lnTo>
                <a:lnTo>
                  <a:pt x="1099173" y="793"/>
                </a:lnTo>
                <a:lnTo>
                  <a:pt x="1028706" y="0"/>
                </a:lnTo>
                <a:lnTo>
                  <a:pt x="958237" y="793"/>
                </a:lnTo>
                <a:lnTo>
                  <a:pt x="889049" y="3137"/>
                </a:lnTo>
                <a:lnTo>
                  <a:pt x="821294" y="6983"/>
                </a:lnTo>
                <a:lnTo>
                  <a:pt x="755124" y="12276"/>
                </a:lnTo>
                <a:lnTo>
                  <a:pt x="690692" y="18967"/>
                </a:lnTo>
                <a:lnTo>
                  <a:pt x="628152" y="27003"/>
                </a:lnTo>
                <a:lnTo>
                  <a:pt x="567656" y="36333"/>
                </a:lnTo>
                <a:lnTo>
                  <a:pt x="509356" y="46905"/>
                </a:lnTo>
                <a:lnTo>
                  <a:pt x="453406" y="58668"/>
                </a:lnTo>
                <a:lnTo>
                  <a:pt x="399958" y="71569"/>
                </a:lnTo>
                <a:lnTo>
                  <a:pt x="349165" y="85558"/>
                </a:lnTo>
                <a:lnTo>
                  <a:pt x="301181" y="100583"/>
                </a:lnTo>
                <a:lnTo>
                  <a:pt x="256157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7" y="569206"/>
                </a:lnTo>
                <a:lnTo>
                  <a:pt x="301181" y="585215"/>
                </a:lnTo>
                <a:lnTo>
                  <a:pt x="349165" y="600240"/>
                </a:lnTo>
                <a:lnTo>
                  <a:pt x="366546" y="60502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80938" y="6176261"/>
            <a:ext cx="168338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9435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Aluno</a:t>
            </a:r>
            <a:endParaRPr sz="2800">
              <a:latin typeface="Arial MT"/>
              <a:cs typeface="Arial MT"/>
            </a:endParaRPr>
          </a:p>
          <a:p>
            <a:pPr marL="12700">
              <a:spcBef>
                <a:spcPts val="1925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NroMatricula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99199" y="6710172"/>
            <a:ext cx="1676400" cy="605155"/>
          </a:xfrm>
          <a:custGeom>
            <a:avLst/>
            <a:gdLst/>
            <a:ahLst/>
            <a:cxnLst/>
            <a:rect l="l" t="t" r="r" b="b"/>
            <a:pathLst>
              <a:path w="1676400" h="605154">
                <a:moveTo>
                  <a:pt x="1377618" y="605027"/>
                </a:moveTo>
                <a:lnTo>
                  <a:pt x="1452300" y="576185"/>
                </a:lnTo>
                <a:lnTo>
                  <a:pt x="1492373" y="557197"/>
                </a:lnTo>
                <a:lnTo>
                  <a:pt x="1529016" y="537039"/>
                </a:lnTo>
                <a:lnTo>
                  <a:pt x="1562043" y="515789"/>
                </a:lnTo>
                <a:lnTo>
                  <a:pt x="1616507" y="470317"/>
                </a:lnTo>
                <a:lnTo>
                  <a:pt x="1654281" y="421397"/>
                </a:lnTo>
                <a:lnTo>
                  <a:pt x="1673880" y="369645"/>
                </a:lnTo>
                <a:lnTo>
                  <a:pt x="1676399" y="342899"/>
                </a:lnTo>
                <a:lnTo>
                  <a:pt x="1673880" y="316154"/>
                </a:lnTo>
                <a:lnTo>
                  <a:pt x="1654281" y="264402"/>
                </a:lnTo>
                <a:lnTo>
                  <a:pt x="1616507" y="215482"/>
                </a:lnTo>
                <a:lnTo>
                  <a:pt x="1562043" y="170010"/>
                </a:lnTo>
                <a:lnTo>
                  <a:pt x="1529016" y="148760"/>
                </a:lnTo>
                <a:lnTo>
                  <a:pt x="1492373" y="128602"/>
                </a:lnTo>
                <a:lnTo>
                  <a:pt x="1452300" y="109614"/>
                </a:lnTo>
                <a:lnTo>
                  <a:pt x="1408983" y="91874"/>
                </a:lnTo>
                <a:lnTo>
                  <a:pt x="1362606" y="75457"/>
                </a:lnTo>
                <a:lnTo>
                  <a:pt x="1313357" y="60442"/>
                </a:lnTo>
                <a:lnTo>
                  <a:pt x="1261420" y="46905"/>
                </a:lnTo>
                <a:lnTo>
                  <a:pt x="1206981" y="34923"/>
                </a:lnTo>
                <a:lnTo>
                  <a:pt x="1150225" y="24573"/>
                </a:lnTo>
                <a:lnTo>
                  <a:pt x="1091339" y="15932"/>
                </a:lnTo>
                <a:lnTo>
                  <a:pt x="1030508" y="9077"/>
                </a:lnTo>
                <a:lnTo>
                  <a:pt x="967917" y="4085"/>
                </a:lnTo>
                <a:lnTo>
                  <a:pt x="903752" y="1034"/>
                </a:lnTo>
                <a:lnTo>
                  <a:pt x="838199" y="0"/>
                </a:lnTo>
                <a:lnTo>
                  <a:pt x="772647" y="1034"/>
                </a:lnTo>
                <a:lnTo>
                  <a:pt x="708482" y="4085"/>
                </a:lnTo>
                <a:lnTo>
                  <a:pt x="645891" y="9077"/>
                </a:lnTo>
                <a:lnTo>
                  <a:pt x="585060" y="15932"/>
                </a:lnTo>
                <a:lnTo>
                  <a:pt x="526174" y="24573"/>
                </a:lnTo>
                <a:lnTo>
                  <a:pt x="469418" y="34923"/>
                </a:lnTo>
                <a:lnTo>
                  <a:pt x="414979" y="46905"/>
                </a:lnTo>
                <a:lnTo>
                  <a:pt x="363042" y="60442"/>
                </a:lnTo>
                <a:lnTo>
                  <a:pt x="313792" y="75457"/>
                </a:lnTo>
                <a:lnTo>
                  <a:pt x="267416" y="91874"/>
                </a:lnTo>
                <a:lnTo>
                  <a:pt x="224099" y="109614"/>
                </a:lnTo>
                <a:lnTo>
                  <a:pt x="184026" y="128602"/>
                </a:lnTo>
                <a:lnTo>
                  <a:pt x="147383" y="148760"/>
                </a:lnTo>
                <a:lnTo>
                  <a:pt x="114356" y="170010"/>
                </a:lnTo>
                <a:lnTo>
                  <a:pt x="59891" y="215482"/>
                </a:lnTo>
                <a:lnTo>
                  <a:pt x="22117" y="264402"/>
                </a:lnTo>
                <a:lnTo>
                  <a:pt x="2519" y="316154"/>
                </a:lnTo>
                <a:lnTo>
                  <a:pt x="0" y="342899"/>
                </a:lnTo>
                <a:lnTo>
                  <a:pt x="2519" y="369645"/>
                </a:lnTo>
                <a:lnTo>
                  <a:pt x="22117" y="421397"/>
                </a:lnTo>
                <a:lnTo>
                  <a:pt x="59891" y="470317"/>
                </a:lnTo>
                <a:lnTo>
                  <a:pt x="114356" y="515789"/>
                </a:lnTo>
                <a:lnTo>
                  <a:pt x="147383" y="537039"/>
                </a:lnTo>
                <a:lnTo>
                  <a:pt x="184026" y="557197"/>
                </a:lnTo>
                <a:lnTo>
                  <a:pt x="224099" y="576185"/>
                </a:lnTo>
                <a:lnTo>
                  <a:pt x="267416" y="593925"/>
                </a:lnTo>
                <a:lnTo>
                  <a:pt x="298780" y="60502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07478" y="6846821"/>
            <a:ext cx="1260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CRPMEC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232899" y="6729983"/>
            <a:ext cx="1676400" cy="585470"/>
          </a:xfrm>
          <a:custGeom>
            <a:avLst/>
            <a:gdLst/>
            <a:ahLst/>
            <a:cxnLst/>
            <a:rect l="l" t="t" r="r" b="b"/>
            <a:pathLst>
              <a:path w="1676400" h="585470">
                <a:moveTo>
                  <a:pt x="1430249" y="585215"/>
                </a:moveTo>
                <a:lnTo>
                  <a:pt x="1492373" y="557197"/>
                </a:lnTo>
                <a:lnTo>
                  <a:pt x="1529016" y="537039"/>
                </a:lnTo>
                <a:lnTo>
                  <a:pt x="1562043" y="515789"/>
                </a:lnTo>
                <a:lnTo>
                  <a:pt x="1616507" y="470317"/>
                </a:lnTo>
                <a:lnTo>
                  <a:pt x="1654281" y="421397"/>
                </a:lnTo>
                <a:lnTo>
                  <a:pt x="1673880" y="369645"/>
                </a:lnTo>
                <a:lnTo>
                  <a:pt x="1676399" y="342899"/>
                </a:lnTo>
                <a:lnTo>
                  <a:pt x="1673880" y="315957"/>
                </a:lnTo>
                <a:lnTo>
                  <a:pt x="1654281" y="263923"/>
                </a:lnTo>
                <a:lnTo>
                  <a:pt x="1616507" y="214850"/>
                </a:lnTo>
                <a:lnTo>
                  <a:pt x="1562043" y="169333"/>
                </a:lnTo>
                <a:lnTo>
                  <a:pt x="1529016" y="148092"/>
                </a:lnTo>
                <a:lnTo>
                  <a:pt x="1492373" y="127962"/>
                </a:lnTo>
                <a:lnTo>
                  <a:pt x="1452300" y="109017"/>
                </a:lnTo>
                <a:lnTo>
                  <a:pt x="1408983" y="91331"/>
                </a:lnTo>
                <a:lnTo>
                  <a:pt x="1362606" y="74978"/>
                </a:lnTo>
                <a:lnTo>
                  <a:pt x="1313357" y="60031"/>
                </a:lnTo>
                <a:lnTo>
                  <a:pt x="1261420" y="46566"/>
                </a:lnTo>
                <a:lnTo>
                  <a:pt x="1206981" y="34656"/>
                </a:lnTo>
                <a:lnTo>
                  <a:pt x="1150225" y="24375"/>
                </a:lnTo>
                <a:lnTo>
                  <a:pt x="1091339" y="15797"/>
                </a:lnTo>
                <a:lnTo>
                  <a:pt x="1030508" y="8997"/>
                </a:lnTo>
                <a:lnTo>
                  <a:pt x="967917" y="4048"/>
                </a:lnTo>
                <a:lnTo>
                  <a:pt x="903752" y="1024"/>
                </a:lnTo>
                <a:lnTo>
                  <a:pt x="838199" y="0"/>
                </a:lnTo>
                <a:lnTo>
                  <a:pt x="772647" y="1024"/>
                </a:lnTo>
                <a:lnTo>
                  <a:pt x="708482" y="4048"/>
                </a:lnTo>
                <a:lnTo>
                  <a:pt x="645891" y="8997"/>
                </a:lnTo>
                <a:lnTo>
                  <a:pt x="585060" y="15797"/>
                </a:lnTo>
                <a:lnTo>
                  <a:pt x="526174" y="24375"/>
                </a:lnTo>
                <a:lnTo>
                  <a:pt x="469418" y="34656"/>
                </a:lnTo>
                <a:lnTo>
                  <a:pt x="414979" y="46566"/>
                </a:lnTo>
                <a:lnTo>
                  <a:pt x="363042" y="60031"/>
                </a:lnTo>
                <a:lnTo>
                  <a:pt x="313792" y="74978"/>
                </a:lnTo>
                <a:lnTo>
                  <a:pt x="267416" y="91331"/>
                </a:lnTo>
                <a:lnTo>
                  <a:pt x="224099" y="109017"/>
                </a:lnTo>
                <a:lnTo>
                  <a:pt x="184026" y="127962"/>
                </a:lnTo>
                <a:lnTo>
                  <a:pt x="147383" y="148092"/>
                </a:lnTo>
                <a:lnTo>
                  <a:pt x="114356" y="169333"/>
                </a:lnTo>
                <a:lnTo>
                  <a:pt x="59891" y="214850"/>
                </a:lnTo>
                <a:lnTo>
                  <a:pt x="22117" y="263923"/>
                </a:lnTo>
                <a:lnTo>
                  <a:pt x="2519" y="315957"/>
                </a:lnTo>
                <a:lnTo>
                  <a:pt x="0" y="342899"/>
                </a:lnTo>
                <a:lnTo>
                  <a:pt x="2519" y="369645"/>
                </a:lnTo>
                <a:lnTo>
                  <a:pt x="22117" y="421397"/>
                </a:lnTo>
                <a:lnTo>
                  <a:pt x="59891" y="470317"/>
                </a:lnTo>
                <a:lnTo>
                  <a:pt x="114356" y="515789"/>
                </a:lnTo>
                <a:lnTo>
                  <a:pt x="147383" y="537039"/>
                </a:lnTo>
                <a:lnTo>
                  <a:pt x="184026" y="557197"/>
                </a:lnTo>
                <a:lnTo>
                  <a:pt x="224099" y="576185"/>
                </a:lnTo>
                <a:lnTo>
                  <a:pt x="246150" y="585215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415268" y="6865108"/>
            <a:ext cx="1313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Prontuario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60800" y="2357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60800" y="3119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975600" y="2357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03418" y="2494278"/>
            <a:ext cx="4818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195445" algn="l"/>
              </a:tabLst>
            </a:pPr>
            <a:r>
              <a:rPr sz="2400" spc="-20" dirty="0">
                <a:latin typeface="Times New Roman"/>
                <a:cs typeface="Times New Roman"/>
              </a:rPr>
              <a:t>Nome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Sexo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75600" y="3119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538471" y="3256278"/>
            <a:ext cx="4868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076700" algn="l"/>
              </a:tabLst>
            </a:pPr>
            <a:r>
              <a:rPr sz="2400" spc="-10" dirty="0">
                <a:latin typeface="Times New Roman"/>
                <a:cs typeface="Times New Roman"/>
              </a:rPr>
              <a:t>Idade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Altura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569203" y="3481578"/>
            <a:ext cx="7482840" cy="2524125"/>
            <a:chOff x="689603" y="3481577"/>
            <a:chExt cx="7482840" cy="2524125"/>
          </a:xfrm>
        </p:grpSpPr>
        <p:sp>
          <p:nvSpPr>
            <p:cNvPr id="21" name="object 21"/>
            <p:cNvSpPr/>
            <p:nvPr/>
          </p:nvSpPr>
          <p:spPr>
            <a:xfrm>
              <a:off x="1828799" y="3500627"/>
              <a:ext cx="6324600" cy="2486025"/>
            </a:xfrm>
            <a:custGeom>
              <a:avLst/>
              <a:gdLst/>
              <a:ahLst/>
              <a:cxnLst/>
              <a:rect l="l" t="t" r="r" b="b"/>
              <a:pathLst>
                <a:path w="6324600" h="2486025">
                  <a:moveTo>
                    <a:pt x="3272027" y="0"/>
                  </a:moveTo>
                  <a:lnTo>
                    <a:pt x="3272027" y="1371599"/>
                  </a:lnTo>
                </a:path>
                <a:path w="6324600" h="2486025">
                  <a:moveTo>
                    <a:pt x="0" y="1371599"/>
                  </a:moveTo>
                  <a:lnTo>
                    <a:pt x="6324599" y="1371599"/>
                  </a:lnTo>
                </a:path>
                <a:path w="6324600" h="2486025">
                  <a:moveTo>
                    <a:pt x="0" y="1380743"/>
                  </a:moveTo>
                  <a:lnTo>
                    <a:pt x="0" y="2447543"/>
                  </a:lnTo>
                </a:path>
                <a:path w="6324600" h="2486025">
                  <a:moveTo>
                    <a:pt x="3276599" y="1380743"/>
                  </a:moveTo>
                  <a:lnTo>
                    <a:pt x="3276599" y="2447543"/>
                  </a:lnTo>
                </a:path>
                <a:path w="6324600" h="2486025">
                  <a:moveTo>
                    <a:pt x="6304787" y="1418843"/>
                  </a:moveTo>
                  <a:lnTo>
                    <a:pt x="6304787" y="248564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8653" y="3881627"/>
              <a:ext cx="2662555" cy="725805"/>
            </a:xfrm>
            <a:custGeom>
              <a:avLst/>
              <a:gdLst/>
              <a:ahLst/>
              <a:cxnLst/>
              <a:rect l="l" t="t" r="r" b="b"/>
              <a:pathLst>
                <a:path w="2662554" h="725804">
                  <a:moveTo>
                    <a:pt x="0" y="0"/>
                  </a:moveTo>
                  <a:lnTo>
                    <a:pt x="0" y="725423"/>
                  </a:lnTo>
                  <a:lnTo>
                    <a:pt x="2662427" y="725423"/>
                  </a:lnTo>
                  <a:lnTo>
                    <a:pt x="2662427" y="0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C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855970" y="3878070"/>
            <a:ext cx="21253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7535" marR="5080" indent="-585470">
              <a:spcBef>
                <a:spcPts val="100"/>
              </a:spcBef>
            </a:pPr>
            <a:r>
              <a:rPr sz="24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Total</a:t>
            </a:r>
            <a:r>
              <a:rPr sz="24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X</a:t>
            </a:r>
            <a:r>
              <a:rPr sz="2400" b="1" spc="-20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CF01"/>
                </a:solidFill>
                <a:latin typeface="Arial"/>
                <a:cs typeface="Arial"/>
              </a:rPr>
              <a:t>Parcial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(T</a:t>
            </a:r>
            <a:r>
              <a:rPr sz="2400" b="1" spc="-15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x</a:t>
            </a:r>
            <a:r>
              <a:rPr sz="2400" b="1" spc="-20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CF01"/>
                </a:solidFill>
                <a:latin typeface="Arial"/>
                <a:cs typeface="Arial"/>
              </a:rPr>
              <a:t>P)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17559" y="3998977"/>
            <a:ext cx="1256030" cy="423193"/>
          </a:xfrm>
          <a:prstGeom prst="rect">
            <a:avLst/>
          </a:prstGeom>
          <a:ln w="38099">
            <a:solidFill>
              <a:srgbClr val="FFCF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111125">
              <a:spcBef>
                <a:spcPts val="420"/>
              </a:spcBef>
            </a:pPr>
            <a:r>
              <a:rPr sz="2400" b="1" spc="-10" dirty="0">
                <a:solidFill>
                  <a:srgbClr val="FFCF01"/>
                </a:solidFill>
                <a:latin typeface="Times New Roman"/>
                <a:cs typeface="Times New Roman"/>
              </a:rPr>
              <a:t>Cláudia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394201" y="4472952"/>
            <a:ext cx="4963795" cy="1484630"/>
          </a:xfrm>
          <a:custGeom>
            <a:avLst/>
            <a:gdLst/>
            <a:ahLst/>
            <a:cxnLst/>
            <a:rect l="l" t="t" r="r" b="b"/>
            <a:pathLst>
              <a:path w="4963795" h="1484629">
                <a:moveTo>
                  <a:pt x="4349496" y="36576"/>
                </a:moveTo>
                <a:lnTo>
                  <a:pt x="4337304" y="0"/>
                </a:lnTo>
                <a:lnTo>
                  <a:pt x="101790" y="1411325"/>
                </a:lnTo>
                <a:lnTo>
                  <a:pt x="89916" y="1376172"/>
                </a:lnTo>
                <a:lnTo>
                  <a:pt x="0" y="1466088"/>
                </a:lnTo>
                <a:lnTo>
                  <a:pt x="83820" y="1478203"/>
                </a:lnTo>
                <a:lnTo>
                  <a:pt x="126492" y="1484376"/>
                </a:lnTo>
                <a:lnTo>
                  <a:pt x="114134" y="1447850"/>
                </a:lnTo>
                <a:lnTo>
                  <a:pt x="4349496" y="36576"/>
                </a:lnTo>
                <a:close/>
              </a:path>
              <a:path w="4963795" h="1484629">
                <a:moveTo>
                  <a:pt x="4963668" y="33528"/>
                </a:moveTo>
                <a:lnTo>
                  <a:pt x="4942332" y="3048"/>
                </a:lnTo>
                <a:lnTo>
                  <a:pt x="3129292" y="1306918"/>
                </a:lnTo>
                <a:lnTo>
                  <a:pt x="3107436" y="1277112"/>
                </a:lnTo>
                <a:lnTo>
                  <a:pt x="3048000" y="1389888"/>
                </a:lnTo>
                <a:lnTo>
                  <a:pt x="3113532" y="1378826"/>
                </a:lnTo>
                <a:lnTo>
                  <a:pt x="3174492" y="1368552"/>
                </a:lnTo>
                <a:lnTo>
                  <a:pt x="3151809" y="1337627"/>
                </a:lnTo>
                <a:lnTo>
                  <a:pt x="4963668" y="33528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216137" y="4394706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44539" y="5351934"/>
            <a:ext cx="1972945" cy="1239520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12700">
              <a:spcBef>
                <a:spcPts val="1635"/>
              </a:spcBef>
            </a:pPr>
            <a:r>
              <a:rPr sz="2400" spc="200" dirty="0">
                <a:solidFill>
                  <a:srgbClr val="FF0000"/>
                </a:solidFill>
                <a:latin typeface="Tahoma"/>
                <a:cs typeface="Tahoma"/>
              </a:rPr>
              <a:t>E/OU</a:t>
            </a:r>
            <a:endParaRPr sz="2400">
              <a:latin typeface="Tahoma"/>
              <a:cs typeface="Tahoma"/>
            </a:endParaRPr>
          </a:p>
          <a:p>
            <a:pPr marL="436245">
              <a:spcBef>
                <a:spcPts val="1780"/>
              </a:spcBef>
            </a:pPr>
            <a:r>
              <a:rPr sz="2800" spc="-10" dirty="0">
                <a:latin typeface="Arial MT"/>
                <a:cs typeface="Arial MT"/>
              </a:rPr>
              <a:t>Professor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137400" y="3592081"/>
            <a:ext cx="2705100" cy="2310765"/>
          </a:xfrm>
          <a:custGeom>
            <a:avLst/>
            <a:gdLst/>
            <a:ahLst/>
            <a:cxnLst/>
            <a:rect l="l" t="t" r="r" b="b"/>
            <a:pathLst>
              <a:path w="2705100" h="2310765">
                <a:moveTo>
                  <a:pt x="1304544" y="454152"/>
                </a:moveTo>
                <a:lnTo>
                  <a:pt x="171284" y="53568"/>
                </a:lnTo>
                <a:lnTo>
                  <a:pt x="190500" y="0"/>
                </a:lnTo>
                <a:lnTo>
                  <a:pt x="0" y="24384"/>
                </a:lnTo>
                <a:lnTo>
                  <a:pt x="124968" y="153657"/>
                </a:lnTo>
                <a:lnTo>
                  <a:pt x="132588" y="161544"/>
                </a:lnTo>
                <a:lnTo>
                  <a:pt x="151612" y="108458"/>
                </a:lnTo>
                <a:lnTo>
                  <a:pt x="1286256" y="509016"/>
                </a:lnTo>
                <a:lnTo>
                  <a:pt x="1304544" y="454152"/>
                </a:lnTo>
                <a:close/>
              </a:path>
              <a:path w="2705100" h="2310765">
                <a:moveTo>
                  <a:pt x="2705100" y="2188464"/>
                </a:moveTo>
                <a:lnTo>
                  <a:pt x="2667000" y="2194636"/>
                </a:lnTo>
                <a:lnTo>
                  <a:pt x="2456688" y="935736"/>
                </a:lnTo>
                <a:lnTo>
                  <a:pt x="2420112" y="941832"/>
                </a:lnTo>
                <a:lnTo>
                  <a:pt x="2628938" y="2200808"/>
                </a:lnTo>
                <a:lnTo>
                  <a:pt x="2592324" y="2206752"/>
                </a:lnTo>
                <a:lnTo>
                  <a:pt x="2667000" y="2310384"/>
                </a:lnTo>
                <a:lnTo>
                  <a:pt x="2670048" y="2300630"/>
                </a:lnTo>
                <a:lnTo>
                  <a:pt x="2705100" y="2188464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500869" y="5499605"/>
            <a:ext cx="848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200" dirty="0">
                <a:solidFill>
                  <a:srgbClr val="FF0000"/>
                </a:solidFill>
                <a:latin typeface="Tahoma"/>
                <a:cs typeface="Tahoma"/>
              </a:rPr>
              <a:t>E/OU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Propriedades</a:t>
            </a:r>
            <a:r>
              <a:rPr spc="-170" dirty="0"/>
              <a:t> </a:t>
            </a:r>
            <a:r>
              <a:rPr spc="-10" dirty="0"/>
              <a:t>Generalização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9077453" y="5983223"/>
            <a:ext cx="1882139" cy="701040"/>
          </a:xfrm>
          <a:custGeom>
            <a:avLst/>
            <a:gdLst/>
            <a:ahLst/>
            <a:cxnLst/>
            <a:rect l="l" t="t" r="r" b="b"/>
            <a:pathLst>
              <a:path w="1882140" h="701040">
                <a:moveTo>
                  <a:pt x="0" y="0"/>
                </a:moveTo>
                <a:lnTo>
                  <a:pt x="0" y="701039"/>
                </a:lnTo>
                <a:lnTo>
                  <a:pt x="1882139" y="701039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276585" y="6069581"/>
            <a:ext cx="1410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Paciente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46800" y="5983223"/>
            <a:ext cx="1880870" cy="701040"/>
          </a:xfrm>
          <a:custGeom>
            <a:avLst/>
            <a:gdLst/>
            <a:ahLst/>
            <a:cxnLst/>
            <a:rect l="l" t="t" r="r" b="b"/>
            <a:pathLst>
              <a:path w="1880870" h="701040">
                <a:moveTo>
                  <a:pt x="0" y="0"/>
                </a:moveTo>
                <a:lnTo>
                  <a:pt x="0" y="701039"/>
                </a:lnTo>
                <a:lnTo>
                  <a:pt x="1880615" y="701039"/>
                </a:lnTo>
                <a:lnTo>
                  <a:pt x="1880615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68210" y="6139685"/>
            <a:ext cx="1549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Professor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1362" y="5983223"/>
            <a:ext cx="1884045" cy="699770"/>
          </a:xfrm>
          <a:custGeom>
            <a:avLst/>
            <a:gdLst/>
            <a:ahLst/>
            <a:cxnLst/>
            <a:rect l="l" t="t" r="r" b="b"/>
            <a:pathLst>
              <a:path w="1884045" h="699770">
                <a:moveTo>
                  <a:pt x="0" y="0"/>
                </a:moveTo>
                <a:lnTo>
                  <a:pt x="0" y="699515"/>
                </a:lnTo>
                <a:lnTo>
                  <a:pt x="1883663" y="699515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94401" y="2814827"/>
            <a:ext cx="1882139" cy="637994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330200">
              <a:spcBef>
                <a:spcPts val="1614"/>
              </a:spcBef>
            </a:pPr>
            <a:r>
              <a:rPr sz="2800" spc="-10" dirty="0">
                <a:latin typeface="Arial MT"/>
                <a:cs typeface="Arial MT"/>
              </a:rPr>
              <a:t>Pessoa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93993" y="6710172"/>
            <a:ext cx="2057400" cy="605155"/>
          </a:xfrm>
          <a:custGeom>
            <a:avLst/>
            <a:gdLst/>
            <a:ahLst/>
            <a:cxnLst/>
            <a:rect l="l" t="t" r="r" b="b"/>
            <a:pathLst>
              <a:path w="2057400" h="605154">
                <a:moveTo>
                  <a:pt x="1690860" y="605027"/>
                </a:moveTo>
                <a:lnTo>
                  <a:pt x="1756225" y="585215"/>
                </a:lnTo>
                <a:lnTo>
                  <a:pt x="1801249" y="569206"/>
                </a:lnTo>
                <a:lnTo>
                  <a:pt x="1843159" y="552264"/>
                </a:lnTo>
                <a:lnTo>
                  <a:pt x="1881803" y="534441"/>
                </a:lnTo>
                <a:lnTo>
                  <a:pt x="1917028" y="515789"/>
                </a:lnTo>
                <a:lnTo>
                  <a:pt x="1976610" y="476202"/>
                </a:lnTo>
                <a:lnTo>
                  <a:pt x="2020681" y="433916"/>
                </a:lnTo>
                <a:lnTo>
                  <a:pt x="2048021" y="389344"/>
                </a:lnTo>
                <a:lnTo>
                  <a:pt x="2057405" y="342899"/>
                </a:lnTo>
                <a:lnTo>
                  <a:pt x="2055034" y="319469"/>
                </a:lnTo>
                <a:lnTo>
                  <a:pt x="2036519" y="273909"/>
                </a:lnTo>
                <a:lnTo>
                  <a:pt x="2000661" y="230428"/>
                </a:lnTo>
                <a:lnTo>
                  <a:pt x="1948681" y="189440"/>
                </a:lnTo>
                <a:lnTo>
                  <a:pt x="1881803" y="151358"/>
                </a:lnTo>
                <a:lnTo>
                  <a:pt x="1843159" y="133535"/>
                </a:lnTo>
                <a:lnTo>
                  <a:pt x="1801249" y="116593"/>
                </a:lnTo>
                <a:lnTo>
                  <a:pt x="1756225" y="100583"/>
                </a:lnTo>
                <a:lnTo>
                  <a:pt x="1708240" y="85558"/>
                </a:lnTo>
                <a:lnTo>
                  <a:pt x="1657448" y="71569"/>
                </a:lnTo>
                <a:lnTo>
                  <a:pt x="1604001" y="58668"/>
                </a:lnTo>
                <a:lnTo>
                  <a:pt x="1548051" y="46905"/>
                </a:lnTo>
                <a:lnTo>
                  <a:pt x="1489752" y="36333"/>
                </a:lnTo>
                <a:lnTo>
                  <a:pt x="1429256" y="27003"/>
                </a:lnTo>
                <a:lnTo>
                  <a:pt x="1366716" y="18967"/>
                </a:lnTo>
                <a:lnTo>
                  <a:pt x="1302285" y="12276"/>
                </a:lnTo>
                <a:lnTo>
                  <a:pt x="1236115" y="6983"/>
                </a:lnTo>
                <a:lnTo>
                  <a:pt x="1168361" y="3137"/>
                </a:lnTo>
                <a:lnTo>
                  <a:pt x="1099173" y="793"/>
                </a:lnTo>
                <a:lnTo>
                  <a:pt x="1028706" y="0"/>
                </a:lnTo>
                <a:lnTo>
                  <a:pt x="958237" y="793"/>
                </a:lnTo>
                <a:lnTo>
                  <a:pt x="889049" y="3137"/>
                </a:lnTo>
                <a:lnTo>
                  <a:pt x="821294" y="6983"/>
                </a:lnTo>
                <a:lnTo>
                  <a:pt x="755124" y="12276"/>
                </a:lnTo>
                <a:lnTo>
                  <a:pt x="690692" y="18967"/>
                </a:lnTo>
                <a:lnTo>
                  <a:pt x="628152" y="27003"/>
                </a:lnTo>
                <a:lnTo>
                  <a:pt x="567656" y="36333"/>
                </a:lnTo>
                <a:lnTo>
                  <a:pt x="509356" y="46905"/>
                </a:lnTo>
                <a:lnTo>
                  <a:pt x="453406" y="58668"/>
                </a:lnTo>
                <a:lnTo>
                  <a:pt x="399958" y="71569"/>
                </a:lnTo>
                <a:lnTo>
                  <a:pt x="349165" y="85558"/>
                </a:lnTo>
                <a:lnTo>
                  <a:pt x="301181" y="100583"/>
                </a:lnTo>
                <a:lnTo>
                  <a:pt x="256157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7" y="569206"/>
                </a:lnTo>
                <a:lnTo>
                  <a:pt x="301181" y="585215"/>
                </a:lnTo>
                <a:lnTo>
                  <a:pt x="349165" y="600240"/>
                </a:lnTo>
                <a:lnTo>
                  <a:pt x="366546" y="60502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80938" y="6176261"/>
            <a:ext cx="168338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9435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Aluno</a:t>
            </a:r>
            <a:endParaRPr sz="2800">
              <a:latin typeface="Arial MT"/>
              <a:cs typeface="Arial MT"/>
            </a:endParaRPr>
          </a:p>
          <a:p>
            <a:pPr marL="12700">
              <a:spcBef>
                <a:spcPts val="1925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NroMatricula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99199" y="6710172"/>
            <a:ext cx="1676400" cy="605155"/>
          </a:xfrm>
          <a:custGeom>
            <a:avLst/>
            <a:gdLst/>
            <a:ahLst/>
            <a:cxnLst/>
            <a:rect l="l" t="t" r="r" b="b"/>
            <a:pathLst>
              <a:path w="1676400" h="605154">
                <a:moveTo>
                  <a:pt x="1377618" y="605027"/>
                </a:moveTo>
                <a:lnTo>
                  <a:pt x="1452300" y="576185"/>
                </a:lnTo>
                <a:lnTo>
                  <a:pt x="1492373" y="557197"/>
                </a:lnTo>
                <a:lnTo>
                  <a:pt x="1529016" y="537039"/>
                </a:lnTo>
                <a:lnTo>
                  <a:pt x="1562043" y="515789"/>
                </a:lnTo>
                <a:lnTo>
                  <a:pt x="1616507" y="470317"/>
                </a:lnTo>
                <a:lnTo>
                  <a:pt x="1654281" y="421397"/>
                </a:lnTo>
                <a:lnTo>
                  <a:pt x="1673880" y="369645"/>
                </a:lnTo>
                <a:lnTo>
                  <a:pt x="1676399" y="342899"/>
                </a:lnTo>
                <a:lnTo>
                  <a:pt x="1673880" y="316154"/>
                </a:lnTo>
                <a:lnTo>
                  <a:pt x="1654281" y="264402"/>
                </a:lnTo>
                <a:lnTo>
                  <a:pt x="1616507" y="215482"/>
                </a:lnTo>
                <a:lnTo>
                  <a:pt x="1562043" y="170010"/>
                </a:lnTo>
                <a:lnTo>
                  <a:pt x="1529016" y="148760"/>
                </a:lnTo>
                <a:lnTo>
                  <a:pt x="1492373" y="128602"/>
                </a:lnTo>
                <a:lnTo>
                  <a:pt x="1452300" y="109614"/>
                </a:lnTo>
                <a:lnTo>
                  <a:pt x="1408983" y="91874"/>
                </a:lnTo>
                <a:lnTo>
                  <a:pt x="1362606" y="75457"/>
                </a:lnTo>
                <a:lnTo>
                  <a:pt x="1313357" y="60442"/>
                </a:lnTo>
                <a:lnTo>
                  <a:pt x="1261420" y="46905"/>
                </a:lnTo>
                <a:lnTo>
                  <a:pt x="1206981" y="34923"/>
                </a:lnTo>
                <a:lnTo>
                  <a:pt x="1150225" y="24573"/>
                </a:lnTo>
                <a:lnTo>
                  <a:pt x="1091339" y="15932"/>
                </a:lnTo>
                <a:lnTo>
                  <a:pt x="1030508" y="9077"/>
                </a:lnTo>
                <a:lnTo>
                  <a:pt x="967917" y="4085"/>
                </a:lnTo>
                <a:lnTo>
                  <a:pt x="903752" y="1034"/>
                </a:lnTo>
                <a:lnTo>
                  <a:pt x="838199" y="0"/>
                </a:lnTo>
                <a:lnTo>
                  <a:pt x="772647" y="1034"/>
                </a:lnTo>
                <a:lnTo>
                  <a:pt x="708482" y="4085"/>
                </a:lnTo>
                <a:lnTo>
                  <a:pt x="645891" y="9077"/>
                </a:lnTo>
                <a:lnTo>
                  <a:pt x="585060" y="15932"/>
                </a:lnTo>
                <a:lnTo>
                  <a:pt x="526174" y="24573"/>
                </a:lnTo>
                <a:lnTo>
                  <a:pt x="469418" y="34923"/>
                </a:lnTo>
                <a:lnTo>
                  <a:pt x="414979" y="46905"/>
                </a:lnTo>
                <a:lnTo>
                  <a:pt x="363042" y="60442"/>
                </a:lnTo>
                <a:lnTo>
                  <a:pt x="313792" y="75457"/>
                </a:lnTo>
                <a:lnTo>
                  <a:pt x="267416" y="91874"/>
                </a:lnTo>
                <a:lnTo>
                  <a:pt x="224099" y="109614"/>
                </a:lnTo>
                <a:lnTo>
                  <a:pt x="184026" y="128602"/>
                </a:lnTo>
                <a:lnTo>
                  <a:pt x="147383" y="148760"/>
                </a:lnTo>
                <a:lnTo>
                  <a:pt x="114356" y="170010"/>
                </a:lnTo>
                <a:lnTo>
                  <a:pt x="59891" y="215482"/>
                </a:lnTo>
                <a:lnTo>
                  <a:pt x="22117" y="264402"/>
                </a:lnTo>
                <a:lnTo>
                  <a:pt x="2519" y="316154"/>
                </a:lnTo>
                <a:lnTo>
                  <a:pt x="0" y="342899"/>
                </a:lnTo>
                <a:lnTo>
                  <a:pt x="2519" y="369645"/>
                </a:lnTo>
                <a:lnTo>
                  <a:pt x="22117" y="421397"/>
                </a:lnTo>
                <a:lnTo>
                  <a:pt x="59891" y="470317"/>
                </a:lnTo>
                <a:lnTo>
                  <a:pt x="114356" y="515789"/>
                </a:lnTo>
                <a:lnTo>
                  <a:pt x="147383" y="537039"/>
                </a:lnTo>
                <a:lnTo>
                  <a:pt x="184026" y="557197"/>
                </a:lnTo>
                <a:lnTo>
                  <a:pt x="224099" y="576185"/>
                </a:lnTo>
                <a:lnTo>
                  <a:pt x="267416" y="593925"/>
                </a:lnTo>
                <a:lnTo>
                  <a:pt x="298780" y="60502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07478" y="6846821"/>
            <a:ext cx="1260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CRPMEC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232899" y="6729983"/>
            <a:ext cx="1676400" cy="585470"/>
          </a:xfrm>
          <a:custGeom>
            <a:avLst/>
            <a:gdLst/>
            <a:ahLst/>
            <a:cxnLst/>
            <a:rect l="l" t="t" r="r" b="b"/>
            <a:pathLst>
              <a:path w="1676400" h="585470">
                <a:moveTo>
                  <a:pt x="1430249" y="585215"/>
                </a:moveTo>
                <a:lnTo>
                  <a:pt x="1492373" y="557197"/>
                </a:lnTo>
                <a:lnTo>
                  <a:pt x="1529016" y="537039"/>
                </a:lnTo>
                <a:lnTo>
                  <a:pt x="1562043" y="515789"/>
                </a:lnTo>
                <a:lnTo>
                  <a:pt x="1616507" y="470317"/>
                </a:lnTo>
                <a:lnTo>
                  <a:pt x="1654281" y="421397"/>
                </a:lnTo>
                <a:lnTo>
                  <a:pt x="1673880" y="369645"/>
                </a:lnTo>
                <a:lnTo>
                  <a:pt x="1676399" y="342899"/>
                </a:lnTo>
                <a:lnTo>
                  <a:pt x="1673880" y="315957"/>
                </a:lnTo>
                <a:lnTo>
                  <a:pt x="1654281" y="263923"/>
                </a:lnTo>
                <a:lnTo>
                  <a:pt x="1616507" y="214850"/>
                </a:lnTo>
                <a:lnTo>
                  <a:pt x="1562043" y="169333"/>
                </a:lnTo>
                <a:lnTo>
                  <a:pt x="1529016" y="148092"/>
                </a:lnTo>
                <a:lnTo>
                  <a:pt x="1492373" y="127962"/>
                </a:lnTo>
                <a:lnTo>
                  <a:pt x="1452300" y="109017"/>
                </a:lnTo>
                <a:lnTo>
                  <a:pt x="1408983" y="91331"/>
                </a:lnTo>
                <a:lnTo>
                  <a:pt x="1362606" y="74978"/>
                </a:lnTo>
                <a:lnTo>
                  <a:pt x="1313357" y="60031"/>
                </a:lnTo>
                <a:lnTo>
                  <a:pt x="1261420" y="46566"/>
                </a:lnTo>
                <a:lnTo>
                  <a:pt x="1206981" y="34656"/>
                </a:lnTo>
                <a:lnTo>
                  <a:pt x="1150225" y="24375"/>
                </a:lnTo>
                <a:lnTo>
                  <a:pt x="1091339" y="15797"/>
                </a:lnTo>
                <a:lnTo>
                  <a:pt x="1030508" y="8997"/>
                </a:lnTo>
                <a:lnTo>
                  <a:pt x="967917" y="4048"/>
                </a:lnTo>
                <a:lnTo>
                  <a:pt x="903752" y="1024"/>
                </a:lnTo>
                <a:lnTo>
                  <a:pt x="838199" y="0"/>
                </a:lnTo>
                <a:lnTo>
                  <a:pt x="772647" y="1024"/>
                </a:lnTo>
                <a:lnTo>
                  <a:pt x="708482" y="4048"/>
                </a:lnTo>
                <a:lnTo>
                  <a:pt x="645891" y="8997"/>
                </a:lnTo>
                <a:lnTo>
                  <a:pt x="585060" y="15797"/>
                </a:lnTo>
                <a:lnTo>
                  <a:pt x="526174" y="24375"/>
                </a:lnTo>
                <a:lnTo>
                  <a:pt x="469418" y="34656"/>
                </a:lnTo>
                <a:lnTo>
                  <a:pt x="414979" y="46566"/>
                </a:lnTo>
                <a:lnTo>
                  <a:pt x="363042" y="60031"/>
                </a:lnTo>
                <a:lnTo>
                  <a:pt x="313792" y="74978"/>
                </a:lnTo>
                <a:lnTo>
                  <a:pt x="267416" y="91331"/>
                </a:lnTo>
                <a:lnTo>
                  <a:pt x="224099" y="109017"/>
                </a:lnTo>
                <a:lnTo>
                  <a:pt x="184026" y="127962"/>
                </a:lnTo>
                <a:lnTo>
                  <a:pt x="147383" y="148092"/>
                </a:lnTo>
                <a:lnTo>
                  <a:pt x="114356" y="169333"/>
                </a:lnTo>
                <a:lnTo>
                  <a:pt x="59891" y="214850"/>
                </a:lnTo>
                <a:lnTo>
                  <a:pt x="22117" y="263923"/>
                </a:lnTo>
                <a:lnTo>
                  <a:pt x="2519" y="315957"/>
                </a:lnTo>
                <a:lnTo>
                  <a:pt x="0" y="342899"/>
                </a:lnTo>
                <a:lnTo>
                  <a:pt x="2519" y="369645"/>
                </a:lnTo>
                <a:lnTo>
                  <a:pt x="22117" y="421397"/>
                </a:lnTo>
                <a:lnTo>
                  <a:pt x="59891" y="470317"/>
                </a:lnTo>
                <a:lnTo>
                  <a:pt x="114356" y="515789"/>
                </a:lnTo>
                <a:lnTo>
                  <a:pt x="147383" y="537039"/>
                </a:lnTo>
                <a:lnTo>
                  <a:pt x="184026" y="557197"/>
                </a:lnTo>
                <a:lnTo>
                  <a:pt x="224099" y="576185"/>
                </a:lnTo>
                <a:lnTo>
                  <a:pt x="246150" y="585215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415268" y="6865108"/>
            <a:ext cx="1313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Prontuario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60800" y="2357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60800" y="3119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975600" y="2357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503418" y="2494278"/>
            <a:ext cx="4818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195445" algn="l"/>
              </a:tabLst>
            </a:pPr>
            <a:r>
              <a:rPr sz="2400" spc="-20" dirty="0">
                <a:latin typeface="Times New Roman"/>
                <a:cs typeface="Times New Roman"/>
              </a:rPr>
              <a:t>Nome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Sexo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975600" y="3119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538471" y="3256278"/>
            <a:ext cx="4868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076700" algn="l"/>
              </a:tabLst>
            </a:pPr>
            <a:r>
              <a:rPr sz="2400" spc="-10" dirty="0">
                <a:latin typeface="Times New Roman"/>
                <a:cs typeface="Times New Roman"/>
              </a:rPr>
              <a:t>Idade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Altura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08400" y="3500628"/>
            <a:ext cx="6324600" cy="2486025"/>
          </a:xfrm>
          <a:custGeom>
            <a:avLst/>
            <a:gdLst/>
            <a:ahLst/>
            <a:cxnLst/>
            <a:rect l="l" t="t" r="r" b="b"/>
            <a:pathLst>
              <a:path w="6324600" h="2486025">
                <a:moveTo>
                  <a:pt x="3272027" y="0"/>
                </a:moveTo>
                <a:lnTo>
                  <a:pt x="3272027" y="1371599"/>
                </a:lnTo>
              </a:path>
              <a:path w="6324600" h="2486025">
                <a:moveTo>
                  <a:pt x="0" y="1371599"/>
                </a:moveTo>
                <a:lnTo>
                  <a:pt x="6324599" y="1371599"/>
                </a:lnTo>
              </a:path>
              <a:path w="6324600" h="2486025">
                <a:moveTo>
                  <a:pt x="0" y="1380743"/>
                </a:moveTo>
                <a:lnTo>
                  <a:pt x="0" y="2447543"/>
                </a:lnTo>
              </a:path>
              <a:path w="6324600" h="2486025">
                <a:moveTo>
                  <a:pt x="3276599" y="1380743"/>
                </a:moveTo>
                <a:lnTo>
                  <a:pt x="3276599" y="2447543"/>
                </a:lnTo>
              </a:path>
              <a:path w="6324600" h="2486025">
                <a:moveTo>
                  <a:pt x="6304787" y="1418843"/>
                </a:moveTo>
                <a:lnTo>
                  <a:pt x="6304787" y="248564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588254" y="3881627"/>
            <a:ext cx="2662555" cy="738664"/>
          </a:xfrm>
          <a:prstGeom prst="rect">
            <a:avLst/>
          </a:prstGeom>
          <a:ln w="38099">
            <a:solidFill>
              <a:srgbClr val="FFCF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5505" marR="274320" indent="-585470"/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Total</a:t>
            </a:r>
            <a:r>
              <a:rPr sz="2400" b="1" spc="-25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X</a:t>
            </a:r>
            <a:r>
              <a:rPr sz="2400" b="1" spc="-20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Parcial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(T</a:t>
            </a:r>
            <a:r>
              <a:rPr sz="2400" b="1" spc="-15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x</a:t>
            </a:r>
            <a:r>
              <a:rPr sz="2400" b="1" spc="-20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CF01"/>
                </a:solidFill>
                <a:latin typeface="Arial"/>
                <a:cs typeface="Arial"/>
              </a:rPr>
              <a:t>P)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17559" y="3998977"/>
            <a:ext cx="1256030" cy="423193"/>
          </a:xfrm>
          <a:prstGeom prst="rect">
            <a:avLst/>
          </a:prstGeom>
          <a:ln w="38099">
            <a:solidFill>
              <a:srgbClr val="FFCF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111125">
              <a:spcBef>
                <a:spcPts val="420"/>
              </a:spcBef>
            </a:pPr>
            <a:r>
              <a:rPr sz="2400" b="1" spc="-10" dirty="0">
                <a:solidFill>
                  <a:srgbClr val="FFCF01"/>
                </a:solidFill>
                <a:latin typeface="Times New Roman"/>
                <a:cs typeface="Times New Roman"/>
              </a:rPr>
              <a:t>Cláudia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16137" y="4394706"/>
            <a:ext cx="226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200" dirty="0">
                <a:solidFill>
                  <a:srgbClr val="FF0000"/>
                </a:solidFill>
                <a:latin typeface="Tahoma"/>
                <a:cs typeface="Tahoma"/>
              </a:rPr>
              <a:t>P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37401" y="3592067"/>
            <a:ext cx="1304925" cy="509270"/>
          </a:xfrm>
          <a:custGeom>
            <a:avLst/>
            <a:gdLst/>
            <a:ahLst/>
            <a:cxnLst/>
            <a:rect l="l" t="t" r="r" b="b"/>
            <a:pathLst>
              <a:path w="1304925" h="509270">
                <a:moveTo>
                  <a:pt x="190500" y="0"/>
                </a:moveTo>
                <a:lnTo>
                  <a:pt x="0" y="24384"/>
                </a:lnTo>
                <a:lnTo>
                  <a:pt x="124968" y="153661"/>
                </a:lnTo>
                <a:lnTo>
                  <a:pt x="124968" y="99060"/>
                </a:lnTo>
                <a:lnTo>
                  <a:pt x="144780" y="44196"/>
                </a:lnTo>
                <a:lnTo>
                  <a:pt x="171296" y="53568"/>
                </a:lnTo>
                <a:lnTo>
                  <a:pt x="190500" y="0"/>
                </a:lnTo>
                <a:close/>
              </a:path>
              <a:path w="1304925" h="509270">
                <a:moveTo>
                  <a:pt x="171296" y="53568"/>
                </a:moveTo>
                <a:lnTo>
                  <a:pt x="144780" y="44196"/>
                </a:lnTo>
                <a:lnTo>
                  <a:pt x="124968" y="99060"/>
                </a:lnTo>
                <a:lnTo>
                  <a:pt x="151615" y="108467"/>
                </a:lnTo>
                <a:lnTo>
                  <a:pt x="171296" y="53568"/>
                </a:lnTo>
                <a:close/>
              </a:path>
              <a:path w="1304925" h="509270">
                <a:moveTo>
                  <a:pt x="151615" y="108467"/>
                </a:moveTo>
                <a:lnTo>
                  <a:pt x="124968" y="99060"/>
                </a:lnTo>
                <a:lnTo>
                  <a:pt x="124968" y="153661"/>
                </a:lnTo>
                <a:lnTo>
                  <a:pt x="132588" y="161544"/>
                </a:lnTo>
                <a:lnTo>
                  <a:pt x="151615" y="108467"/>
                </a:lnTo>
                <a:close/>
              </a:path>
              <a:path w="1304925" h="509270">
                <a:moveTo>
                  <a:pt x="1304544" y="454152"/>
                </a:moveTo>
                <a:lnTo>
                  <a:pt x="171296" y="53568"/>
                </a:lnTo>
                <a:lnTo>
                  <a:pt x="151615" y="108467"/>
                </a:lnTo>
                <a:lnTo>
                  <a:pt x="1286256" y="509016"/>
                </a:lnTo>
                <a:lnTo>
                  <a:pt x="1304544" y="454152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3237477" y="2889504"/>
            <a:ext cx="1681480" cy="605155"/>
          </a:xfrm>
          <a:custGeom>
            <a:avLst/>
            <a:gdLst/>
            <a:ahLst/>
            <a:cxnLst/>
            <a:rect l="l" t="t" r="r" b="b"/>
            <a:pathLst>
              <a:path w="1681480" h="605154">
                <a:moveTo>
                  <a:pt x="0" y="0"/>
                </a:moveTo>
                <a:lnTo>
                  <a:pt x="0" y="605027"/>
                </a:lnTo>
                <a:lnTo>
                  <a:pt x="1680971" y="605027"/>
                </a:lnTo>
                <a:lnTo>
                  <a:pt x="1680971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37477" y="5765292"/>
            <a:ext cx="3290570" cy="605155"/>
          </a:xfrm>
          <a:custGeom>
            <a:avLst/>
            <a:gdLst/>
            <a:ahLst/>
            <a:cxnLst/>
            <a:rect l="l" t="t" r="r" b="b"/>
            <a:pathLst>
              <a:path w="3290570" h="605154">
                <a:moveTo>
                  <a:pt x="2497842" y="114299"/>
                </a:moveTo>
                <a:lnTo>
                  <a:pt x="2425752" y="115092"/>
                </a:lnTo>
                <a:lnTo>
                  <a:pt x="2355468" y="117425"/>
                </a:lnTo>
                <a:lnTo>
                  <a:pt x="2287268" y="121228"/>
                </a:lnTo>
                <a:lnTo>
                  <a:pt x="2221435" y="126433"/>
                </a:lnTo>
                <a:lnTo>
                  <a:pt x="2158249" y="132971"/>
                </a:lnTo>
                <a:lnTo>
                  <a:pt x="2097989" y="140772"/>
                </a:lnTo>
                <a:lnTo>
                  <a:pt x="2040938" y="149768"/>
                </a:lnTo>
                <a:lnTo>
                  <a:pt x="1987375" y="159890"/>
                </a:lnTo>
                <a:lnTo>
                  <a:pt x="1937581" y="171068"/>
                </a:lnTo>
                <a:lnTo>
                  <a:pt x="1891837" y="183235"/>
                </a:lnTo>
                <a:lnTo>
                  <a:pt x="1850424" y="196320"/>
                </a:lnTo>
                <a:lnTo>
                  <a:pt x="1813622" y="210255"/>
                </a:lnTo>
                <a:lnTo>
                  <a:pt x="1754974" y="240398"/>
                </a:lnTo>
                <a:lnTo>
                  <a:pt x="1718139" y="273113"/>
                </a:lnTo>
                <a:lnTo>
                  <a:pt x="1705362" y="307847"/>
                </a:lnTo>
                <a:lnTo>
                  <a:pt x="1708603" y="325659"/>
                </a:lnTo>
                <a:lnTo>
                  <a:pt x="1733690" y="359755"/>
                </a:lnTo>
                <a:lnTo>
                  <a:pt x="1781712" y="391387"/>
                </a:lnTo>
                <a:lnTo>
                  <a:pt x="1850424" y="420039"/>
                </a:lnTo>
                <a:lnTo>
                  <a:pt x="1891837" y="433087"/>
                </a:lnTo>
                <a:lnTo>
                  <a:pt x="1937581" y="445198"/>
                </a:lnTo>
                <a:lnTo>
                  <a:pt x="1987375" y="456307"/>
                </a:lnTo>
                <a:lnTo>
                  <a:pt x="2040938" y="466349"/>
                </a:lnTo>
                <a:lnTo>
                  <a:pt x="2097989" y="475262"/>
                </a:lnTo>
                <a:lnTo>
                  <a:pt x="2158249" y="482979"/>
                </a:lnTo>
                <a:lnTo>
                  <a:pt x="2221435" y="489438"/>
                </a:lnTo>
                <a:lnTo>
                  <a:pt x="2287268" y="494573"/>
                </a:lnTo>
                <a:lnTo>
                  <a:pt x="2355468" y="498320"/>
                </a:lnTo>
                <a:lnTo>
                  <a:pt x="2425752" y="500616"/>
                </a:lnTo>
                <a:lnTo>
                  <a:pt x="2497842" y="501395"/>
                </a:lnTo>
                <a:lnTo>
                  <a:pt x="2569931" y="500616"/>
                </a:lnTo>
                <a:lnTo>
                  <a:pt x="2640215" y="498320"/>
                </a:lnTo>
                <a:lnTo>
                  <a:pt x="2708415" y="494573"/>
                </a:lnTo>
                <a:lnTo>
                  <a:pt x="2774248" y="489438"/>
                </a:lnTo>
                <a:lnTo>
                  <a:pt x="2837435" y="482979"/>
                </a:lnTo>
                <a:lnTo>
                  <a:pt x="2897694" y="475262"/>
                </a:lnTo>
                <a:lnTo>
                  <a:pt x="2954745" y="466349"/>
                </a:lnTo>
                <a:lnTo>
                  <a:pt x="3008308" y="456307"/>
                </a:lnTo>
                <a:lnTo>
                  <a:pt x="3058102" y="445198"/>
                </a:lnTo>
                <a:lnTo>
                  <a:pt x="3103846" y="433087"/>
                </a:lnTo>
                <a:lnTo>
                  <a:pt x="3145259" y="420039"/>
                </a:lnTo>
                <a:lnTo>
                  <a:pt x="3182061" y="406117"/>
                </a:lnTo>
                <a:lnTo>
                  <a:pt x="3240709" y="375911"/>
                </a:lnTo>
                <a:lnTo>
                  <a:pt x="3277544" y="342983"/>
                </a:lnTo>
                <a:lnTo>
                  <a:pt x="3290322" y="307847"/>
                </a:lnTo>
                <a:lnTo>
                  <a:pt x="3287080" y="290262"/>
                </a:lnTo>
                <a:lnTo>
                  <a:pt x="3261993" y="256469"/>
                </a:lnTo>
                <a:lnTo>
                  <a:pt x="3213971" y="224971"/>
                </a:lnTo>
                <a:lnTo>
                  <a:pt x="3145259" y="196320"/>
                </a:lnTo>
                <a:lnTo>
                  <a:pt x="3103846" y="183235"/>
                </a:lnTo>
                <a:lnTo>
                  <a:pt x="3058102" y="171068"/>
                </a:lnTo>
                <a:lnTo>
                  <a:pt x="3008308" y="159890"/>
                </a:lnTo>
                <a:lnTo>
                  <a:pt x="2954745" y="149768"/>
                </a:lnTo>
                <a:lnTo>
                  <a:pt x="2897694" y="140772"/>
                </a:lnTo>
                <a:lnTo>
                  <a:pt x="2837435" y="132971"/>
                </a:lnTo>
                <a:lnTo>
                  <a:pt x="2774248" y="126433"/>
                </a:lnTo>
                <a:lnTo>
                  <a:pt x="2708415" y="121228"/>
                </a:lnTo>
                <a:lnTo>
                  <a:pt x="2640215" y="117425"/>
                </a:lnTo>
                <a:lnTo>
                  <a:pt x="2569931" y="115092"/>
                </a:lnTo>
                <a:lnTo>
                  <a:pt x="2497842" y="114299"/>
                </a:lnTo>
                <a:close/>
              </a:path>
              <a:path w="3290570" h="605154">
                <a:moveTo>
                  <a:pt x="0" y="0"/>
                </a:moveTo>
                <a:lnTo>
                  <a:pt x="0" y="605027"/>
                </a:lnTo>
                <a:lnTo>
                  <a:pt x="1680971" y="605027"/>
                </a:lnTo>
                <a:lnTo>
                  <a:pt x="1680971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68623" y="3047490"/>
            <a:ext cx="1332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Disciplina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31790" y="3804919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1671" y="5927849"/>
            <a:ext cx="1329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Professor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39002" y="4256532"/>
            <a:ext cx="1640205" cy="797560"/>
          </a:xfrm>
          <a:custGeom>
            <a:avLst/>
            <a:gdLst/>
            <a:ahLst/>
            <a:cxnLst/>
            <a:rect l="l" t="t" r="r" b="b"/>
            <a:pathLst>
              <a:path w="1640205" h="797560">
                <a:moveTo>
                  <a:pt x="816870" y="3047"/>
                </a:moveTo>
                <a:lnTo>
                  <a:pt x="0" y="388619"/>
                </a:lnTo>
                <a:lnTo>
                  <a:pt x="826014" y="797051"/>
                </a:lnTo>
                <a:lnTo>
                  <a:pt x="1639830" y="382523"/>
                </a:lnTo>
                <a:lnTo>
                  <a:pt x="80925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02736" y="4499863"/>
            <a:ext cx="91566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Ministra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49775" y="3485388"/>
            <a:ext cx="12700" cy="2268220"/>
          </a:xfrm>
          <a:custGeom>
            <a:avLst/>
            <a:gdLst/>
            <a:ahLst/>
            <a:cxnLst/>
            <a:rect l="l" t="t" r="r" b="b"/>
            <a:pathLst>
              <a:path w="12700" h="2268220">
                <a:moveTo>
                  <a:pt x="0" y="772667"/>
                </a:moveTo>
                <a:lnTo>
                  <a:pt x="0" y="0"/>
                </a:lnTo>
              </a:path>
              <a:path w="12700" h="2268220">
                <a:moveTo>
                  <a:pt x="12191" y="1562099"/>
                </a:moveTo>
                <a:lnTo>
                  <a:pt x="12191" y="2267711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38470" y="5248146"/>
            <a:ext cx="237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M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42839" y="3020567"/>
            <a:ext cx="1584960" cy="387350"/>
          </a:xfrm>
          <a:custGeom>
            <a:avLst/>
            <a:gdLst/>
            <a:ahLst/>
            <a:cxnLst/>
            <a:rect l="l" t="t" r="r" b="b"/>
            <a:pathLst>
              <a:path w="1584960" h="387350">
                <a:moveTo>
                  <a:pt x="792479" y="0"/>
                </a:moveTo>
                <a:lnTo>
                  <a:pt x="720390" y="792"/>
                </a:lnTo>
                <a:lnTo>
                  <a:pt x="650106" y="3125"/>
                </a:lnTo>
                <a:lnTo>
                  <a:pt x="581906" y="6928"/>
                </a:lnTo>
                <a:lnTo>
                  <a:pt x="516073" y="12133"/>
                </a:lnTo>
                <a:lnTo>
                  <a:pt x="452886" y="18671"/>
                </a:lnTo>
                <a:lnTo>
                  <a:pt x="392627" y="26472"/>
                </a:lnTo>
                <a:lnTo>
                  <a:pt x="335576" y="35468"/>
                </a:lnTo>
                <a:lnTo>
                  <a:pt x="282013" y="45590"/>
                </a:lnTo>
                <a:lnTo>
                  <a:pt x="232219" y="56768"/>
                </a:lnTo>
                <a:lnTo>
                  <a:pt x="186475" y="68935"/>
                </a:lnTo>
                <a:lnTo>
                  <a:pt x="145062" y="82020"/>
                </a:lnTo>
                <a:lnTo>
                  <a:pt x="108260" y="95955"/>
                </a:lnTo>
                <a:lnTo>
                  <a:pt x="49612" y="126098"/>
                </a:lnTo>
                <a:lnTo>
                  <a:pt x="12777" y="158813"/>
                </a:lnTo>
                <a:lnTo>
                  <a:pt x="0" y="193547"/>
                </a:lnTo>
                <a:lnTo>
                  <a:pt x="3241" y="211359"/>
                </a:lnTo>
                <a:lnTo>
                  <a:pt x="28328" y="245455"/>
                </a:lnTo>
                <a:lnTo>
                  <a:pt x="76350" y="277087"/>
                </a:lnTo>
                <a:lnTo>
                  <a:pt x="145062" y="305739"/>
                </a:lnTo>
                <a:lnTo>
                  <a:pt x="186475" y="318787"/>
                </a:lnTo>
                <a:lnTo>
                  <a:pt x="232219" y="330898"/>
                </a:lnTo>
                <a:lnTo>
                  <a:pt x="282013" y="342007"/>
                </a:lnTo>
                <a:lnTo>
                  <a:pt x="335576" y="352050"/>
                </a:lnTo>
                <a:lnTo>
                  <a:pt x="392627" y="360962"/>
                </a:lnTo>
                <a:lnTo>
                  <a:pt x="452886" y="368679"/>
                </a:lnTo>
                <a:lnTo>
                  <a:pt x="516073" y="375138"/>
                </a:lnTo>
                <a:lnTo>
                  <a:pt x="581906" y="380273"/>
                </a:lnTo>
                <a:lnTo>
                  <a:pt x="650106" y="384020"/>
                </a:lnTo>
                <a:lnTo>
                  <a:pt x="720390" y="386316"/>
                </a:lnTo>
                <a:lnTo>
                  <a:pt x="792479" y="387095"/>
                </a:lnTo>
                <a:lnTo>
                  <a:pt x="864569" y="386316"/>
                </a:lnTo>
                <a:lnTo>
                  <a:pt x="934853" y="384020"/>
                </a:lnTo>
                <a:lnTo>
                  <a:pt x="1003053" y="380273"/>
                </a:lnTo>
                <a:lnTo>
                  <a:pt x="1068886" y="375138"/>
                </a:lnTo>
                <a:lnTo>
                  <a:pt x="1132073" y="368679"/>
                </a:lnTo>
                <a:lnTo>
                  <a:pt x="1192332" y="360962"/>
                </a:lnTo>
                <a:lnTo>
                  <a:pt x="1249383" y="352050"/>
                </a:lnTo>
                <a:lnTo>
                  <a:pt x="1302946" y="342007"/>
                </a:lnTo>
                <a:lnTo>
                  <a:pt x="1352740" y="330898"/>
                </a:lnTo>
                <a:lnTo>
                  <a:pt x="1398484" y="318787"/>
                </a:lnTo>
                <a:lnTo>
                  <a:pt x="1439897" y="305739"/>
                </a:lnTo>
                <a:lnTo>
                  <a:pt x="1476699" y="291817"/>
                </a:lnTo>
                <a:lnTo>
                  <a:pt x="1535347" y="261611"/>
                </a:lnTo>
                <a:lnTo>
                  <a:pt x="1572182" y="228683"/>
                </a:lnTo>
                <a:lnTo>
                  <a:pt x="1584959" y="193547"/>
                </a:lnTo>
                <a:lnTo>
                  <a:pt x="1581718" y="175962"/>
                </a:lnTo>
                <a:lnTo>
                  <a:pt x="1556631" y="142169"/>
                </a:lnTo>
                <a:lnTo>
                  <a:pt x="1508609" y="110671"/>
                </a:lnTo>
                <a:lnTo>
                  <a:pt x="1439897" y="82020"/>
                </a:lnTo>
                <a:lnTo>
                  <a:pt x="1398484" y="68935"/>
                </a:lnTo>
                <a:lnTo>
                  <a:pt x="1352740" y="56768"/>
                </a:lnTo>
                <a:lnTo>
                  <a:pt x="1302946" y="45590"/>
                </a:lnTo>
                <a:lnTo>
                  <a:pt x="1249383" y="35468"/>
                </a:lnTo>
                <a:lnTo>
                  <a:pt x="1192332" y="26472"/>
                </a:lnTo>
                <a:lnTo>
                  <a:pt x="1132073" y="18671"/>
                </a:lnTo>
                <a:lnTo>
                  <a:pt x="1068886" y="12133"/>
                </a:lnTo>
                <a:lnTo>
                  <a:pt x="1003053" y="6928"/>
                </a:lnTo>
                <a:lnTo>
                  <a:pt x="934853" y="3125"/>
                </a:lnTo>
                <a:lnTo>
                  <a:pt x="864569" y="792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405627" y="3038347"/>
            <a:ext cx="591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Sigla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47283" y="4261103"/>
            <a:ext cx="2969260" cy="797560"/>
          </a:xfrm>
          <a:custGeom>
            <a:avLst/>
            <a:gdLst/>
            <a:ahLst/>
            <a:cxnLst/>
            <a:rect l="l" t="t" r="r" b="b"/>
            <a:pathLst>
              <a:path w="2969259" h="797560">
                <a:moveTo>
                  <a:pt x="1479803" y="3047"/>
                </a:moveTo>
                <a:lnTo>
                  <a:pt x="0" y="388619"/>
                </a:lnTo>
                <a:lnTo>
                  <a:pt x="1496567" y="797051"/>
                </a:lnTo>
                <a:lnTo>
                  <a:pt x="2968751" y="382523"/>
                </a:lnTo>
                <a:lnTo>
                  <a:pt x="1464563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17334" y="4504435"/>
            <a:ext cx="16332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É-frequentada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09483" y="5708903"/>
            <a:ext cx="1681480" cy="544380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173355" rIns="0" bIns="0" rtlCol="0">
            <a:spAutoFit/>
          </a:bodyPr>
          <a:lstStyle/>
          <a:p>
            <a:pPr marL="513080">
              <a:spcBef>
                <a:spcPts val="1365"/>
              </a:spcBef>
            </a:pPr>
            <a:r>
              <a:rPr sz="2400" spc="-10" dirty="0">
                <a:latin typeface="Arial MT"/>
                <a:cs typeface="Arial MT"/>
              </a:rPr>
              <a:t>Aluno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14840" y="5823203"/>
            <a:ext cx="1584960" cy="387350"/>
          </a:xfrm>
          <a:custGeom>
            <a:avLst/>
            <a:gdLst/>
            <a:ahLst/>
            <a:cxnLst/>
            <a:rect l="l" t="t" r="r" b="b"/>
            <a:pathLst>
              <a:path w="1584959" h="387350">
                <a:moveTo>
                  <a:pt x="792479" y="0"/>
                </a:moveTo>
                <a:lnTo>
                  <a:pt x="720390" y="792"/>
                </a:lnTo>
                <a:lnTo>
                  <a:pt x="650106" y="3125"/>
                </a:lnTo>
                <a:lnTo>
                  <a:pt x="581906" y="6928"/>
                </a:lnTo>
                <a:lnTo>
                  <a:pt x="516073" y="12133"/>
                </a:lnTo>
                <a:lnTo>
                  <a:pt x="452886" y="18671"/>
                </a:lnTo>
                <a:lnTo>
                  <a:pt x="392627" y="26472"/>
                </a:lnTo>
                <a:lnTo>
                  <a:pt x="335576" y="35468"/>
                </a:lnTo>
                <a:lnTo>
                  <a:pt x="282013" y="45590"/>
                </a:lnTo>
                <a:lnTo>
                  <a:pt x="232219" y="56768"/>
                </a:lnTo>
                <a:lnTo>
                  <a:pt x="186475" y="68935"/>
                </a:lnTo>
                <a:lnTo>
                  <a:pt x="145062" y="82020"/>
                </a:lnTo>
                <a:lnTo>
                  <a:pt x="108260" y="95955"/>
                </a:lnTo>
                <a:lnTo>
                  <a:pt x="49612" y="126098"/>
                </a:lnTo>
                <a:lnTo>
                  <a:pt x="12777" y="158813"/>
                </a:lnTo>
                <a:lnTo>
                  <a:pt x="0" y="193547"/>
                </a:lnTo>
                <a:lnTo>
                  <a:pt x="3241" y="211133"/>
                </a:lnTo>
                <a:lnTo>
                  <a:pt x="28328" y="244926"/>
                </a:lnTo>
                <a:lnTo>
                  <a:pt x="76350" y="276424"/>
                </a:lnTo>
                <a:lnTo>
                  <a:pt x="145062" y="305075"/>
                </a:lnTo>
                <a:lnTo>
                  <a:pt x="186475" y="318160"/>
                </a:lnTo>
                <a:lnTo>
                  <a:pt x="232219" y="330326"/>
                </a:lnTo>
                <a:lnTo>
                  <a:pt x="282013" y="341505"/>
                </a:lnTo>
                <a:lnTo>
                  <a:pt x="335576" y="351627"/>
                </a:lnTo>
                <a:lnTo>
                  <a:pt x="392627" y="360623"/>
                </a:lnTo>
                <a:lnTo>
                  <a:pt x="452886" y="368424"/>
                </a:lnTo>
                <a:lnTo>
                  <a:pt x="516073" y="374962"/>
                </a:lnTo>
                <a:lnTo>
                  <a:pt x="581906" y="380167"/>
                </a:lnTo>
                <a:lnTo>
                  <a:pt x="650106" y="383970"/>
                </a:lnTo>
                <a:lnTo>
                  <a:pt x="720390" y="386303"/>
                </a:lnTo>
                <a:lnTo>
                  <a:pt x="792479" y="387095"/>
                </a:lnTo>
                <a:lnTo>
                  <a:pt x="864569" y="386303"/>
                </a:lnTo>
                <a:lnTo>
                  <a:pt x="934853" y="383970"/>
                </a:lnTo>
                <a:lnTo>
                  <a:pt x="1003053" y="380167"/>
                </a:lnTo>
                <a:lnTo>
                  <a:pt x="1068886" y="374962"/>
                </a:lnTo>
                <a:lnTo>
                  <a:pt x="1132073" y="368424"/>
                </a:lnTo>
                <a:lnTo>
                  <a:pt x="1192332" y="360623"/>
                </a:lnTo>
                <a:lnTo>
                  <a:pt x="1249383" y="351627"/>
                </a:lnTo>
                <a:lnTo>
                  <a:pt x="1302946" y="341505"/>
                </a:lnTo>
                <a:lnTo>
                  <a:pt x="1352740" y="330326"/>
                </a:lnTo>
                <a:lnTo>
                  <a:pt x="1398484" y="318160"/>
                </a:lnTo>
                <a:lnTo>
                  <a:pt x="1439897" y="305075"/>
                </a:lnTo>
                <a:lnTo>
                  <a:pt x="1476699" y="291140"/>
                </a:lnTo>
                <a:lnTo>
                  <a:pt x="1535347" y="260997"/>
                </a:lnTo>
                <a:lnTo>
                  <a:pt x="1572182" y="228282"/>
                </a:lnTo>
                <a:lnTo>
                  <a:pt x="1584959" y="193547"/>
                </a:lnTo>
                <a:lnTo>
                  <a:pt x="1581718" y="175962"/>
                </a:lnTo>
                <a:lnTo>
                  <a:pt x="1556631" y="142169"/>
                </a:lnTo>
                <a:lnTo>
                  <a:pt x="1508609" y="110671"/>
                </a:lnTo>
                <a:lnTo>
                  <a:pt x="1439897" y="82020"/>
                </a:lnTo>
                <a:lnTo>
                  <a:pt x="1398484" y="68935"/>
                </a:lnTo>
                <a:lnTo>
                  <a:pt x="1352740" y="56768"/>
                </a:lnTo>
                <a:lnTo>
                  <a:pt x="1302946" y="45590"/>
                </a:lnTo>
                <a:lnTo>
                  <a:pt x="1249383" y="35468"/>
                </a:lnTo>
                <a:lnTo>
                  <a:pt x="1192332" y="26472"/>
                </a:lnTo>
                <a:lnTo>
                  <a:pt x="1132073" y="18671"/>
                </a:lnTo>
                <a:lnTo>
                  <a:pt x="1068886" y="12133"/>
                </a:lnTo>
                <a:lnTo>
                  <a:pt x="1003053" y="6928"/>
                </a:lnTo>
                <a:lnTo>
                  <a:pt x="934853" y="3125"/>
                </a:lnTo>
                <a:lnTo>
                  <a:pt x="864569" y="792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023345" y="5810502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91911" y="5883654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837683" y="4642103"/>
            <a:ext cx="4114800" cy="1066800"/>
          </a:xfrm>
          <a:custGeom>
            <a:avLst/>
            <a:gdLst/>
            <a:ahLst/>
            <a:cxnLst/>
            <a:rect l="l" t="t" r="r" b="b"/>
            <a:pathLst>
              <a:path w="4114800" h="1066800">
                <a:moveTo>
                  <a:pt x="0" y="0"/>
                </a:moveTo>
                <a:lnTo>
                  <a:pt x="609599" y="0"/>
                </a:lnTo>
              </a:path>
              <a:path w="4114800" h="1066800">
                <a:moveTo>
                  <a:pt x="3581399" y="0"/>
                </a:moveTo>
                <a:lnTo>
                  <a:pt x="4114799" y="0"/>
                </a:lnTo>
              </a:path>
              <a:path w="4114800" h="1066800">
                <a:moveTo>
                  <a:pt x="4114799" y="0"/>
                </a:moveTo>
                <a:lnTo>
                  <a:pt x="4114799" y="10667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347714" y="4240783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N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18427" y="2188274"/>
            <a:ext cx="8267700" cy="3480435"/>
            <a:chOff x="1338827" y="2188273"/>
            <a:chExt cx="8267700" cy="3480435"/>
          </a:xfrm>
        </p:grpSpPr>
        <p:sp>
          <p:nvSpPr>
            <p:cNvPr id="23" name="object 23"/>
            <p:cNvSpPr/>
            <p:nvPr/>
          </p:nvSpPr>
          <p:spPr>
            <a:xfrm>
              <a:off x="1357877" y="3785615"/>
              <a:ext cx="3810000" cy="1864360"/>
            </a:xfrm>
            <a:custGeom>
              <a:avLst/>
              <a:gdLst/>
              <a:ahLst/>
              <a:cxnLst/>
              <a:rect l="l" t="t" r="r" b="b"/>
              <a:pathLst>
                <a:path w="3810000" h="1864360">
                  <a:moveTo>
                    <a:pt x="0" y="94487"/>
                  </a:moveTo>
                  <a:lnTo>
                    <a:pt x="3810006" y="1618487"/>
                  </a:lnTo>
                </a:path>
                <a:path w="3810000" h="1864360">
                  <a:moveTo>
                    <a:pt x="76199" y="1863851"/>
                  </a:moveTo>
                  <a:lnTo>
                    <a:pt x="3732282" y="0"/>
                  </a:lnTo>
                </a:path>
              </a:pathLst>
            </a:custGeom>
            <a:ln w="38099">
              <a:solidFill>
                <a:srgbClr val="FF3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93308" y="2193035"/>
              <a:ext cx="3708400" cy="2197735"/>
            </a:xfrm>
            <a:custGeom>
              <a:avLst/>
              <a:gdLst/>
              <a:ahLst/>
              <a:cxnLst/>
              <a:rect l="l" t="t" r="r" b="b"/>
              <a:pathLst>
                <a:path w="3708400" h="2197735">
                  <a:moveTo>
                    <a:pt x="333755" y="729995"/>
                  </a:moveTo>
                  <a:lnTo>
                    <a:pt x="283044" y="736955"/>
                  </a:lnTo>
                  <a:lnTo>
                    <a:pt x="235109" y="749245"/>
                  </a:lnTo>
                  <a:lnTo>
                    <a:pt x="190382" y="766455"/>
                  </a:lnTo>
                  <a:lnTo>
                    <a:pt x="149295" y="788171"/>
                  </a:lnTo>
                  <a:lnTo>
                    <a:pt x="112283" y="813982"/>
                  </a:lnTo>
                  <a:lnTo>
                    <a:pt x="79778" y="843475"/>
                  </a:lnTo>
                  <a:lnTo>
                    <a:pt x="52212" y="876238"/>
                  </a:lnTo>
                  <a:lnTo>
                    <a:pt x="30018" y="911859"/>
                  </a:lnTo>
                  <a:lnTo>
                    <a:pt x="13630" y="949926"/>
                  </a:lnTo>
                  <a:lnTo>
                    <a:pt x="3479" y="990026"/>
                  </a:lnTo>
                  <a:lnTo>
                    <a:pt x="0" y="1031747"/>
                  </a:lnTo>
                  <a:lnTo>
                    <a:pt x="4216" y="1076894"/>
                  </a:lnTo>
                  <a:lnTo>
                    <a:pt x="16564" y="1120468"/>
                  </a:lnTo>
                  <a:lnTo>
                    <a:pt x="36589" y="1161830"/>
                  </a:lnTo>
                  <a:lnTo>
                    <a:pt x="63839" y="1200338"/>
                  </a:lnTo>
                  <a:lnTo>
                    <a:pt x="97860" y="1235355"/>
                  </a:lnTo>
                  <a:lnTo>
                    <a:pt x="138199" y="1266239"/>
                  </a:lnTo>
                  <a:lnTo>
                    <a:pt x="184403" y="1292351"/>
                  </a:lnTo>
                  <a:lnTo>
                    <a:pt x="146316" y="1324453"/>
                  </a:lnTo>
                  <a:lnTo>
                    <a:pt x="118298" y="1363480"/>
                  </a:lnTo>
                  <a:lnTo>
                    <a:pt x="97743" y="1405505"/>
                  </a:lnTo>
                  <a:lnTo>
                    <a:pt x="85087" y="1449653"/>
                  </a:lnTo>
                  <a:lnTo>
                    <a:pt x="80771" y="1495043"/>
                  </a:lnTo>
                  <a:lnTo>
                    <a:pt x="84190" y="1535847"/>
                  </a:lnTo>
                  <a:lnTo>
                    <a:pt x="94149" y="1574962"/>
                  </a:lnTo>
                  <a:lnTo>
                    <a:pt x="110204" y="1612034"/>
                  </a:lnTo>
                  <a:lnTo>
                    <a:pt x="131910" y="1646710"/>
                  </a:lnTo>
                  <a:lnTo>
                    <a:pt x="158824" y="1678633"/>
                  </a:lnTo>
                  <a:lnTo>
                    <a:pt x="190499" y="1707451"/>
                  </a:lnTo>
                  <a:lnTo>
                    <a:pt x="226493" y="1732808"/>
                  </a:lnTo>
                  <a:lnTo>
                    <a:pt x="266361" y="1754349"/>
                  </a:lnTo>
                  <a:lnTo>
                    <a:pt x="309657" y="1771721"/>
                  </a:lnTo>
                  <a:lnTo>
                    <a:pt x="355938" y="1784568"/>
                  </a:lnTo>
                  <a:lnTo>
                    <a:pt x="404759" y="1792537"/>
                  </a:lnTo>
                  <a:lnTo>
                    <a:pt x="455675" y="1795271"/>
                  </a:lnTo>
                  <a:lnTo>
                    <a:pt x="466201" y="1795248"/>
                  </a:lnTo>
                  <a:lnTo>
                    <a:pt x="477011" y="1795081"/>
                  </a:lnTo>
                  <a:lnTo>
                    <a:pt x="487822" y="1794629"/>
                  </a:lnTo>
                  <a:lnTo>
                    <a:pt x="498347" y="1793747"/>
                  </a:lnTo>
                  <a:lnTo>
                    <a:pt x="496823" y="1795271"/>
                  </a:lnTo>
                  <a:lnTo>
                    <a:pt x="525978" y="1832778"/>
                  </a:lnTo>
                  <a:lnTo>
                    <a:pt x="558433" y="1867857"/>
                  </a:lnTo>
                  <a:lnTo>
                    <a:pt x="593972" y="1900411"/>
                  </a:lnTo>
                  <a:lnTo>
                    <a:pt x="632378" y="1930338"/>
                  </a:lnTo>
                  <a:lnTo>
                    <a:pt x="673436" y="1957539"/>
                  </a:lnTo>
                  <a:lnTo>
                    <a:pt x="716929" y="1981914"/>
                  </a:lnTo>
                  <a:lnTo>
                    <a:pt x="762640" y="2003363"/>
                  </a:lnTo>
                  <a:lnTo>
                    <a:pt x="810353" y="2021786"/>
                  </a:lnTo>
                  <a:lnTo>
                    <a:pt x="859851" y="2037084"/>
                  </a:lnTo>
                  <a:lnTo>
                    <a:pt x="910919" y="2049156"/>
                  </a:lnTo>
                  <a:lnTo>
                    <a:pt x="963339" y="2057902"/>
                  </a:lnTo>
                  <a:lnTo>
                    <a:pt x="1016895" y="2063224"/>
                  </a:lnTo>
                  <a:lnTo>
                    <a:pt x="1071371" y="2065019"/>
                  </a:lnTo>
                  <a:lnTo>
                    <a:pt x="1122832" y="2063438"/>
                  </a:lnTo>
                  <a:lnTo>
                    <a:pt x="1173839" y="2058710"/>
                  </a:lnTo>
                  <a:lnTo>
                    <a:pt x="1224127" y="2050864"/>
                  </a:lnTo>
                  <a:lnTo>
                    <a:pt x="1273428" y="2039925"/>
                  </a:lnTo>
                  <a:lnTo>
                    <a:pt x="1321476" y="2025920"/>
                  </a:lnTo>
                  <a:lnTo>
                    <a:pt x="1368005" y="2008876"/>
                  </a:lnTo>
                  <a:lnTo>
                    <a:pt x="1412747" y="1988819"/>
                  </a:lnTo>
                  <a:lnTo>
                    <a:pt x="1443647" y="2023223"/>
                  </a:lnTo>
                  <a:lnTo>
                    <a:pt x="1477967" y="2054872"/>
                  </a:lnTo>
                  <a:lnTo>
                    <a:pt x="1515427" y="2083657"/>
                  </a:lnTo>
                  <a:lnTo>
                    <a:pt x="1555745" y="2109466"/>
                  </a:lnTo>
                  <a:lnTo>
                    <a:pt x="1598639" y="2132191"/>
                  </a:lnTo>
                  <a:lnTo>
                    <a:pt x="1643828" y="2151721"/>
                  </a:lnTo>
                  <a:lnTo>
                    <a:pt x="1691029" y="2167947"/>
                  </a:lnTo>
                  <a:lnTo>
                    <a:pt x="1739962" y="2180759"/>
                  </a:lnTo>
                  <a:lnTo>
                    <a:pt x="1790345" y="2190046"/>
                  </a:lnTo>
                  <a:lnTo>
                    <a:pt x="1841895" y="2195699"/>
                  </a:lnTo>
                  <a:lnTo>
                    <a:pt x="1894331" y="2197607"/>
                  </a:lnTo>
                  <a:lnTo>
                    <a:pt x="1948381" y="2195558"/>
                  </a:lnTo>
                  <a:lnTo>
                    <a:pt x="2001278" y="2189516"/>
                  </a:lnTo>
                  <a:lnTo>
                    <a:pt x="2052755" y="2179643"/>
                  </a:lnTo>
                  <a:lnTo>
                    <a:pt x="2102546" y="2166097"/>
                  </a:lnTo>
                  <a:lnTo>
                    <a:pt x="2150385" y="2149038"/>
                  </a:lnTo>
                  <a:lnTo>
                    <a:pt x="2196003" y="2128628"/>
                  </a:lnTo>
                  <a:lnTo>
                    <a:pt x="2239136" y="2105024"/>
                  </a:lnTo>
                  <a:lnTo>
                    <a:pt x="2279517" y="2078389"/>
                  </a:lnTo>
                  <a:lnTo>
                    <a:pt x="2316878" y="2048881"/>
                  </a:lnTo>
                  <a:lnTo>
                    <a:pt x="2350954" y="2016660"/>
                  </a:lnTo>
                  <a:lnTo>
                    <a:pt x="2381477" y="1981887"/>
                  </a:lnTo>
                  <a:lnTo>
                    <a:pt x="2408182" y="1944721"/>
                  </a:lnTo>
                  <a:lnTo>
                    <a:pt x="2430801" y="1905323"/>
                  </a:lnTo>
                  <a:lnTo>
                    <a:pt x="2449067" y="1863851"/>
                  </a:lnTo>
                  <a:lnTo>
                    <a:pt x="2449067" y="1866899"/>
                  </a:lnTo>
                  <a:lnTo>
                    <a:pt x="2497994" y="1888455"/>
                  </a:lnTo>
                  <a:lnTo>
                    <a:pt x="2549334" y="1905475"/>
                  </a:lnTo>
                  <a:lnTo>
                    <a:pt x="2602577" y="1917813"/>
                  </a:lnTo>
                  <a:lnTo>
                    <a:pt x="2657209" y="1925324"/>
                  </a:lnTo>
                  <a:lnTo>
                    <a:pt x="2712719" y="1927859"/>
                  </a:lnTo>
                  <a:lnTo>
                    <a:pt x="2766539" y="1925542"/>
                  </a:lnTo>
                  <a:lnTo>
                    <a:pt x="2818681" y="1918745"/>
                  </a:lnTo>
                  <a:lnTo>
                    <a:pt x="2868850" y="1907706"/>
                  </a:lnTo>
                  <a:lnTo>
                    <a:pt x="2916752" y="1892660"/>
                  </a:lnTo>
                  <a:lnTo>
                    <a:pt x="2962091" y="1873842"/>
                  </a:lnTo>
                  <a:lnTo>
                    <a:pt x="3004572" y="1851489"/>
                  </a:lnTo>
                  <a:lnTo>
                    <a:pt x="3043898" y="1825835"/>
                  </a:lnTo>
                  <a:lnTo>
                    <a:pt x="3079776" y="1797118"/>
                  </a:lnTo>
                  <a:lnTo>
                    <a:pt x="3111910" y="1765572"/>
                  </a:lnTo>
                  <a:lnTo>
                    <a:pt x="3140004" y="1731433"/>
                  </a:lnTo>
                  <a:lnTo>
                    <a:pt x="3163763" y="1694937"/>
                  </a:lnTo>
                  <a:lnTo>
                    <a:pt x="3182892" y="1656319"/>
                  </a:lnTo>
                  <a:lnTo>
                    <a:pt x="3197095" y="1615816"/>
                  </a:lnTo>
                  <a:lnTo>
                    <a:pt x="3206077" y="1573663"/>
                  </a:lnTo>
                  <a:lnTo>
                    <a:pt x="3209543" y="1530095"/>
                  </a:lnTo>
                  <a:lnTo>
                    <a:pt x="3208019" y="1530095"/>
                  </a:lnTo>
                  <a:lnTo>
                    <a:pt x="3260849" y="1521912"/>
                  </a:lnTo>
                  <a:lnTo>
                    <a:pt x="3311759" y="1510060"/>
                  </a:lnTo>
                  <a:lnTo>
                    <a:pt x="3360543" y="1494731"/>
                  </a:lnTo>
                  <a:lnTo>
                    <a:pt x="3406997" y="1476113"/>
                  </a:lnTo>
                  <a:lnTo>
                    <a:pt x="3450914" y="1454396"/>
                  </a:lnTo>
                  <a:lnTo>
                    <a:pt x="3492091" y="1429770"/>
                  </a:lnTo>
                  <a:lnTo>
                    <a:pt x="3530320" y="1402426"/>
                  </a:lnTo>
                  <a:lnTo>
                    <a:pt x="3565397" y="1372552"/>
                  </a:lnTo>
                  <a:lnTo>
                    <a:pt x="3597117" y="1340338"/>
                  </a:lnTo>
                  <a:lnTo>
                    <a:pt x="3625274" y="1305975"/>
                  </a:lnTo>
                  <a:lnTo>
                    <a:pt x="3649662" y="1269652"/>
                  </a:lnTo>
                  <a:lnTo>
                    <a:pt x="3670077" y="1231558"/>
                  </a:lnTo>
                  <a:lnTo>
                    <a:pt x="3686313" y="1191884"/>
                  </a:lnTo>
                  <a:lnTo>
                    <a:pt x="3698164" y="1150819"/>
                  </a:lnTo>
                  <a:lnTo>
                    <a:pt x="3705425" y="1108553"/>
                  </a:lnTo>
                  <a:lnTo>
                    <a:pt x="3707891" y="1065275"/>
                  </a:lnTo>
                  <a:lnTo>
                    <a:pt x="3704371" y="1013784"/>
                  </a:lnTo>
                  <a:lnTo>
                    <a:pt x="3693950" y="963224"/>
                  </a:lnTo>
                  <a:lnTo>
                    <a:pt x="3676840" y="914018"/>
                  </a:lnTo>
                  <a:lnTo>
                    <a:pt x="3653253" y="866591"/>
                  </a:lnTo>
                  <a:lnTo>
                    <a:pt x="3623401" y="821365"/>
                  </a:lnTo>
                  <a:lnTo>
                    <a:pt x="3587495" y="778763"/>
                  </a:lnTo>
                  <a:lnTo>
                    <a:pt x="3585971" y="778763"/>
                  </a:lnTo>
                  <a:lnTo>
                    <a:pt x="3601973" y="743688"/>
                  </a:lnTo>
                  <a:lnTo>
                    <a:pt x="3613403" y="707326"/>
                  </a:lnTo>
                  <a:lnTo>
                    <a:pt x="3620261" y="670107"/>
                  </a:lnTo>
                  <a:lnTo>
                    <a:pt x="3622547" y="632459"/>
                  </a:lnTo>
                  <a:lnTo>
                    <a:pt x="3619169" y="587708"/>
                  </a:lnTo>
                  <a:lnTo>
                    <a:pt x="3609270" y="544310"/>
                  </a:lnTo>
                  <a:lnTo>
                    <a:pt x="3593209" y="502637"/>
                  </a:lnTo>
                  <a:lnTo>
                    <a:pt x="3571343" y="463058"/>
                  </a:lnTo>
                  <a:lnTo>
                    <a:pt x="3544029" y="425947"/>
                  </a:lnTo>
                  <a:lnTo>
                    <a:pt x="3511624" y="391672"/>
                  </a:lnTo>
                  <a:lnTo>
                    <a:pt x="3474486" y="360606"/>
                  </a:lnTo>
                  <a:lnTo>
                    <a:pt x="3432971" y="333119"/>
                  </a:lnTo>
                  <a:lnTo>
                    <a:pt x="3387438" y="309582"/>
                  </a:lnTo>
                  <a:lnTo>
                    <a:pt x="3338243" y="290367"/>
                  </a:lnTo>
                  <a:lnTo>
                    <a:pt x="3285743" y="275843"/>
                  </a:lnTo>
                  <a:lnTo>
                    <a:pt x="3287267" y="275843"/>
                  </a:lnTo>
                  <a:lnTo>
                    <a:pt x="3274008" y="233351"/>
                  </a:lnTo>
                  <a:lnTo>
                    <a:pt x="3254497" y="193373"/>
                  </a:lnTo>
                  <a:lnTo>
                    <a:pt x="3229209" y="156233"/>
                  </a:lnTo>
                  <a:lnTo>
                    <a:pt x="3198617" y="122253"/>
                  </a:lnTo>
                  <a:lnTo>
                    <a:pt x="3163195" y="91756"/>
                  </a:lnTo>
                  <a:lnTo>
                    <a:pt x="3123417" y="65064"/>
                  </a:lnTo>
                  <a:lnTo>
                    <a:pt x="3079758" y="42502"/>
                  </a:lnTo>
                  <a:lnTo>
                    <a:pt x="3032692" y="24392"/>
                  </a:lnTo>
                  <a:lnTo>
                    <a:pt x="2982692" y="11056"/>
                  </a:lnTo>
                  <a:lnTo>
                    <a:pt x="2930232" y="2817"/>
                  </a:lnTo>
                  <a:lnTo>
                    <a:pt x="2875787" y="0"/>
                  </a:lnTo>
                  <a:lnTo>
                    <a:pt x="2823998" y="2101"/>
                  </a:lnTo>
                  <a:lnTo>
                    <a:pt x="2773488" y="9534"/>
                  </a:lnTo>
                  <a:lnTo>
                    <a:pt x="2724791" y="22033"/>
                  </a:lnTo>
                  <a:lnTo>
                    <a:pt x="2678441" y="39330"/>
                  </a:lnTo>
                  <a:lnTo>
                    <a:pt x="2634969" y="61159"/>
                  </a:lnTo>
                  <a:lnTo>
                    <a:pt x="2594909" y="87254"/>
                  </a:lnTo>
                  <a:lnTo>
                    <a:pt x="2558795" y="117347"/>
                  </a:lnTo>
                  <a:lnTo>
                    <a:pt x="2558795" y="118871"/>
                  </a:lnTo>
                  <a:lnTo>
                    <a:pt x="2526338" y="88294"/>
                  </a:lnTo>
                  <a:lnTo>
                    <a:pt x="2489482" y="61981"/>
                  </a:lnTo>
                  <a:lnTo>
                    <a:pt x="2448868" y="40094"/>
                  </a:lnTo>
                  <a:lnTo>
                    <a:pt x="2405134" y="22793"/>
                  </a:lnTo>
                  <a:lnTo>
                    <a:pt x="2358920" y="10237"/>
                  </a:lnTo>
                  <a:lnTo>
                    <a:pt x="2310868" y="2585"/>
                  </a:lnTo>
                  <a:lnTo>
                    <a:pt x="2261615" y="0"/>
                  </a:lnTo>
                  <a:lnTo>
                    <a:pt x="2209079" y="2512"/>
                  </a:lnTo>
                  <a:lnTo>
                    <a:pt x="2158222" y="10953"/>
                  </a:lnTo>
                  <a:lnTo>
                    <a:pt x="2109721" y="24967"/>
                  </a:lnTo>
                  <a:lnTo>
                    <a:pt x="2064257" y="44195"/>
                  </a:lnTo>
                  <a:lnTo>
                    <a:pt x="2022508" y="68282"/>
                  </a:lnTo>
                  <a:lnTo>
                    <a:pt x="1985152" y="96869"/>
                  </a:lnTo>
                  <a:lnTo>
                    <a:pt x="1952869" y="129599"/>
                  </a:lnTo>
                  <a:lnTo>
                    <a:pt x="1926335" y="166115"/>
                  </a:lnTo>
                  <a:lnTo>
                    <a:pt x="1927859" y="172211"/>
                  </a:lnTo>
                  <a:lnTo>
                    <a:pt x="1889013" y="144708"/>
                  </a:lnTo>
                  <a:lnTo>
                    <a:pt x="1847181" y="121071"/>
                  </a:lnTo>
                  <a:lnTo>
                    <a:pt x="1802736" y="101432"/>
                  </a:lnTo>
                  <a:lnTo>
                    <a:pt x="1756052" y="85926"/>
                  </a:lnTo>
                  <a:lnTo>
                    <a:pt x="1707502" y="74684"/>
                  </a:lnTo>
                  <a:lnTo>
                    <a:pt x="1657458" y="67842"/>
                  </a:lnTo>
                  <a:lnTo>
                    <a:pt x="1606295" y="65531"/>
                  </a:lnTo>
                  <a:lnTo>
                    <a:pt x="1556020" y="67744"/>
                  </a:lnTo>
                  <a:lnTo>
                    <a:pt x="1506943" y="74273"/>
                  </a:lnTo>
                  <a:lnTo>
                    <a:pt x="1459438" y="84953"/>
                  </a:lnTo>
                  <a:lnTo>
                    <a:pt x="1413881" y="99620"/>
                  </a:lnTo>
                  <a:lnTo>
                    <a:pt x="1370647" y="118109"/>
                  </a:lnTo>
                  <a:lnTo>
                    <a:pt x="1330110" y="140256"/>
                  </a:lnTo>
                  <a:lnTo>
                    <a:pt x="1292646" y="165896"/>
                  </a:lnTo>
                  <a:lnTo>
                    <a:pt x="1258628" y="194864"/>
                  </a:lnTo>
                  <a:lnTo>
                    <a:pt x="1228433" y="226996"/>
                  </a:lnTo>
                  <a:lnTo>
                    <a:pt x="1202435" y="262127"/>
                  </a:lnTo>
                  <a:lnTo>
                    <a:pt x="1200911" y="263651"/>
                  </a:lnTo>
                  <a:lnTo>
                    <a:pt x="1155100" y="244623"/>
                  </a:lnTo>
                  <a:lnTo>
                    <a:pt x="1107722" y="228769"/>
                  </a:lnTo>
                  <a:lnTo>
                    <a:pt x="1058989" y="216217"/>
                  </a:lnTo>
                  <a:lnTo>
                    <a:pt x="1009113" y="207094"/>
                  </a:lnTo>
                  <a:lnTo>
                    <a:pt x="958306" y="201527"/>
                  </a:lnTo>
                  <a:lnTo>
                    <a:pt x="906779" y="199643"/>
                  </a:lnTo>
                  <a:lnTo>
                    <a:pt x="854038" y="201563"/>
                  </a:lnTo>
                  <a:lnTo>
                    <a:pt x="802629" y="207209"/>
                  </a:lnTo>
                  <a:lnTo>
                    <a:pt x="752757" y="216415"/>
                  </a:lnTo>
                  <a:lnTo>
                    <a:pt x="704625" y="229011"/>
                  </a:lnTo>
                  <a:lnTo>
                    <a:pt x="658437" y="244832"/>
                  </a:lnTo>
                  <a:lnTo>
                    <a:pt x="614397" y="263708"/>
                  </a:lnTo>
                  <a:lnTo>
                    <a:pt x="572709" y="285472"/>
                  </a:lnTo>
                  <a:lnTo>
                    <a:pt x="533577" y="309957"/>
                  </a:lnTo>
                  <a:lnTo>
                    <a:pt x="497204" y="336994"/>
                  </a:lnTo>
                  <a:lnTo>
                    <a:pt x="463795" y="366416"/>
                  </a:lnTo>
                  <a:lnTo>
                    <a:pt x="433553" y="398055"/>
                  </a:lnTo>
                  <a:lnTo>
                    <a:pt x="406682" y="431743"/>
                  </a:lnTo>
                  <a:lnTo>
                    <a:pt x="383385" y="467313"/>
                  </a:lnTo>
                  <a:lnTo>
                    <a:pt x="363868" y="504596"/>
                  </a:lnTo>
                  <a:lnTo>
                    <a:pt x="348332" y="543425"/>
                  </a:lnTo>
                  <a:lnTo>
                    <a:pt x="336983" y="583633"/>
                  </a:lnTo>
                  <a:lnTo>
                    <a:pt x="330024" y="625051"/>
                  </a:lnTo>
                  <a:lnTo>
                    <a:pt x="327659" y="667511"/>
                  </a:lnTo>
                  <a:lnTo>
                    <a:pt x="327945" y="683490"/>
                  </a:lnTo>
                  <a:lnTo>
                    <a:pt x="328802" y="699325"/>
                  </a:lnTo>
                  <a:lnTo>
                    <a:pt x="330231" y="714875"/>
                  </a:lnTo>
                  <a:lnTo>
                    <a:pt x="332231" y="729995"/>
                  </a:lnTo>
                  <a:lnTo>
                    <a:pt x="333755" y="729995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77711" y="2310383"/>
              <a:ext cx="3401695" cy="1871980"/>
            </a:xfrm>
            <a:custGeom>
              <a:avLst/>
              <a:gdLst/>
              <a:ahLst/>
              <a:cxnLst/>
              <a:rect l="l" t="t" r="r" b="b"/>
              <a:pathLst>
                <a:path w="3401695" h="1871979">
                  <a:moveTo>
                    <a:pt x="0" y="1175003"/>
                  </a:moveTo>
                  <a:lnTo>
                    <a:pt x="43862" y="1193006"/>
                  </a:lnTo>
                  <a:lnTo>
                    <a:pt x="90296" y="1205864"/>
                  </a:lnTo>
                  <a:lnTo>
                    <a:pt x="138445" y="1213580"/>
                  </a:lnTo>
                  <a:lnTo>
                    <a:pt x="187451" y="1216151"/>
                  </a:lnTo>
                  <a:lnTo>
                    <a:pt x="195191" y="1216151"/>
                  </a:lnTo>
                  <a:lnTo>
                    <a:pt x="202501" y="1216151"/>
                  </a:lnTo>
                  <a:lnTo>
                    <a:pt x="209526" y="1216151"/>
                  </a:lnTo>
                  <a:lnTo>
                    <a:pt x="216407" y="1216151"/>
                  </a:lnTo>
                </a:path>
                <a:path w="3401695" h="1871979">
                  <a:moveTo>
                    <a:pt x="313943" y="1676399"/>
                  </a:moveTo>
                  <a:lnTo>
                    <a:pt x="338804" y="1673518"/>
                  </a:lnTo>
                  <a:lnTo>
                    <a:pt x="363092" y="1669351"/>
                  </a:lnTo>
                  <a:lnTo>
                    <a:pt x="386810" y="1663755"/>
                  </a:lnTo>
                  <a:lnTo>
                    <a:pt x="409955" y="1656587"/>
                  </a:lnTo>
                </a:path>
                <a:path w="3401695" h="1871979">
                  <a:moveTo>
                    <a:pt x="1170431" y="1783079"/>
                  </a:moveTo>
                  <a:lnTo>
                    <a:pt x="1182695" y="1806535"/>
                  </a:lnTo>
                  <a:lnTo>
                    <a:pt x="1196530" y="1828990"/>
                  </a:lnTo>
                  <a:lnTo>
                    <a:pt x="1211794" y="1850588"/>
                  </a:lnTo>
                  <a:lnTo>
                    <a:pt x="1228343" y="1871471"/>
                  </a:lnTo>
                </a:path>
                <a:path w="3401695" h="1871979">
                  <a:moveTo>
                    <a:pt x="2264663" y="1746503"/>
                  </a:moveTo>
                  <a:lnTo>
                    <a:pt x="2272950" y="1723143"/>
                  </a:lnTo>
                  <a:lnTo>
                    <a:pt x="2279522" y="1699069"/>
                  </a:lnTo>
                  <a:lnTo>
                    <a:pt x="2284380" y="1674709"/>
                  </a:lnTo>
                  <a:lnTo>
                    <a:pt x="2287523" y="1650491"/>
                  </a:lnTo>
                </a:path>
                <a:path w="3401695" h="1871979">
                  <a:moveTo>
                    <a:pt x="3025139" y="1412747"/>
                  </a:moveTo>
                  <a:lnTo>
                    <a:pt x="3025139" y="1411223"/>
                  </a:lnTo>
                  <a:lnTo>
                    <a:pt x="3025139" y="1409699"/>
                  </a:lnTo>
                  <a:lnTo>
                    <a:pt x="3021939" y="1364406"/>
                  </a:lnTo>
                  <a:lnTo>
                    <a:pt x="3012521" y="1320210"/>
                  </a:lnTo>
                  <a:lnTo>
                    <a:pt x="2997159" y="1277477"/>
                  </a:lnTo>
                  <a:lnTo>
                    <a:pt x="2976128" y="1236573"/>
                  </a:lnTo>
                  <a:lnTo>
                    <a:pt x="2949701" y="1197863"/>
                  </a:lnTo>
                  <a:lnTo>
                    <a:pt x="2918155" y="1161714"/>
                  </a:lnTo>
                  <a:lnTo>
                    <a:pt x="2881762" y="1128491"/>
                  </a:lnTo>
                  <a:lnTo>
                    <a:pt x="2840796" y="1098560"/>
                  </a:lnTo>
                  <a:lnTo>
                    <a:pt x="2795534" y="1072286"/>
                  </a:lnTo>
                  <a:lnTo>
                    <a:pt x="2746247" y="1050035"/>
                  </a:lnTo>
                </a:path>
                <a:path w="3401695" h="1871979">
                  <a:moveTo>
                    <a:pt x="3276599" y="798575"/>
                  </a:moveTo>
                  <a:lnTo>
                    <a:pt x="3315414" y="768572"/>
                  </a:lnTo>
                  <a:lnTo>
                    <a:pt x="3349370" y="735710"/>
                  </a:lnTo>
                  <a:lnTo>
                    <a:pt x="3378184" y="699992"/>
                  </a:lnTo>
                  <a:lnTo>
                    <a:pt x="3401567" y="661415"/>
                  </a:lnTo>
                </a:path>
                <a:path w="3401695" h="1871979">
                  <a:moveTo>
                    <a:pt x="3108959" y="222503"/>
                  </a:moveTo>
                  <a:lnTo>
                    <a:pt x="3108959" y="220979"/>
                  </a:lnTo>
                  <a:lnTo>
                    <a:pt x="3108959" y="219455"/>
                  </a:lnTo>
                  <a:lnTo>
                    <a:pt x="3108959" y="217931"/>
                  </a:lnTo>
                  <a:lnTo>
                    <a:pt x="3108650" y="203072"/>
                  </a:lnTo>
                  <a:lnTo>
                    <a:pt x="3107626" y="188213"/>
                  </a:lnTo>
                  <a:lnTo>
                    <a:pt x="3105745" y="173354"/>
                  </a:lnTo>
                  <a:lnTo>
                    <a:pt x="3102863" y="158495"/>
                  </a:lnTo>
                </a:path>
                <a:path w="3401695" h="1871979">
                  <a:moveTo>
                    <a:pt x="2374391" y="0"/>
                  </a:moveTo>
                  <a:lnTo>
                    <a:pt x="2355818" y="19716"/>
                  </a:lnTo>
                  <a:lnTo>
                    <a:pt x="2338958" y="40004"/>
                  </a:lnTo>
                  <a:lnTo>
                    <a:pt x="2323814" y="60864"/>
                  </a:lnTo>
                  <a:lnTo>
                    <a:pt x="2310383" y="82295"/>
                  </a:lnTo>
                </a:path>
                <a:path w="3401695" h="1871979">
                  <a:moveTo>
                    <a:pt x="1741931" y="48767"/>
                  </a:moveTo>
                  <a:lnTo>
                    <a:pt x="1732216" y="66174"/>
                  </a:lnTo>
                  <a:lnTo>
                    <a:pt x="1723643" y="84010"/>
                  </a:lnTo>
                  <a:lnTo>
                    <a:pt x="1716214" y="102131"/>
                  </a:lnTo>
                  <a:lnTo>
                    <a:pt x="1709927" y="120395"/>
                  </a:lnTo>
                </a:path>
                <a:path w="3401695" h="1871979">
                  <a:moveTo>
                    <a:pt x="1127759" y="214883"/>
                  </a:moveTo>
                  <a:lnTo>
                    <a:pt x="1101804" y="196024"/>
                  </a:lnTo>
                  <a:lnTo>
                    <a:pt x="1074419" y="178307"/>
                  </a:lnTo>
                  <a:lnTo>
                    <a:pt x="1045892" y="161734"/>
                  </a:lnTo>
                  <a:lnTo>
                    <a:pt x="1016507" y="146303"/>
                  </a:lnTo>
                </a:path>
                <a:path w="3401695" h="1871979">
                  <a:moveTo>
                    <a:pt x="147827" y="612647"/>
                  </a:moveTo>
                  <a:lnTo>
                    <a:pt x="151566" y="631578"/>
                  </a:lnTo>
                  <a:lnTo>
                    <a:pt x="156019" y="649795"/>
                  </a:lnTo>
                  <a:lnTo>
                    <a:pt x="161329" y="667726"/>
                  </a:lnTo>
                  <a:lnTo>
                    <a:pt x="167639" y="685799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42373" y="2527238"/>
            <a:ext cx="2279650" cy="7873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340"/>
              </a:spcBef>
            </a:pPr>
            <a:r>
              <a:rPr sz="2500" i="1" spc="-60" dirty="0">
                <a:solidFill>
                  <a:srgbClr val="FF0000"/>
                </a:solidFill>
                <a:latin typeface="Verdana"/>
                <a:cs typeface="Verdana"/>
              </a:rPr>
              <a:t>Não</a:t>
            </a:r>
            <a:r>
              <a:rPr sz="2500" i="1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500" i="1" spc="-50" dirty="0">
                <a:solidFill>
                  <a:srgbClr val="FF0000"/>
                </a:solidFill>
                <a:latin typeface="Verdana"/>
                <a:cs typeface="Verdana"/>
              </a:rPr>
              <a:t>é </a:t>
            </a:r>
            <a:r>
              <a:rPr sz="2500" i="1" spc="-45" dirty="0">
                <a:solidFill>
                  <a:srgbClr val="FF0000"/>
                </a:solidFill>
                <a:latin typeface="Verdana"/>
                <a:cs typeface="Verdana"/>
              </a:rPr>
              <a:t>permitido</a:t>
            </a:r>
            <a:r>
              <a:rPr sz="2500" i="1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500" i="1" spc="-50" dirty="0">
                <a:solidFill>
                  <a:srgbClr val="FF0000"/>
                </a:solidFill>
                <a:latin typeface="Verdana"/>
                <a:cs typeface="Verdana"/>
              </a:rPr>
              <a:t>esse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42374" y="3257233"/>
            <a:ext cx="1325245" cy="135763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2880"/>
              </a:lnSpc>
              <a:spcBef>
                <a:spcPts val="330"/>
              </a:spcBef>
            </a:pPr>
            <a:r>
              <a:rPr sz="2500" i="1" spc="-20" dirty="0">
                <a:solidFill>
                  <a:srgbClr val="FF0000"/>
                </a:solidFill>
                <a:latin typeface="Verdana"/>
                <a:cs typeface="Verdana"/>
              </a:rPr>
              <a:t>tipo</a:t>
            </a:r>
            <a:r>
              <a:rPr sz="2500" i="1" spc="-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500" i="1" spc="-25" dirty="0">
                <a:solidFill>
                  <a:srgbClr val="FF0000"/>
                </a:solidFill>
                <a:latin typeface="Verdana"/>
                <a:cs typeface="Verdana"/>
              </a:rPr>
              <a:t>de </a:t>
            </a:r>
            <a:r>
              <a:rPr sz="2500" i="1" spc="-65" dirty="0">
                <a:solidFill>
                  <a:srgbClr val="FF0000"/>
                </a:solidFill>
                <a:latin typeface="Verdana"/>
                <a:cs typeface="Verdana"/>
              </a:rPr>
              <a:t>ligação!!</a:t>
            </a:r>
            <a:endParaRPr sz="2500">
              <a:latin typeface="Verdana"/>
              <a:cs typeface="Verdana"/>
            </a:endParaRPr>
          </a:p>
          <a:p>
            <a:pPr marL="208915">
              <a:spcBef>
                <a:spcPts val="2095"/>
              </a:spcBef>
            </a:pPr>
            <a:r>
              <a:rPr sz="2000" spc="-50" dirty="0">
                <a:latin typeface="Arial MT"/>
                <a:cs typeface="Arial MT"/>
              </a:rPr>
              <a:t>M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3813556" y="2563367"/>
            <a:ext cx="2089785" cy="706120"/>
          </a:xfrm>
          <a:custGeom>
            <a:avLst/>
            <a:gdLst/>
            <a:ahLst/>
            <a:cxnLst/>
            <a:rect l="l" t="t" r="r" b="b"/>
            <a:pathLst>
              <a:path w="2089785" h="706120">
                <a:moveTo>
                  <a:pt x="0" y="0"/>
                </a:moveTo>
                <a:lnTo>
                  <a:pt x="0" y="705611"/>
                </a:lnTo>
                <a:lnTo>
                  <a:pt x="2089403" y="705611"/>
                </a:lnTo>
                <a:lnTo>
                  <a:pt x="2089403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04131" y="2751834"/>
            <a:ext cx="1332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Disciplina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24854" y="3635755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13556" y="5916167"/>
            <a:ext cx="2089785" cy="706120"/>
          </a:xfrm>
          <a:custGeom>
            <a:avLst/>
            <a:gdLst/>
            <a:ahLst/>
            <a:cxnLst/>
            <a:rect l="l" t="t" r="r" b="b"/>
            <a:pathLst>
              <a:path w="2089785" h="706120">
                <a:moveTo>
                  <a:pt x="0" y="0"/>
                </a:moveTo>
                <a:lnTo>
                  <a:pt x="0" y="705611"/>
                </a:lnTo>
                <a:lnTo>
                  <a:pt x="2089403" y="705611"/>
                </a:lnTo>
                <a:lnTo>
                  <a:pt x="2089403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08703" y="6109205"/>
            <a:ext cx="1329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Professor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15079" y="4155947"/>
            <a:ext cx="2039620" cy="929640"/>
          </a:xfrm>
          <a:custGeom>
            <a:avLst/>
            <a:gdLst/>
            <a:ahLst/>
            <a:cxnLst/>
            <a:rect l="l" t="t" r="r" b="b"/>
            <a:pathLst>
              <a:path w="2039620" h="929639">
                <a:moveTo>
                  <a:pt x="1016507" y="3047"/>
                </a:moveTo>
                <a:lnTo>
                  <a:pt x="0" y="454151"/>
                </a:lnTo>
                <a:lnTo>
                  <a:pt x="1028699" y="929639"/>
                </a:lnTo>
                <a:lnTo>
                  <a:pt x="2039111" y="446531"/>
                </a:lnTo>
                <a:lnTo>
                  <a:pt x="1005839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78451" y="4443475"/>
            <a:ext cx="91566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Ministra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23967" y="3259835"/>
            <a:ext cx="0" cy="899160"/>
          </a:xfrm>
          <a:custGeom>
            <a:avLst/>
            <a:gdLst/>
            <a:ahLst/>
            <a:cxnLst/>
            <a:rect l="l" t="t" r="r" b="b"/>
            <a:pathLst>
              <a:path h="899160">
                <a:moveTo>
                  <a:pt x="0" y="899159"/>
                </a:moveTo>
                <a:lnTo>
                  <a:pt x="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40731" y="5079491"/>
            <a:ext cx="0" cy="822960"/>
          </a:xfrm>
          <a:custGeom>
            <a:avLst/>
            <a:gdLst/>
            <a:ahLst/>
            <a:cxnLst/>
            <a:rect l="l" t="t" r="r" b="b"/>
            <a:pathLst>
              <a:path h="822960">
                <a:moveTo>
                  <a:pt x="0" y="0"/>
                </a:moveTo>
                <a:lnTo>
                  <a:pt x="0" y="822959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58966" y="5316726"/>
            <a:ext cx="237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M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34965" y="6050279"/>
            <a:ext cx="1969135" cy="451484"/>
          </a:xfrm>
          <a:custGeom>
            <a:avLst/>
            <a:gdLst/>
            <a:ahLst/>
            <a:cxnLst/>
            <a:rect l="l" t="t" r="r" b="b"/>
            <a:pathLst>
              <a:path w="1969135" h="451485">
                <a:moveTo>
                  <a:pt x="984503" y="0"/>
                </a:moveTo>
                <a:lnTo>
                  <a:pt x="911176" y="616"/>
                </a:lnTo>
                <a:lnTo>
                  <a:pt x="839287" y="2436"/>
                </a:lnTo>
                <a:lnTo>
                  <a:pt x="769030" y="5417"/>
                </a:lnTo>
                <a:lnTo>
                  <a:pt x="700598" y="9517"/>
                </a:lnTo>
                <a:lnTo>
                  <a:pt x="634181" y="14691"/>
                </a:lnTo>
                <a:lnTo>
                  <a:pt x="569973" y="20898"/>
                </a:lnTo>
                <a:lnTo>
                  <a:pt x="508166" y="28094"/>
                </a:lnTo>
                <a:lnTo>
                  <a:pt x="448953" y="36237"/>
                </a:lnTo>
                <a:lnTo>
                  <a:pt x="392526" y="45282"/>
                </a:lnTo>
                <a:lnTo>
                  <a:pt x="339076" y="55189"/>
                </a:lnTo>
                <a:lnTo>
                  <a:pt x="288797" y="65912"/>
                </a:lnTo>
                <a:lnTo>
                  <a:pt x="241882" y="77411"/>
                </a:lnTo>
                <a:lnTo>
                  <a:pt x="198521" y="89641"/>
                </a:lnTo>
                <a:lnTo>
                  <a:pt x="158908" y="102560"/>
                </a:lnTo>
                <a:lnTo>
                  <a:pt x="123235" y="116124"/>
                </a:lnTo>
                <a:lnTo>
                  <a:pt x="64478" y="145019"/>
                </a:lnTo>
                <a:lnTo>
                  <a:pt x="23789" y="175982"/>
                </a:lnTo>
                <a:lnTo>
                  <a:pt x="2707" y="208669"/>
                </a:lnTo>
                <a:lnTo>
                  <a:pt x="0" y="225551"/>
                </a:lnTo>
                <a:lnTo>
                  <a:pt x="2707" y="242245"/>
                </a:lnTo>
                <a:lnTo>
                  <a:pt x="23789" y="274656"/>
                </a:lnTo>
                <a:lnTo>
                  <a:pt x="64478" y="305463"/>
                </a:lnTo>
                <a:lnTo>
                  <a:pt x="123235" y="334302"/>
                </a:lnTo>
                <a:lnTo>
                  <a:pt x="158908" y="347870"/>
                </a:lnTo>
                <a:lnTo>
                  <a:pt x="198521" y="360809"/>
                </a:lnTo>
                <a:lnTo>
                  <a:pt x="241882" y="373074"/>
                </a:lnTo>
                <a:lnTo>
                  <a:pt x="288797" y="384619"/>
                </a:lnTo>
                <a:lnTo>
                  <a:pt x="339076" y="395399"/>
                </a:lnTo>
                <a:lnTo>
                  <a:pt x="392526" y="405368"/>
                </a:lnTo>
                <a:lnTo>
                  <a:pt x="448953" y="414482"/>
                </a:lnTo>
                <a:lnTo>
                  <a:pt x="508166" y="422693"/>
                </a:lnTo>
                <a:lnTo>
                  <a:pt x="569973" y="429958"/>
                </a:lnTo>
                <a:lnTo>
                  <a:pt x="634181" y="436229"/>
                </a:lnTo>
                <a:lnTo>
                  <a:pt x="700598" y="441463"/>
                </a:lnTo>
                <a:lnTo>
                  <a:pt x="769030" y="445612"/>
                </a:lnTo>
                <a:lnTo>
                  <a:pt x="839287" y="448633"/>
                </a:lnTo>
                <a:lnTo>
                  <a:pt x="911176" y="450478"/>
                </a:lnTo>
                <a:lnTo>
                  <a:pt x="984503" y="451103"/>
                </a:lnTo>
                <a:lnTo>
                  <a:pt x="1058021" y="450478"/>
                </a:lnTo>
                <a:lnTo>
                  <a:pt x="1130063" y="448633"/>
                </a:lnTo>
                <a:lnTo>
                  <a:pt x="1200442" y="445612"/>
                </a:lnTo>
                <a:lnTo>
                  <a:pt x="1268966" y="441463"/>
                </a:lnTo>
                <a:lnTo>
                  <a:pt x="1335446" y="436229"/>
                </a:lnTo>
                <a:lnTo>
                  <a:pt x="1399693" y="429958"/>
                </a:lnTo>
                <a:lnTo>
                  <a:pt x="1461517" y="422693"/>
                </a:lnTo>
                <a:lnTo>
                  <a:pt x="1520727" y="414482"/>
                </a:lnTo>
                <a:lnTo>
                  <a:pt x="1577134" y="405368"/>
                </a:lnTo>
                <a:lnTo>
                  <a:pt x="1630549" y="395399"/>
                </a:lnTo>
                <a:lnTo>
                  <a:pt x="1680781" y="384619"/>
                </a:lnTo>
                <a:lnTo>
                  <a:pt x="1727641" y="373074"/>
                </a:lnTo>
                <a:lnTo>
                  <a:pt x="1770938" y="360809"/>
                </a:lnTo>
                <a:lnTo>
                  <a:pt x="1810484" y="347870"/>
                </a:lnTo>
                <a:lnTo>
                  <a:pt x="1846088" y="334302"/>
                </a:lnTo>
                <a:lnTo>
                  <a:pt x="1904712" y="305463"/>
                </a:lnTo>
                <a:lnTo>
                  <a:pt x="1945292" y="274656"/>
                </a:lnTo>
                <a:lnTo>
                  <a:pt x="1966309" y="242245"/>
                </a:lnTo>
                <a:lnTo>
                  <a:pt x="1969007" y="225551"/>
                </a:lnTo>
                <a:lnTo>
                  <a:pt x="1966309" y="208669"/>
                </a:lnTo>
                <a:lnTo>
                  <a:pt x="1945292" y="175982"/>
                </a:lnTo>
                <a:lnTo>
                  <a:pt x="1904712" y="145019"/>
                </a:lnTo>
                <a:lnTo>
                  <a:pt x="1846088" y="116124"/>
                </a:lnTo>
                <a:lnTo>
                  <a:pt x="1810484" y="102560"/>
                </a:lnTo>
                <a:lnTo>
                  <a:pt x="1770938" y="89641"/>
                </a:lnTo>
                <a:lnTo>
                  <a:pt x="1727641" y="77411"/>
                </a:lnTo>
                <a:lnTo>
                  <a:pt x="1680781" y="65912"/>
                </a:lnTo>
                <a:lnTo>
                  <a:pt x="1630549" y="55189"/>
                </a:lnTo>
                <a:lnTo>
                  <a:pt x="1577134" y="45282"/>
                </a:lnTo>
                <a:lnTo>
                  <a:pt x="1520727" y="36237"/>
                </a:lnTo>
                <a:lnTo>
                  <a:pt x="1461517" y="28094"/>
                </a:lnTo>
                <a:lnTo>
                  <a:pt x="1399693" y="20898"/>
                </a:lnTo>
                <a:lnTo>
                  <a:pt x="1335446" y="14691"/>
                </a:lnTo>
                <a:lnTo>
                  <a:pt x="1268966" y="9517"/>
                </a:lnTo>
                <a:lnTo>
                  <a:pt x="1200442" y="5417"/>
                </a:lnTo>
                <a:lnTo>
                  <a:pt x="1130063" y="2436"/>
                </a:lnTo>
                <a:lnTo>
                  <a:pt x="1058021" y="616"/>
                </a:lnTo>
                <a:lnTo>
                  <a:pt x="984503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615683" y="6057390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34965" y="2717291"/>
            <a:ext cx="1969135" cy="451484"/>
          </a:xfrm>
          <a:custGeom>
            <a:avLst/>
            <a:gdLst/>
            <a:ahLst/>
            <a:cxnLst/>
            <a:rect l="l" t="t" r="r" b="b"/>
            <a:pathLst>
              <a:path w="1969135" h="451485">
                <a:moveTo>
                  <a:pt x="984503" y="0"/>
                </a:moveTo>
                <a:lnTo>
                  <a:pt x="911176" y="625"/>
                </a:lnTo>
                <a:lnTo>
                  <a:pt x="839287" y="2470"/>
                </a:lnTo>
                <a:lnTo>
                  <a:pt x="769030" y="5491"/>
                </a:lnTo>
                <a:lnTo>
                  <a:pt x="700598" y="9640"/>
                </a:lnTo>
                <a:lnTo>
                  <a:pt x="634181" y="14874"/>
                </a:lnTo>
                <a:lnTo>
                  <a:pt x="569973" y="21145"/>
                </a:lnTo>
                <a:lnTo>
                  <a:pt x="508166" y="28410"/>
                </a:lnTo>
                <a:lnTo>
                  <a:pt x="448953" y="36621"/>
                </a:lnTo>
                <a:lnTo>
                  <a:pt x="392526" y="45735"/>
                </a:lnTo>
                <a:lnTo>
                  <a:pt x="339076" y="55704"/>
                </a:lnTo>
                <a:lnTo>
                  <a:pt x="288797" y="66484"/>
                </a:lnTo>
                <a:lnTo>
                  <a:pt x="241882" y="78029"/>
                </a:lnTo>
                <a:lnTo>
                  <a:pt x="198521" y="90294"/>
                </a:lnTo>
                <a:lnTo>
                  <a:pt x="158908" y="103233"/>
                </a:lnTo>
                <a:lnTo>
                  <a:pt x="123235" y="116801"/>
                </a:lnTo>
                <a:lnTo>
                  <a:pt x="64478" y="145640"/>
                </a:lnTo>
                <a:lnTo>
                  <a:pt x="23789" y="176447"/>
                </a:lnTo>
                <a:lnTo>
                  <a:pt x="2707" y="208858"/>
                </a:lnTo>
                <a:lnTo>
                  <a:pt x="0" y="225551"/>
                </a:lnTo>
                <a:lnTo>
                  <a:pt x="2707" y="242434"/>
                </a:lnTo>
                <a:lnTo>
                  <a:pt x="23789" y="275121"/>
                </a:lnTo>
                <a:lnTo>
                  <a:pt x="64478" y="306084"/>
                </a:lnTo>
                <a:lnTo>
                  <a:pt x="123235" y="334979"/>
                </a:lnTo>
                <a:lnTo>
                  <a:pt x="158908" y="348543"/>
                </a:lnTo>
                <a:lnTo>
                  <a:pt x="198521" y="361462"/>
                </a:lnTo>
                <a:lnTo>
                  <a:pt x="241882" y="373692"/>
                </a:lnTo>
                <a:lnTo>
                  <a:pt x="288797" y="385190"/>
                </a:lnTo>
                <a:lnTo>
                  <a:pt x="339076" y="395914"/>
                </a:lnTo>
                <a:lnTo>
                  <a:pt x="392526" y="405821"/>
                </a:lnTo>
                <a:lnTo>
                  <a:pt x="448953" y="414866"/>
                </a:lnTo>
                <a:lnTo>
                  <a:pt x="508166" y="423009"/>
                </a:lnTo>
                <a:lnTo>
                  <a:pt x="569973" y="430205"/>
                </a:lnTo>
                <a:lnTo>
                  <a:pt x="634181" y="436412"/>
                </a:lnTo>
                <a:lnTo>
                  <a:pt x="700598" y="441586"/>
                </a:lnTo>
                <a:lnTo>
                  <a:pt x="769030" y="445686"/>
                </a:lnTo>
                <a:lnTo>
                  <a:pt x="839287" y="448667"/>
                </a:lnTo>
                <a:lnTo>
                  <a:pt x="911176" y="450487"/>
                </a:lnTo>
                <a:lnTo>
                  <a:pt x="984503" y="451103"/>
                </a:lnTo>
                <a:lnTo>
                  <a:pt x="1058021" y="450487"/>
                </a:lnTo>
                <a:lnTo>
                  <a:pt x="1130063" y="448667"/>
                </a:lnTo>
                <a:lnTo>
                  <a:pt x="1200442" y="445686"/>
                </a:lnTo>
                <a:lnTo>
                  <a:pt x="1268966" y="441586"/>
                </a:lnTo>
                <a:lnTo>
                  <a:pt x="1335446" y="436412"/>
                </a:lnTo>
                <a:lnTo>
                  <a:pt x="1399693" y="430205"/>
                </a:lnTo>
                <a:lnTo>
                  <a:pt x="1461517" y="423009"/>
                </a:lnTo>
                <a:lnTo>
                  <a:pt x="1520727" y="414866"/>
                </a:lnTo>
                <a:lnTo>
                  <a:pt x="1577134" y="405821"/>
                </a:lnTo>
                <a:lnTo>
                  <a:pt x="1630549" y="395914"/>
                </a:lnTo>
                <a:lnTo>
                  <a:pt x="1680781" y="385190"/>
                </a:lnTo>
                <a:lnTo>
                  <a:pt x="1727641" y="373692"/>
                </a:lnTo>
                <a:lnTo>
                  <a:pt x="1770938" y="361462"/>
                </a:lnTo>
                <a:lnTo>
                  <a:pt x="1810484" y="348543"/>
                </a:lnTo>
                <a:lnTo>
                  <a:pt x="1846088" y="334979"/>
                </a:lnTo>
                <a:lnTo>
                  <a:pt x="1904712" y="306084"/>
                </a:lnTo>
                <a:lnTo>
                  <a:pt x="1945292" y="275121"/>
                </a:lnTo>
                <a:lnTo>
                  <a:pt x="1966309" y="242434"/>
                </a:lnTo>
                <a:lnTo>
                  <a:pt x="1969007" y="225551"/>
                </a:lnTo>
                <a:lnTo>
                  <a:pt x="1966309" y="208858"/>
                </a:lnTo>
                <a:lnTo>
                  <a:pt x="1945292" y="176447"/>
                </a:lnTo>
                <a:lnTo>
                  <a:pt x="1904712" y="145640"/>
                </a:lnTo>
                <a:lnTo>
                  <a:pt x="1846088" y="116801"/>
                </a:lnTo>
                <a:lnTo>
                  <a:pt x="1810484" y="103233"/>
                </a:lnTo>
                <a:lnTo>
                  <a:pt x="1770938" y="90294"/>
                </a:lnTo>
                <a:lnTo>
                  <a:pt x="1727641" y="78029"/>
                </a:lnTo>
                <a:lnTo>
                  <a:pt x="1680781" y="66484"/>
                </a:lnTo>
                <a:lnTo>
                  <a:pt x="1630549" y="55704"/>
                </a:lnTo>
                <a:lnTo>
                  <a:pt x="1577134" y="45735"/>
                </a:lnTo>
                <a:lnTo>
                  <a:pt x="1520727" y="36621"/>
                </a:lnTo>
                <a:lnTo>
                  <a:pt x="1461517" y="28410"/>
                </a:lnTo>
                <a:lnTo>
                  <a:pt x="1399693" y="21145"/>
                </a:lnTo>
                <a:lnTo>
                  <a:pt x="1335446" y="14874"/>
                </a:lnTo>
                <a:lnTo>
                  <a:pt x="1268966" y="9640"/>
                </a:lnTo>
                <a:lnTo>
                  <a:pt x="1200442" y="5491"/>
                </a:lnTo>
                <a:lnTo>
                  <a:pt x="1130063" y="2470"/>
                </a:lnTo>
                <a:lnTo>
                  <a:pt x="1058021" y="625"/>
                </a:lnTo>
                <a:lnTo>
                  <a:pt x="984503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12051" y="2742691"/>
            <a:ext cx="591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Sigla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266683" y="3008376"/>
            <a:ext cx="1041400" cy="3286125"/>
          </a:xfrm>
          <a:custGeom>
            <a:avLst/>
            <a:gdLst/>
            <a:ahLst/>
            <a:cxnLst/>
            <a:rect l="l" t="t" r="r" b="b"/>
            <a:pathLst>
              <a:path w="1041400" h="3286125">
                <a:moveTo>
                  <a:pt x="0" y="0"/>
                </a:moveTo>
                <a:lnTo>
                  <a:pt x="60513" y="1832"/>
                </a:lnTo>
                <a:lnTo>
                  <a:pt x="119000" y="7197"/>
                </a:lnTo>
                <a:lnTo>
                  <a:pt x="175068" y="15895"/>
                </a:lnTo>
                <a:lnTo>
                  <a:pt x="228324" y="27725"/>
                </a:lnTo>
                <a:lnTo>
                  <a:pt x="278374" y="42487"/>
                </a:lnTo>
                <a:lnTo>
                  <a:pt x="324825" y="59982"/>
                </a:lnTo>
                <a:lnTo>
                  <a:pt x="367283" y="80009"/>
                </a:lnTo>
                <a:lnTo>
                  <a:pt x="405357" y="102370"/>
                </a:lnTo>
                <a:lnTo>
                  <a:pt x="438652" y="126863"/>
                </a:lnTo>
                <a:lnTo>
                  <a:pt x="466774" y="153288"/>
                </a:lnTo>
                <a:lnTo>
                  <a:pt x="505932" y="211138"/>
                </a:lnTo>
                <a:lnTo>
                  <a:pt x="519683" y="274319"/>
                </a:lnTo>
                <a:lnTo>
                  <a:pt x="519683" y="1368551"/>
                </a:lnTo>
                <a:lnTo>
                  <a:pt x="523187" y="1400709"/>
                </a:lnTo>
                <a:lnTo>
                  <a:pt x="550050" y="1461424"/>
                </a:lnTo>
                <a:lnTo>
                  <a:pt x="600785" y="1516008"/>
                </a:lnTo>
                <a:lnTo>
                  <a:pt x="634130" y="1540501"/>
                </a:lnTo>
                <a:lnTo>
                  <a:pt x="672274" y="1562861"/>
                </a:lnTo>
                <a:lnTo>
                  <a:pt x="714827" y="1582889"/>
                </a:lnTo>
                <a:lnTo>
                  <a:pt x="761398" y="1600384"/>
                </a:lnTo>
                <a:lnTo>
                  <a:pt x="811598" y="1615146"/>
                </a:lnTo>
                <a:lnTo>
                  <a:pt x="865038" y="1626976"/>
                </a:lnTo>
                <a:lnTo>
                  <a:pt x="921326" y="1635674"/>
                </a:lnTo>
                <a:lnTo>
                  <a:pt x="980074" y="1641039"/>
                </a:lnTo>
                <a:lnTo>
                  <a:pt x="1040891" y="1642871"/>
                </a:lnTo>
                <a:lnTo>
                  <a:pt x="980074" y="1644726"/>
                </a:lnTo>
                <a:lnTo>
                  <a:pt x="921326" y="1650149"/>
                </a:lnTo>
                <a:lnTo>
                  <a:pt x="865038" y="1658932"/>
                </a:lnTo>
                <a:lnTo>
                  <a:pt x="811598" y="1670863"/>
                </a:lnTo>
                <a:lnTo>
                  <a:pt x="761398" y="1685734"/>
                </a:lnTo>
                <a:lnTo>
                  <a:pt x="714827" y="1703334"/>
                </a:lnTo>
                <a:lnTo>
                  <a:pt x="672274" y="1723453"/>
                </a:lnTo>
                <a:lnTo>
                  <a:pt x="634130" y="1745881"/>
                </a:lnTo>
                <a:lnTo>
                  <a:pt x="600785" y="1770409"/>
                </a:lnTo>
                <a:lnTo>
                  <a:pt x="572628" y="1796827"/>
                </a:lnTo>
                <a:lnTo>
                  <a:pt x="533439" y="1854490"/>
                </a:lnTo>
                <a:lnTo>
                  <a:pt x="519683" y="1917191"/>
                </a:lnTo>
                <a:lnTo>
                  <a:pt x="519683" y="3011423"/>
                </a:lnTo>
                <a:lnTo>
                  <a:pt x="516180" y="3043581"/>
                </a:lnTo>
                <a:lnTo>
                  <a:pt x="489332" y="3104296"/>
                </a:lnTo>
                <a:lnTo>
                  <a:pt x="438652" y="3158880"/>
                </a:lnTo>
                <a:lnTo>
                  <a:pt x="405357" y="3183373"/>
                </a:lnTo>
                <a:lnTo>
                  <a:pt x="367283" y="3205733"/>
                </a:lnTo>
                <a:lnTo>
                  <a:pt x="324825" y="3225761"/>
                </a:lnTo>
                <a:lnTo>
                  <a:pt x="278374" y="3243256"/>
                </a:lnTo>
                <a:lnTo>
                  <a:pt x="228324" y="3258018"/>
                </a:lnTo>
                <a:lnTo>
                  <a:pt x="175068" y="3269848"/>
                </a:lnTo>
                <a:lnTo>
                  <a:pt x="119000" y="3278546"/>
                </a:lnTo>
                <a:lnTo>
                  <a:pt x="60513" y="3283911"/>
                </a:lnTo>
                <a:lnTo>
                  <a:pt x="0" y="3285743"/>
                </a:lnTo>
              </a:path>
            </a:pathLst>
          </a:custGeom>
          <a:ln w="571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765789" y="4364226"/>
            <a:ext cx="821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AULA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70372" y="2571750"/>
            <a:ext cx="3941445" cy="4457700"/>
            <a:chOff x="890771" y="2571750"/>
            <a:chExt cx="3941445" cy="4457700"/>
          </a:xfrm>
        </p:grpSpPr>
        <p:sp>
          <p:nvSpPr>
            <p:cNvPr id="4" name="object 4"/>
            <p:cNvSpPr/>
            <p:nvPr/>
          </p:nvSpPr>
          <p:spPr>
            <a:xfrm>
              <a:off x="909821" y="2590800"/>
              <a:ext cx="3903345" cy="4419600"/>
            </a:xfrm>
            <a:custGeom>
              <a:avLst/>
              <a:gdLst/>
              <a:ahLst/>
              <a:cxnLst/>
              <a:rect l="l" t="t" r="r" b="b"/>
              <a:pathLst>
                <a:path w="3903345" h="4419600">
                  <a:moveTo>
                    <a:pt x="0" y="0"/>
                  </a:moveTo>
                  <a:lnTo>
                    <a:pt x="0" y="4419599"/>
                  </a:lnTo>
                  <a:lnTo>
                    <a:pt x="3902963" y="4419599"/>
                  </a:lnTo>
                  <a:lnTo>
                    <a:pt x="3902963" y="0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57877" y="3276600"/>
              <a:ext cx="1681480" cy="605155"/>
            </a:xfrm>
            <a:custGeom>
              <a:avLst/>
              <a:gdLst/>
              <a:ahLst/>
              <a:cxnLst/>
              <a:rect l="l" t="t" r="r" b="b"/>
              <a:pathLst>
                <a:path w="1681480" h="605154">
                  <a:moveTo>
                    <a:pt x="0" y="0"/>
                  </a:moveTo>
                  <a:lnTo>
                    <a:pt x="0" y="605027"/>
                  </a:lnTo>
                  <a:lnTo>
                    <a:pt x="1680971" y="605027"/>
                  </a:lnTo>
                  <a:lnTo>
                    <a:pt x="1680971" y="0"/>
                  </a:lnTo>
                  <a:lnTo>
                    <a:pt x="0" y="0"/>
                  </a:lnTo>
                  <a:close/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68623" y="3434586"/>
            <a:ext cx="1332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Disciplina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1790" y="4193539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37477" y="6152389"/>
            <a:ext cx="1681480" cy="605155"/>
          </a:xfrm>
          <a:custGeom>
            <a:avLst/>
            <a:gdLst/>
            <a:ahLst/>
            <a:cxnLst/>
            <a:rect l="l" t="t" r="r" b="b"/>
            <a:pathLst>
              <a:path w="1681480" h="605154">
                <a:moveTo>
                  <a:pt x="0" y="0"/>
                </a:moveTo>
                <a:lnTo>
                  <a:pt x="0" y="605027"/>
                </a:lnTo>
                <a:lnTo>
                  <a:pt x="1680971" y="605027"/>
                </a:lnTo>
                <a:lnTo>
                  <a:pt x="1680971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71671" y="6314945"/>
            <a:ext cx="1329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Professor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39002" y="4643627"/>
            <a:ext cx="1640205" cy="797560"/>
          </a:xfrm>
          <a:custGeom>
            <a:avLst/>
            <a:gdLst/>
            <a:ahLst/>
            <a:cxnLst/>
            <a:rect l="l" t="t" r="r" b="b"/>
            <a:pathLst>
              <a:path w="1640205" h="797560">
                <a:moveTo>
                  <a:pt x="816870" y="3047"/>
                </a:moveTo>
                <a:lnTo>
                  <a:pt x="0" y="388619"/>
                </a:lnTo>
                <a:lnTo>
                  <a:pt x="826014" y="797051"/>
                </a:lnTo>
                <a:lnTo>
                  <a:pt x="1639830" y="382523"/>
                </a:lnTo>
                <a:lnTo>
                  <a:pt x="80925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02736" y="4886959"/>
            <a:ext cx="91566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Ministra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49775" y="3874008"/>
            <a:ext cx="12700" cy="2266315"/>
          </a:xfrm>
          <a:custGeom>
            <a:avLst/>
            <a:gdLst/>
            <a:ahLst/>
            <a:cxnLst/>
            <a:rect l="l" t="t" r="r" b="b"/>
            <a:pathLst>
              <a:path w="12700" h="2266315">
                <a:moveTo>
                  <a:pt x="0" y="771143"/>
                </a:moveTo>
                <a:lnTo>
                  <a:pt x="0" y="0"/>
                </a:lnTo>
              </a:path>
              <a:path w="12700" h="2266315">
                <a:moveTo>
                  <a:pt x="12191" y="1562099"/>
                </a:moveTo>
                <a:lnTo>
                  <a:pt x="12191" y="2266187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38470" y="5635242"/>
            <a:ext cx="237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M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42839" y="6266688"/>
            <a:ext cx="1584960" cy="388620"/>
          </a:xfrm>
          <a:custGeom>
            <a:avLst/>
            <a:gdLst/>
            <a:ahLst/>
            <a:cxnLst/>
            <a:rect l="l" t="t" r="r" b="b"/>
            <a:pathLst>
              <a:path w="1584960" h="388620">
                <a:moveTo>
                  <a:pt x="792479" y="0"/>
                </a:moveTo>
                <a:lnTo>
                  <a:pt x="720390" y="793"/>
                </a:lnTo>
                <a:lnTo>
                  <a:pt x="650106" y="3127"/>
                </a:lnTo>
                <a:lnTo>
                  <a:pt x="581906" y="6935"/>
                </a:lnTo>
                <a:lnTo>
                  <a:pt x="516073" y="12150"/>
                </a:lnTo>
                <a:lnTo>
                  <a:pt x="452886" y="18703"/>
                </a:lnTo>
                <a:lnTo>
                  <a:pt x="392627" y="26528"/>
                </a:lnTo>
                <a:lnTo>
                  <a:pt x="335576" y="35558"/>
                </a:lnTo>
                <a:lnTo>
                  <a:pt x="282013" y="45724"/>
                </a:lnTo>
                <a:lnTo>
                  <a:pt x="232219" y="56959"/>
                </a:lnTo>
                <a:lnTo>
                  <a:pt x="186475" y="69196"/>
                </a:lnTo>
                <a:lnTo>
                  <a:pt x="145062" y="82368"/>
                </a:lnTo>
                <a:lnTo>
                  <a:pt x="108260" y="96407"/>
                </a:lnTo>
                <a:lnTo>
                  <a:pt x="49612" y="126816"/>
                </a:lnTo>
                <a:lnTo>
                  <a:pt x="12777" y="159884"/>
                </a:lnTo>
                <a:lnTo>
                  <a:pt x="0" y="195071"/>
                </a:lnTo>
                <a:lnTo>
                  <a:pt x="3241" y="212657"/>
                </a:lnTo>
                <a:lnTo>
                  <a:pt x="28328" y="246450"/>
                </a:lnTo>
                <a:lnTo>
                  <a:pt x="76350" y="277948"/>
                </a:lnTo>
                <a:lnTo>
                  <a:pt x="145062" y="306599"/>
                </a:lnTo>
                <a:lnTo>
                  <a:pt x="186475" y="319684"/>
                </a:lnTo>
                <a:lnTo>
                  <a:pt x="232219" y="331850"/>
                </a:lnTo>
                <a:lnTo>
                  <a:pt x="282013" y="343029"/>
                </a:lnTo>
                <a:lnTo>
                  <a:pt x="335576" y="353151"/>
                </a:lnTo>
                <a:lnTo>
                  <a:pt x="392627" y="362147"/>
                </a:lnTo>
                <a:lnTo>
                  <a:pt x="452886" y="369948"/>
                </a:lnTo>
                <a:lnTo>
                  <a:pt x="516073" y="376486"/>
                </a:lnTo>
                <a:lnTo>
                  <a:pt x="581906" y="381691"/>
                </a:lnTo>
                <a:lnTo>
                  <a:pt x="650106" y="385494"/>
                </a:lnTo>
                <a:lnTo>
                  <a:pt x="720390" y="387827"/>
                </a:lnTo>
                <a:lnTo>
                  <a:pt x="792479" y="388619"/>
                </a:lnTo>
                <a:lnTo>
                  <a:pt x="864569" y="387827"/>
                </a:lnTo>
                <a:lnTo>
                  <a:pt x="934853" y="385494"/>
                </a:lnTo>
                <a:lnTo>
                  <a:pt x="1003053" y="381691"/>
                </a:lnTo>
                <a:lnTo>
                  <a:pt x="1068886" y="376486"/>
                </a:lnTo>
                <a:lnTo>
                  <a:pt x="1132073" y="369948"/>
                </a:lnTo>
                <a:lnTo>
                  <a:pt x="1192332" y="362147"/>
                </a:lnTo>
                <a:lnTo>
                  <a:pt x="1249383" y="353151"/>
                </a:lnTo>
                <a:lnTo>
                  <a:pt x="1302946" y="343029"/>
                </a:lnTo>
                <a:lnTo>
                  <a:pt x="1352740" y="331850"/>
                </a:lnTo>
                <a:lnTo>
                  <a:pt x="1398484" y="319684"/>
                </a:lnTo>
                <a:lnTo>
                  <a:pt x="1439897" y="306599"/>
                </a:lnTo>
                <a:lnTo>
                  <a:pt x="1476699" y="292664"/>
                </a:lnTo>
                <a:lnTo>
                  <a:pt x="1535347" y="262521"/>
                </a:lnTo>
                <a:lnTo>
                  <a:pt x="1572182" y="229806"/>
                </a:lnTo>
                <a:lnTo>
                  <a:pt x="1584959" y="195071"/>
                </a:lnTo>
                <a:lnTo>
                  <a:pt x="1581718" y="177246"/>
                </a:lnTo>
                <a:lnTo>
                  <a:pt x="1556631" y="143051"/>
                </a:lnTo>
                <a:lnTo>
                  <a:pt x="1508609" y="111245"/>
                </a:lnTo>
                <a:lnTo>
                  <a:pt x="1439897" y="82368"/>
                </a:lnTo>
                <a:lnTo>
                  <a:pt x="1398484" y="69196"/>
                </a:lnTo>
                <a:lnTo>
                  <a:pt x="1352740" y="56959"/>
                </a:lnTo>
                <a:lnTo>
                  <a:pt x="1302946" y="45724"/>
                </a:lnTo>
                <a:lnTo>
                  <a:pt x="1249383" y="35558"/>
                </a:lnTo>
                <a:lnTo>
                  <a:pt x="1192332" y="26528"/>
                </a:lnTo>
                <a:lnTo>
                  <a:pt x="1132073" y="18703"/>
                </a:lnTo>
                <a:lnTo>
                  <a:pt x="1068886" y="12150"/>
                </a:lnTo>
                <a:lnTo>
                  <a:pt x="1003053" y="6935"/>
                </a:lnTo>
                <a:lnTo>
                  <a:pt x="934853" y="3127"/>
                </a:lnTo>
                <a:lnTo>
                  <a:pt x="864569" y="793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422391" y="6270750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942839" y="3407664"/>
            <a:ext cx="1584960" cy="388620"/>
          </a:xfrm>
          <a:custGeom>
            <a:avLst/>
            <a:gdLst/>
            <a:ahLst/>
            <a:cxnLst/>
            <a:rect l="l" t="t" r="r" b="b"/>
            <a:pathLst>
              <a:path w="1584960" h="388620">
                <a:moveTo>
                  <a:pt x="792479" y="0"/>
                </a:moveTo>
                <a:lnTo>
                  <a:pt x="720390" y="793"/>
                </a:lnTo>
                <a:lnTo>
                  <a:pt x="650106" y="3127"/>
                </a:lnTo>
                <a:lnTo>
                  <a:pt x="581906" y="6935"/>
                </a:lnTo>
                <a:lnTo>
                  <a:pt x="516073" y="12150"/>
                </a:lnTo>
                <a:lnTo>
                  <a:pt x="452886" y="18703"/>
                </a:lnTo>
                <a:lnTo>
                  <a:pt x="392627" y="26528"/>
                </a:lnTo>
                <a:lnTo>
                  <a:pt x="335576" y="35558"/>
                </a:lnTo>
                <a:lnTo>
                  <a:pt x="282013" y="45724"/>
                </a:lnTo>
                <a:lnTo>
                  <a:pt x="232219" y="56959"/>
                </a:lnTo>
                <a:lnTo>
                  <a:pt x="186475" y="69196"/>
                </a:lnTo>
                <a:lnTo>
                  <a:pt x="145062" y="82368"/>
                </a:lnTo>
                <a:lnTo>
                  <a:pt x="108260" y="96407"/>
                </a:lnTo>
                <a:lnTo>
                  <a:pt x="49612" y="126816"/>
                </a:lnTo>
                <a:lnTo>
                  <a:pt x="12777" y="159884"/>
                </a:lnTo>
                <a:lnTo>
                  <a:pt x="0" y="195071"/>
                </a:lnTo>
                <a:lnTo>
                  <a:pt x="3241" y="212657"/>
                </a:lnTo>
                <a:lnTo>
                  <a:pt x="28328" y="246450"/>
                </a:lnTo>
                <a:lnTo>
                  <a:pt x="76350" y="277948"/>
                </a:lnTo>
                <a:lnTo>
                  <a:pt x="145062" y="306599"/>
                </a:lnTo>
                <a:lnTo>
                  <a:pt x="186475" y="319684"/>
                </a:lnTo>
                <a:lnTo>
                  <a:pt x="232219" y="331850"/>
                </a:lnTo>
                <a:lnTo>
                  <a:pt x="282013" y="343029"/>
                </a:lnTo>
                <a:lnTo>
                  <a:pt x="335576" y="353151"/>
                </a:lnTo>
                <a:lnTo>
                  <a:pt x="392627" y="362147"/>
                </a:lnTo>
                <a:lnTo>
                  <a:pt x="452886" y="369948"/>
                </a:lnTo>
                <a:lnTo>
                  <a:pt x="516073" y="376486"/>
                </a:lnTo>
                <a:lnTo>
                  <a:pt x="581906" y="381691"/>
                </a:lnTo>
                <a:lnTo>
                  <a:pt x="650106" y="385494"/>
                </a:lnTo>
                <a:lnTo>
                  <a:pt x="720390" y="387827"/>
                </a:lnTo>
                <a:lnTo>
                  <a:pt x="792479" y="388619"/>
                </a:lnTo>
                <a:lnTo>
                  <a:pt x="864569" y="387827"/>
                </a:lnTo>
                <a:lnTo>
                  <a:pt x="934853" y="385494"/>
                </a:lnTo>
                <a:lnTo>
                  <a:pt x="1003053" y="381691"/>
                </a:lnTo>
                <a:lnTo>
                  <a:pt x="1068886" y="376486"/>
                </a:lnTo>
                <a:lnTo>
                  <a:pt x="1132073" y="369948"/>
                </a:lnTo>
                <a:lnTo>
                  <a:pt x="1192332" y="362147"/>
                </a:lnTo>
                <a:lnTo>
                  <a:pt x="1249383" y="353151"/>
                </a:lnTo>
                <a:lnTo>
                  <a:pt x="1302946" y="343029"/>
                </a:lnTo>
                <a:lnTo>
                  <a:pt x="1352740" y="331850"/>
                </a:lnTo>
                <a:lnTo>
                  <a:pt x="1398484" y="319684"/>
                </a:lnTo>
                <a:lnTo>
                  <a:pt x="1439897" y="306599"/>
                </a:lnTo>
                <a:lnTo>
                  <a:pt x="1476699" y="292664"/>
                </a:lnTo>
                <a:lnTo>
                  <a:pt x="1535347" y="262521"/>
                </a:lnTo>
                <a:lnTo>
                  <a:pt x="1572182" y="229806"/>
                </a:lnTo>
                <a:lnTo>
                  <a:pt x="1584959" y="195071"/>
                </a:lnTo>
                <a:lnTo>
                  <a:pt x="1581718" y="177246"/>
                </a:lnTo>
                <a:lnTo>
                  <a:pt x="1556631" y="143051"/>
                </a:lnTo>
                <a:lnTo>
                  <a:pt x="1508609" y="111245"/>
                </a:lnTo>
                <a:lnTo>
                  <a:pt x="1439897" y="82368"/>
                </a:lnTo>
                <a:lnTo>
                  <a:pt x="1398484" y="69196"/>
                </a:lnTo>
                <a:lnTo>
                  <a:pt x="1352740" y="56959"/>
                </a:lnTo>
                <a:lnTo>
                  <a:pt x="1302946" y="45724"/>
                </a:lnTo>
                <a:lnTo>
                  <a:pt x="1249383" y="35558"/>
                </a:lnTo>
                <a:lnTo>
                  <a:pt x="1192332" y="26528"/>
                </a:lnTo>
                <a:lnTo>
                  <a:pt x="1132073" y="18703"/>
                </a:lnTo>
                <a:lnTo>
                  <a:pt x="1068886" y="12150"/>
                </a:lnTo>
                <a:lnTo>
                  <a:pt x="1003053" y="6935"/>
                </a:lnTo>
                <a:lnTo>
                  <a:pt x="934853" y="3127"/>
                </a:lnTo>
                <a:lnTo>
                  <a:pt x="864569" y="793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405627" y="3425443"/>
            <a:ext cx="591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Sigla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11773" y="2588766"/>
            <a:ext cx="821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AULA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263702" y="1936813"/>
            <a:ext cx="4222115" cy="3502660"/>
            <a:chOff x="5384101" y="1936813"/>
            <a:chExt cx="4222115" cy="3502660"/>
          </a:xfrm>
        </p:grpSpPr>
        <p:sp>
          <p:nvSpPr>
            <p:cNvPr id="20" name="object 20"/>
            <p:cNvSpPr/>
            <p:nvPr/>
          </p:nvSpPr>
          <p:spPr>
            <a:xfrm>
              <a:off x="5388863" y="1941575"/>
              <a:ext cx="4212590" cy="3493135"/>
            </a:xfrm>
            <a:custGeom>
              <a:avLst/>
              <a:gdLst/>
              <a:ahLst/>
              <a:cxnLst/>
              <a:rect l="l" t="t" r="r" b="b"/>
              <a:pathLst>
                <a:path w="4212590" h="3493135">
                  <a:moveTo>
                    <a:pt x="380999" y="1161287"/>
                  </a:moveTo>
                  <a:lnTo>
                    <a:pt x="335461" y="1169541"/>
                  </a:lnTo>
                  <a:lnTo>
                    <a:pt x="291754" y="1182997"/>
                  </a:lnTo>
                  <a:lnTo>
                    <a:pt x="250128" y="1201351"/>
                  </a:lnTo>
                  <a:lnTo>
                    <a:pt x="210827" y="1224300"/>
                  </a:lnTo>
                  <a:lnTo>
                    <a:pt x="174099" y="1251542"/>
                  </a:lnTo>
                  <a:lnTo>
                    <a:pt x="140190" y="1282772"/>
                  </a:lnTo>
                  <a:lnTo>
                    <a:pt x="109346" y="1317688"/>
                  </a:lnTo>
                  <a:lnTo>
                    <a:pt x="81816" y="1355986"/>
                  </a:lnTo>
                  <a:lnTo>
                    <a:pt x="57844" y="1397364"/>
                  </a:lnTo>
                  <a:lnTo>
                    <a:pt x="37677" y="1441517"/>
                  </a:lnTo>
                  <a:lnTo>
                    <a:pt x="21563" y="1488143"/>
                  </a:lnTo>
                  <a:lnTo>
                    <a:pt x="9748" y="1536938"/>
                  </a:lnTo>
                  <a:lnTo>
                    <a:pt x="2478" y="1587599"/>
                  </a:lnTo>
                  <a:lnTo>
                    <a:pt x="0" y="1639823"/>
                  </a:lnTo>
                  <a:lnTo>
                    <a:pt x="2391" y="1690603"/>
                  </a:lnTo>
                  <a:lnTo>
                    <a:pt x="9436" y="1740286"/>
                  </a:lnTo>
                  <a:lnTo>
                    <a:pt x="20944" y="1788505"/>
                  </a:lnTo>
                  <a:lnTo>
                    <a:pt x="36722" y="1834895"/>
                  </a:lnTo>
                  <a:lnTo>
                    <a:pt x="56578" y="1879091"/>
                  </a:lnTo>
                  <a:lnTo>
                    <a:pt x="80320" y="1920727"/>
                  </a:lnTo>
                  <a:lnTo>
                    <a:pt x="107757" y="1959437"/>
                  </a:lnTo>
                  <a:lnTo>
                    <a:pt x="138696" y="1994854"/>
                  </a:lnTo>
                  <a:lnTo>
                    <a:pt x="172945" y="2026615"/>
                  </a:lnTo>
                  <a:lnTo>
                    <a:pt x="210311" y="2054351"/>
                  </a:lnTo>
                  <a:lnTo>
                    <a:pt x="177899" y="2089359"/>
                  </a:lnTo>
                  <a:lnTo>
                    <a:pt x="152613" y="2132031"/>
                  </a:lnTo>
                  <a:lnTo>
                    <a:pt x="131566" y="2177342"/>
                  </a:lnTo>
                  <a:lnTo>
                    <a:pt x="114917" y="2224840"/>
                  </a:lnTo>
                  <a:lnTo>
                    <a:pt x="102827" y="2274070"/>
                  </a:lnTo>
                  <a:lnTo>
                    <a:pt x="95456" y="2324579"/>
                  </a:lnTo>
                  <a:lnTo>
                    <a:pt x="92963" y="2375915"/>
                  </a:lnTo>
                  <a:lnTo>
                    <a:pt x="95460" y="2428212"/>
                  </a:lnTo>
                  <a:lnTo>
                    <a:pt x="102777" y="2478839"/>
                  </a:lnTo>
                  <a:lnTo>
                    <a:pt x="114653" y="2527511"/>
                  </a:lnTo>
                  <a:lnTo>
                    <a:pt x="130829" y="2573939"/>
                  </a:lnTo>
                  <a:lnTo>
                    <a:pt x="151045" y="2617836"/>
                  </a:lnTo>
                  <a:lnTo>
                    <a:pt x="175040" y="2658916"/>
                  </a:lnTo>
                  <a:lnTo>
                    <a:pt x="202555" y="2696891"/>
                  </a:lnTo>
                  <a:lnTo>
                    <a:pt x="233329" y="2731474"/>
                  </a:lnTo>
                  <a:lnTo>
                    <a:pt x="267102" y="2762377"/>
                  </a:lnTo>
                  <a:lnTo>
                    <a:pt x="303614" y="2789315"/>
                  </a:lnTo>
                  <a:lnTo>
                    <a:pt x="342606" y="2811998"/>
                  </a:lnTo>
                  <a:lnTo>
                    <a:pt x="383816" y="2830141"/>
                  </a:lnTo>
                  <a:lnTo>
                    <a:pt x="426985" y="2843455"/>
                  </a:lnTo>
                  <a:lnTo>
                    <a:pt x="471853" y="2851655"/>
                  </a:lnTo>
                  <a:lnTo>
                    <a:pt x="518159" y="2854451"/>
                  </a:lnTo>
                  <a:lnTo>
                    <a:pt x="530732" y="2854404"/>
                  </a:lnTo>
                  <a:lnTo>
                    <a:pt x="543305" y="2854070"/>
                  </a:lnTo>
                  <a:lnTo>
                    <a:pt x="555878" y="2853166"/>
                  </a:lnTo>
                  <a:lnTo>
                    <a:pt x="568451" y="2851403"/>
                  </a:lnTo>
                  <a:lnTo>
                    <a:pt x="565403" y="2854451"/>
                  </a:lnTo>
                  <a:lnTo>
                    <a:pt x="590253" y="2900190"/>
                  </a:lnTo>
                  <a:lnTo>
                    <a:pt x="617390" y="2943762"/>
                  </a:lnTo>
                  <a:lnTo>
                    <a:pt x="646697" y="2985090"/>
                  </a:lnTo>
                  <a:lnTo>
                    <a:pt x="678057" y="3024095"/>
                  </a:lnTo>
                  <a:lnTo>
                    <a:pt x="711353" y="3060699"/>
                  </a:lnTo>
                  <a:lnTo>
                    <a:pt x="746467" y="3094823"/>
                  </a:lnTo>
                  <a:lnTo>
                    <a:pt x="783282" y="3126391"/>
                  </a:lnTo>
                  <a:lnTo>
                    <a:pt x="821681" y="3155323"/>
                  </a:lnTo>
                  <a:lnTo>
                    <a:pt x="861547" y="3181542"/>
                  </a:lnTo>
                  <a:lnTo>
                    <a:pt x="902762" y="3204968"/>
                  </a:lnTo>
                  <a:lnTo>
                    <a:pt x="945209" y="3225525"/>
                  </a:lnTo>
                  <a:lnTo>
                    <a:pt x="988771" y="3243134"/>
                  </a:lnTo>
                  <a:lnTo>
                    <a:pt x="1033330" y="3257716"/>
                  </a:lnTo>
                  <a:lnTo>
                    <a:pt x="1078770" y="3269194"/>
                  </a:lnTo>
                  <a:lnTo>
                    <a:pt x="1124973" y="3277489"/>
                  </a:lnTo>
                  <a:lnTo>
                    <a:pt x="1171822" y="3282524"/>
                  </a:lnTo>
                  <a:lnTo>
                    <a:pt x="1219199" y="3284219"/>
                  </a:lnTo>
                  <a:lnTo>
                    <a:pt x="1269962" y="3282231"/>
                  </a:lnTo>
                  <a:lnTo>
                    <a:pt x="1320403" y="3276314"/>
                  </a:lnTo>
                  <a:lnTo>
                    <a:pt x="1370343" y="3266539"/>
                  </a:lnTo>
                  <a:lnTo>
                    <a:pt x="1419605" y="3252977"/>
                  </a:lnTo>
                  <a:lnTo>
                    <a:pt x="1468010" y="3235701"/>
                  </a:lnTo>
                  <a:lnTo>
                    <a:pt x="1515379" y="3214782"/>
                  </a:lnTo>
                  <a:lnTo>
                    <a:pt x="1561534" y="3190291"/>
                  </a:lnTo>
                  <a:lnTo>
                    <a:pt x="1606295" y="3162299"/>
                  </a:lnTo>
                  <a:lnTo>
                    <a:pt x="1632155" y="3205416"/>
                  </a:lnTo>
                  <a:lnTo>
                    <a:pt x="1661950" y="3245879"/>
                  </a:lnTo>
                  <a:lnTo>
                    <a:pt x="1694005" y="3283604"/>
                  </a:lnTo>
                  <a:lnTo>
                    <a:pt x="1728167" y="3318503"/>
                  </a:lnTo>
                  <a:lnTo>
                    <a:pt x="1764280" y="3350489"/>
                  </a:lnTo>
                  <a:lnTo>
                    <a:pt x="1802194" y="3379476"/>
                  </a:lnTo>
                  <a:lnTo>
                    <a:pt x="1841753" y="3405377"/>
                  </a:lnTo>
                  <a:lnTo>
                    <a:pt x="1882806" y="3428106"/>
                  </a:lnTo>
                  <a:lnTo>
                    <a:pt x="1925198" y="3447576"/>
                  </a:lnTo>
                  <a:lnTo>
                    <a:pt x="1968776" y="3463700"/>
                  </a:lnTo>
                  <a:lnTo>
                    <a:pt x="2013388" y="3476392"/>
                  </a:lnTo>
                  <a:lnTo>
                    <a:pt x="2058879" y="3485565"/>
                  </a:lnTo>
                  <a:lnTo>
                    <a:pt x="2105097" y="3491132"/>
                  </a:lnTo>
                  <a:lnTo>
                    <a:pt x="2151887" y="3493007"/>
                  </a:lnTo>
                  <a:lnTo>
                    <a:pt x="2197537" y="3491239"/>
                  </a:lnTo>
                  <a:lnTo>
                    <a:pt x="2242484" y="3486000"/>
                  </a:lnTo>
                  <a:lnTo>
                    <a:pt x="2286608" y="3477392"/>
                  </a:lnTo>
                  <a:lnTo>
                    <a:pt x="2329790" y="3465516"/>
                  </a:lnTo>
                  <a:lnTo>
                    <a:pt x="2371909" y="3450475"/>
                  </a:lnTo>
                  <a:lnTo>
                    <a:pt x="2412845" y="3432368"/>
                  </a:lnTo>
                  <a:lnTo>
                    <a:pt x="2452480" y="3411298"/>
                  </a:lnTo>
                  <a:lnTo>
                    <a:pt x="2490691" y="3387366"/>
                  </a:lnTo>
                  <a:lnTo>
                    <a:pt x="2527361" y="3360673"/>
                  </a:lnTo>
                  <a:lnTo>
                    <a:pt x="2562368" y="3331320"/>
                  </a:lnTo>
                  <a:lnTo>
                    <a:pt x="2595592" y="3299409"/>
                  </a:lnTo>
                  <a:lnTo>
                    <a:pt x="2626914" y="3265041"/>
                  </a:lnTo>
                  <a:lnTo>
                    <a:pt x="2656214" y="3228317"/>
                  </a:lnTo>
                  <a:lnTo>
                    <a:pt x="2683371" y="3189339"/>
                  </a:lnTo>
                  <a:lnTo>
                    <a:pt x="2708266" y="3148208"/>
                  </a:lnTo>
                  <a:lnTo>
                    <a:pt x="2730779" y="3105025"/>
                  </a:lnTo>
                  <a:lnTo>
                    <a:pt x="2750789" y="3059892"/>
                  </a:lnTo>
                  <a:lnTo>
                    <a:pt x="2768178" y="3012909"/>
                  </a:lnTo>
                  <a:lnTo>
                    <a:pt x="2782823" y="2964179"/>
                  </a:lnTo>
                  <a:lnTo>
                    <a:pt x="2782823" y="2968751"/>
                  </a:lnTo>
                  <a:lnTo>
                    <a:pt x="2828868" y="2997559"/>
                  </a:lnTo>
                  <a:lnTo>
                    <a:pt x="2876860" y="3021414"/>
                  </a:lnTo>
                  <a:lnTo>
                    <a:pt x="2926460" y="3040189"/>
                  </a:lnTo>
                  <a:lnTo>
                    <a:pt x="2977331" y="3053757"/>
                  </a:lnTo>
                  <a:lnTo>
                    <a:pt x="3029133" y="3061991"/>
                  </a:lnTo>
                  <a:lnTo>
                    <a:pt x="3081527" y="3064763"/>
                  </a:lnTo>
                  <a:lnTo>
                    <a:pt x="3127486" y="3062676"/>
                  </a:lnTo>
                  <a:lnTo>
                    <a:pt x="3172452" y="3056520"/>
                  </a:lnTo>
                  <a:lnTo>
                    <a:pt x="3216280" y="3046458"/>
                  </a:lnTo>
                  <a:lnTo>
                    <a:pt x="3258823" y="3032650"/>
                  </a:lnTo>
                  <a:lnTo>
                    <a:pt x="3299936" y="3015257"/>
                  </a:lnTo>
                  <a:lnTo>
                    <a:pt x="3339471" y="2994442"/>
                  </a:lnTo>
                  <a:lnTo>
                    <a:pt x="3377282" y="2970364"/>
                  </a:lnTo>
                  <a:lnTo>
                    <a:pt x="3413223" y="2943185"/>
                  </a:lnTo>
                  <a:lnTo>
                    <a:pt x="3447148" y="2913066"/>
                  </a:lnTo>
                  <a:lnTo>
                    <a:pt x="3478910" y="2880169"/>
                  </a:lnTo>
                  <a:lnTo>
                    <a:pt x="3508364" y="2844654"/>
                  </a:lnTo>
                  <a:lnTo>
                    <a:pt x="3535362" y="2806683"/>
                  </a:lnTo>
                  <a:lnTo>
                    <a:pt x="3559759" y="2766417"/>
                  </a:lnTo>
                  <a:lnTo>
                    <a:pt x="3581409" y="2724017"/>
                  </a:lnTo>
                  <a:lnTo>
                    <a:pt x="3600164" y="2679644"/>
                  </a:lnTo>
                  <a:lnTo>
                    <a:pt x="3615878" y="2633459"/>
                  </a:lnTo>
                  <a:lnTo>
                    <a:pt x="3628406" y="2585624"/>
                  </a:lnTo>
                  <a:lnTo>
                    <a:pt x="3637601" y="2536300"/>
                  </a:lnTo>
                  <a:lnTo>
                    <a:pt x="3643317" y="2485647"/>
                  </a:lnTo>
                  <a:lnTo>
                    <a:pt x="3645407" y="2433827"/>
                  </a:lnTo>
                  <a:lnTo>
                    <a:pt x="3645407" y="2432303"/>
                  </a:lnTo>
                  <a:lnTo>
                    <a:pt x="3689148" y="2423434"/>
                  </a:lnTo>
                  <a:lnTo>
                    <a:pt x="3731777" y="2411447"/>
                  </a:lnTo>
                  <a:lnTo>
                    <a:pt x="3773207" y="2396459"/>
                  </a:lnTo>
                  <a:lnTo>
                    <a:pt x="3813345" y="2378582"/>
                  </a:lnTo>
                  <a:lnTo>
                    <a:pt x="3852103" y="2357932"/>
                  </a:lnTo>
                  <a:lnTo>
                    <a:pt x="3889389" y="2334622"/>
                  </a:lnTo>
                  <a:lnTo>
                    <a:pt x="3925115" y="2308767"/>
                  </a:lnTo>
                  <a:lnTo>
                    <a:pt x="3959189" y="2280481"/>
                  </a:lnTo>
                  <a:lnTo>
                    <a:pt x="3991521" y="2249877"/>
                  </a:lnTo>
                  <a:lnTo>
                    <a:pt x="4022022" y="2217071"/>
                  </a:lnTo>
                  <a:lnTo>
                    <a:pt x="4050601" y="2182177"/>
                  </a:lnTo>
                  <a:lnTo>
                    <a:pt x="4077168" y="2145308"/>
                  </a:lnTo>
                  <a:lnTo>
                    <a:pt x="4101632" y="2106580"/>
                  </a:lnTo>
                  <a:lnTo>
                    <a:pt x="4123904" y="2066105"/>
                  </a:lnTo>
                  <a:lnTo>
                    <a:pt x="4143894" y="2023999"/>
                  </a:lnTo>
                  <a:lnTo>
                    <a:pt x="4161511" y="1980375"/>
                  </a:lnTo>
                  <a:lnTo>
                    <a:pt x="4176665" y="1935348"/>
                  </a:lnTo>
                  <a:lnTo>
                    <a:pt x="4189266" y="1889032"/>
                  </a:lnTo>
                  <a:lnTo>
                    <a:pt x="4199224" y="1841542"/>
                  </a:lnTo>
                  <a:lnTo>
                    <a:pt x="4206448" y="1792991"/>
                  </a:lnTo>
                  <a:lnTo>
                    <a:pt x="4210848" y="1743493"/>
                  </a:lnTo>
                  <a:lnTo>
                    <a:pt x="4212335" y="1693163"/>
                  </a:lnTo>
                  <a:lnTo>
                    <a:pt x="4210882" y="1644360"/>
                  </a:lnTo>
                  <a:lnTo>
                    <a:pt x="4206556" y="1595896"/>
                  </a:lnTo>
                  <a:lnTo>
                    <a:pt x="4199415" y="1547925"/>
                  </a:lnTo>
                  <a:lnTo>
                    <a:pt x="4189512" y="1500603"/>
                  </a:lnTo>
                  <a:lnTo>
                    <a:pt x="4176902" y="1454086"/>
                  </a:lnTo>
                  <a:lnTo>
                    <a:pt x="4161641" y="1408529"/>
                  </a:lnTo>
                  <a:lnTo>
                    <a:pt x="4143783" y="1364088"/>
                  </a:lnTo>
                  <a:lnTo>
                    <a:pt x="4123383" y="1320917"/>
                  </a:lnTo>
                  <a:lnTo>
                    <a:pt x="4100495" y="1279173"/>
                  </a:lnTo>
                  <a:lnTo>
                    <a:pt x="4075175" y="1239011"/>
                  </a:lnTo>
                  <a:lnTo>
                    <a:pt x="4073651" y="1239011"/>
                  </a:lnTo>
                  <a:lnTo>
                    <a:pt x="4088623" y="1194438"/>
                  </a:lnTo>
                  <a:lnTo>
                    <a:pt x="4100523" y="1148693"/>
                  </a:lnTo>
                  <a:lnTo>
                    <a:pt x="4109203" y="1102071"/>
                  </a:lnTo>
                  <a:lnTo>
                    <a:pt x="4114519" y="1054864"/>
                  </a:lnTo>
                  <a:lnTo>
                    <a:pt x="4116323" y="1007363"/>
                  </a:lnTo>
                  <a:lnTo>
                    <a:pt x="4114256" y="954794"/>
                  </a:lnTo>
                  <a:lnTo>
                    <a:pt x="4108157" y="903314"/>
                  </a:lnTo>
                  <a:lnTo>
                    <a:pt x="4098182" y="853159"/>
                  </a:lnTo>
                  <a:lnTo>
                    <a:pt x="4084483" y="804564"/>
                  </a:lnTo>
                  <a:lnTo>
                    <a:pt x="4067217" y="757766"/>
                  </a:lnTo>
                  <a:lnTo>
                    <a:pt x="4046536" y="713000"/>
                  </a:lnTo>
                  <a:lnTo>
                    <a:pt x="4022597" y="670501"/>
                  </a:lnTo>
                  <a:lnTo>
                    <a:pt x="3995552" y="630506"/>
                  </a:lnTo>
                  <a:lnTo>
                    <a:pt x="3965557" y="593250"/>
                  </a:lnTo>
                  <a:lnTo>
                    <a:pt x="3932766" y="558969"/>
                  </a:lnTo>
                  <a:lnTo>
                    <a:pt x="3897333" y="527898"/>
                  </a:lnTo>
                  <a:lnTo>
                    <a:pt x="3859414" y="500274"/>
                  </a:lnTo>
                  <a:lnTo>
                    <a:pt x="3819161" y="476331"/>
                  </a:lnTo>
                  <a:lnTo>
                    <a:pt x="3776730" y="456307"/>
                  </a:lnTo>
                  <a:lnTo>
                    <a:pt x="3732275" y="440435"/>
                  </a:lnTo>
                  <a:lnTo>
                    <a:pt x="3733799" y="438911"/>
                  </a:lnTo>
                  <a:lnTo>
                    <a:pt x="3723818" y="388978"/>
                  </a:lnTo>
                  <a:lnTo>
                    <a:pt x="3709871" y="341118"/>
                  </a:lnTo>
                  <a:lnTo>
                    <a:pt x="3692176" y="295534"/>
                  </a:lnTo>
                  <a:lnTo>
                    <a:pt x="3670954" y="252428"/>
                  </a:lnTo>
                  <a:lnTo>
                    <a:pt x="3646423" y="212005"/>
                  </a:lnTo>
                  <a:lnTo>
                    <a:pt x="3618804" y="174467"/>
                  </a:lnTo>
                  <a:lnTo>
                    <a:pt x="3588316" y="140018"/>
                  </a:lnTo>
                  <a:lnTo>
                    <a:pt x="3555178" y="108861"/>
                  </a:lnTo>
                  <a:lnTo>
                    <a:pt x="3519610" y="81198"/>
                  </a:lnTo>
                  <a:lnTo>
                    <a:pt x="3481831" y="57234"/>
                  </a:lnTo>
                  <a:lnTo>
                    <a:pt x="3442061" y="37172"/>
                  </a:lnTo>
                  <a:lnTo>
                    <a:pt x="3400519" y="21214"/>
                  </a:lnTo>
                  <a:lnTo>
                    <a:pt x="3357424" y="9563"/>
                  </a:lnTo>
                  <a:lnTo>
                    <a:pt x="3312997" y="2424"/>
                  </a:lnTo>
                  <a:lnTo>
                    <a:pt x="3267455" y="0"/>
                  </a:lnTo>
                  <a:lnTo>
                    <a:pt x="3221554" y="2517"/>
                  </a:lnTo>
                  <a:lnTo>
                    <a:pt x="3176480" y="9976"/>
                  </a:lnTo>
                  <a:lnTo>
                    <a:pt x="3132497" y="22239"/>
                  </a:lnTo>
                  <a:lnTo>
                    <a:pt x="3089869" y="39168"/>
                  </a:lnTo>
                  <a:lnTo>
                    <a:pt x="3048859" y="60625"/>
                  </a:lnTo>
                  <a:lnTo>
                    <a:pt x="3009730" y="86472"/>
                  </a:lnTo>
                  <a:lnTo>
                    <a:pt x="2972746" y="116572"/>
                  </a:lnTo>
                  <a:lnTo>
                    <a:pt x="2938171" y="150786"/>
                  </a:lnTo>
                  <a:lnTo>
                    <a:pt x="2906267" y="188975"/>
                  </a:lnTo>
                  <a:lnTo>
                    <a:pt x="2875502" y="146726"/>
                  </a:lnTo>
                  <a:lnTo>
                    <a:pt x="2839497" y="109299"/>
                  </a:lnTo>
                  <a:lnTo>
                    <a:pt x="2800207" y="76944"/>
                  </a:lnTo>
                  <a:lnTo>
                    <a:pt x="2758058" y="49910"/>
                  </a:lnTo>
                  <a:lnTo>
                    <a:pt x="2713481" y="28449"/>
                  </a:lnTo>
                  <a:lnTo>
                    <a:pt x="2666904" y="12811"/>
                  </a:lnTo>
                  <a:lnTo>
                    <a:pt x="2618755" y="3244"/>
                  </a:lnTo>
                  <a:lnTo>
                    <a:pt x="2569463" y="0"/>
                  </a:lnTo>
                  <a:lnTo>
                    <a:pt x="2521474" y="3064"/>
                  </a:lnTo>
                  <a:lnTo>
                    <a:pt x="2474683" y="12082"/>
                  </a:lnTo>
                  <a:lnTo>
                    <a:pt x="2429464" y="26787"/>
                  </a:lnTo>
                  <a:lnTo>
                    <a:pt x="2386193" y="46914"/>
                  </a:lnTo>
                  <a:lnTo>
                    <a:pt x="2345245" y="72199"/>
                  </a:lnTo>
                  <a:lnTo>
                    <a:pt x="2306994" y="102376"/>
                  </a:lnTo>
                  <a:lnTo>
                    <a:pt x="2271816" y="137179"/>
                  </a:lnTo>
                  <a:lnTo>
                    <a:pt x="2240084" y="176345"/>
                  </a:lnTo>
                  <a:lnTo>
                    <a:pt x="2212175" y="219606"/>
                  </a:lnTo>
                  <a:lnTo>
                    <a:pt x="2188463" y="266699"/>
                  </a:lnTo>
                  <a:lnTo>
                    <a:pt x="2189987" y="274319"/>
                  </a:lnTo>
                  <a:lnTo>
                    <a:pt x="2151896" y="235984"/>
                  </a:lnTo>
                  <a:lnTo>
                    <a:pt x="2111001" y="202239"/>
                  </a:lnTo>
                  <a:lnTo>
                    <a:pt x="2067642" y="173244"/>
                  </a:lnTo>
                  <a:lnTo>
                    <a:pt x="2022157" y="149161"/>
                  </a:lnTo>
                  <a:lnTo>
                    <a:pt x="1974886" y="130150"/>
                  </a:lnTo>
                  <a:lnTo>
                    <a:pt x="1926169" y="116371"/>
                  </a:lnTo>
                  <a:lnTo>
                    <a:pt x="1876344" y="107986"/>
                  </a:lnTo>
                  <a:lnTo>
                    <a:pt x="1825751" y="105155"/>
                  </a:lnTo>
                  <a:lnTo>
                    <a:pt x="1778104" y="107636"/>
                  </a:lnTo>
                  <a:lnTo>
                    <a:pt x="1731334" y="114963"/>
                  </a:lnTo>
                  <a:lnTo>
                    <a:pt x="1685686" y="126968"/>
                  </a:lnTo>
                  <a:lnTo>
                    <a:pt x="1641404" y="143481"/>
                  </a:lnTo>
                  <a:lnTo>
                    <a:pt x="1598730" y="164334"/>
                  </a:lnTo>
                  <a:lnTo>
                    <a:pt x="1557908" y="189356"/>
                  </a:lnTo>
                  <a:lnTo>
                    <a:pt x="1519182" y="218380"/>
                  </a:lnTo>
                  <a:lnTo>
                    <a:pt x="1482795" y="251234"/>
                  </a:lnTo>
                  <a:lnTo>
                    <a:pt x="1448990" y="287750"/>
                  </a:lnTo>
                  <a:lnTo>
                    <a:pt x="1418011" y="327758"/>
                  </a:lnTo>
                  <a:lnTo>
                    <a:pt x="1390101" y="371090"/>
                  </a:lnTo>
                  <a:lnTo>
                    <a:pt x="1365503" y="417575"/>
                  </a:lnTo>
                  <a:lnTo>
                    <a:pt x="1363979" y="420623"/>
                  </a:lnTo>
                  <a:lnTo>
                    <a:pt x="1320063" y="393854"/>
                  </a:lnTo>
                  <a:lnTo>
                    <a:pt x="1274654" y="371056"/>
                  </a:lnTo>
                  <a:lnTo>
                    <a:pt x="1227939" y="352283"/>
                  </a:lnTo>
                  <a:lnTo>
                    <a:pt x="1180104" y="337590"/>
                  </a:lnTo>
                  <a:lnTo>
                    <a:pt x="1131336" y="327029"/>
                  </a:lnTo>
                  <a:lnTo>
                    <a:pt x="1081822" y="320653"/>
                  </a:lnTo>
                  <a:lnTo>
                    <a:pt x="1031747" y="318515"/>
                  </a:lnTo>
                  <a:lnTo>
                    <a:pt x="986599" y="320235"/>
                  </a:lnTo>
                  <a:lnTo>
                    <a:pt x="942279" y="325320"/>
                  </a:lnTo>
                  <a:lnTo>
                    <a:pt x="898883" y="333657"/>
                  </a:lnTo>
                  <a:lnTo>
                    <a:pt x="856509" y="345136"/>
                  </a:lnTo>
                  <a:lnTo>
                    <a:pt x="815254" y="359644"/>
                  </a:lnTo>
                  <a:lnTo>
                    <a:pt x="775215" y="377070"/>
                  </a:lnTo>
                  <a:lnTo>
                    <a:pt x="736491" y="397302"/>
                  </a:lnTo>
                  <a:lnTo>
                    <a:pt x="699177" y="420228"/>
                  </a:lnTo>
                  <a:lnTo>
                    <a:pt x="663371" y="445737"/>
                  </a:lnTo>
                  <a:lnTo>
                    <a:pt x="629171" y="473716"/>
                  </a:lnTo>
                  <a:lnTo>
                    <a:pt x="596673" y="504053"/>
                  </a:lnTo>
                  <a:lnTo>
                    <a:pt x="565975" y="536638"/>
                  </a:lnTo>
                  <a:lnTo>
                    <a:pt x="537174" y="571358"/>
                  </a:lnTo>
                  <a:lnTo>
                    <a:pt x="510368" y="608101"/>
                  </a:lnTo>
                  <a:lnTo>
                    <a:pt x="485652" y="646756"/>
                  </a:lnTo>
                  <a:lnTo>
                    <a:pt x="463126" y="687211"/>
                  </a:lnTo>
                  <a:lnTo>
                    <a:pt x="442886" y="729353"/>
                  </a:lnTo>
                  <a:lnTo>
                    <a:pt x="425029" y="773072"/>
                  </a:lnTo>
                  <a:lnTo>
                    <a:pt x="409652" y="818256"/>
                  </a:lnTo>
                  <a:lnTo>
                    <a:pt x="396853" y="864792"/>
                  </a:lnTo>
                  <a:lnTo>
                    <a:pt x="386729" y="912569"/>
                  </a:lnTo>
                  <a:lnTo>
                    <a:pt x="379378" y="961475"/>
                  </a:lnTo>
                  <a:lnTo>
                    <a:pt x="374895" y="1011398"/>
                  </a:lnTo>
                  <a:lnTo>
                    <a:pt x="373379" y="1062227"/>
                  </a:lnTo>
                  <a:lnTo>
                    <a:pt x="373689" y="1087373"/>
                  </a:lnTo>
                  <a:lnTo>
                    <a:pt x="374713" y="1112519"/>
                  </a:lnTo>
                  <a:lnTo>
                    <a:pt x="376594" y="1137665"/>
                  </a:lnTo>
                  <a:lnTo>
                    <a:pt x="379475" y="1162811"/>
                  </a:lnTo>
                  <a:lnTo>
                    <a:pt x="380999" y="1161287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99175" y="2130551"/>
              <a:ext cx="3863340" cy="2973705"/>
            </a:xfrm>
            <a:custGeom>
              <a:avLst/>
              <a:gdLst/>
              <a:ahLst/>
              <a:cxnLst/>
              <a:rect l="l" t="t" r="r" b="b"/>
              <a:pathLst>
                <a:path w="3863340" h="2973704">
                  <a:moveTo>
                    <a:pt x="0" y="1865375"/>
                  </a:moveTo>
                  <a:lnTo>
                    <a:pt x="39599" y="1889162"/>
                  </a:lnTo>
                  <a:lnTo>
                    <a:pt x="81247" y="1907535"/>
                  </a:lnTo>
                  <a:lnTo>
                    <a:pt x="124431" y="1920569"/>
                  </a:lnTo>
                  <a:lnTo>
                    <a:pt x="168639" y="1928335"/>
                  </a:lnTo>
                  <a:lnTo>
                    <a:pt x="213359" y="1930907"/>
                  </a:lnTo>
                  <a:lnTo>
                    <a:pt x="221599" y="1930907"/>
                  </a:lnTo>
                  <a:lnTo>
                    <a:pt x="230123" y="1930907"/>
                  </a:lnTo>
                  <a:lnTo>
                    <a:pt x="238648" y="1930907"/>
                  </a:lnTo>
                  <a:lnTo>
                    <a:pt x="246887" y="1930907"/>
                  </a:lnTo>
                </a:path>
                <a:path w="3863340" h="2973704">
                  <a:moveTo>
                    <a:pt x="358139" y="2662427"/>
                  </a:moveTo>
                  <a:lnTo>
                    <a:pt x="385524" y="2657879"/>
                  </a:lnTo>
                  <a:lnTo>
                    <a:pt x="412622" y="2651188"/>
                  </a:lnTo>
                  <a:lnTo>
                    <a:pt x="439150" y="2642496"/>
                  </a:lnTo>
                  <a:lnTo>
                    <a:pt x="464819" y="2631947"/>
                  </a:lnTo>
                </a:path>
                <a:path w="3863340" h="2973704">
                  <a:moveTo>
                    <a:pt x="1330451" y="2833115"/>
                  </a:moveTo>
                  <a:lnTo>
                    <a:pt x="1343882" y="2869382"/>
                  </a:lnTo>
                  <a:lnTo>
                    <a:pt x="1359026" y="2904934"/>
                  </a:lnTo>
                  <a:lnTo>
                    <a:pt x="1375886" y="2939629"/>
                  </a:lnTo>
                  <a:lnTo>
                    <a:pt x="1394459" y="2973323"/>
                  </a:lnTo>
                </a:path>
                <a:path w="3863340" h="2973704">
                  <a:moveTo>
                    <a:pt x="2572511" y="2775203"/>
                  </a:moveTo>
                  <a:lnTo>
                    <a:pt x="2581703" y="2737223"/>
                  </a:lnTo>
                  <a:lnTo>
                    <a:pt x="2588894" y="2698813"/>
                  </a:lnTo>
                  <a:lnTo>
                    <a:pt x="2594371" y="2660118"/>
                  </a:lnTo>
                  <a:lnTo>
                    <a:pt x="2598419" y="2621279"/>
                  </a:lnTo>
                </a:path>
                <a:path w="3863340" h="2973704">
                  <a:moveTo>
                    <a:pt x="3435095" y="2244851"/>
                  </a:moveTo>
                  <a:lnTo>
                    <a:pt x="3435095" y="2243327"/>
                  </a:lnTo>
                  <a:lnTo>
                    <a:pt x="3435095" y="2241803"/>
                  </a:lnTo>
                  <a:lnTo>
                    <a:pt x="3435095" y="2238755"/>
                  </a:lnTo>
                  <a:lnTo>
                    <a:pt x="3433225" y="2187169"/>
                  </a:lnTo>
                  <a:lnTo>
                    <a:pt x="3427693" y="2136399"/>
                  </a:lnTo>
                  <a:lnTo>
                    <a:pt x="3418615" y="2086655"/>
                  </a:lnTo>
                  <a:lnTo>
                    <a:pt x="3406108" y="2038147"/>
                  </a:lnTo>
                  <a:lnTo>
                    <a:pt x="3390289" y="1991086"/>
                  </a:lnTo>
                  <a:lnTo>
                    <a:pt x="3371274" y="1945681"/>
                  </a:lnTo>
                  <a:lnTo>
                    <a:pt x="3349180" y="1902142"/>
                  </a:lnTo>
                  <a:lnTo>
                    <a:pt x="3324123" y="1860679"/>
                  </a:lnTo>
                  <a:lnTo>
                    <a:pt x="3296221" y="1821502"/>
                  </a:lnTo>
                  <a:lnTo>
                    <a:pt x="3265589" y="1784821"/>
                  </a:lnTo>
                  <a:lnTo>
                    <a:pt x="3232345" y="1750846"/>
                  </a:lnTo>
                  <a:lnTo>
                    <a:pt x="3196605" y="1719787"/>
                  </a:lnTo>
                  <a:lnTo>
                    <a:pt x="3158486" y="1691853"/>
                  </a:lnTo>
                  <a:lnTo>
                    <a:pt x="3118103" y="1667255"/>
                  </a:lnTo>
                </a:path>
                <a:path w="3863340" h="2973704">
                  <a:moveTo>
                    <a:pt x="3721607" y="1266443"/>
                  </a:moveTo>
                  <a:lnTo>
                    <a:pt x="3757269" y="1229160"/>
                  </a:lnTo>
                  <a:lnTo>
                    <a:pt x="3789273" y="1188732"/>
                  </a:lnTo>
                  <a:lnTo>
                    <a:pt x="3817619" y="1145304"/>
                  </a:lnTo>
                  <a:lnTo>
                    <a:pt x="3842308" y="1099023"/>
                  </a:lnTo>
                  <a:lnTo>
                    <a:pt x="3863339" y="1050035"/>
                  </a:lnTo>
                </a:path>
                <a:path w="3863340" h="2973704">
                  <a:moveTo>
                    <a:pt x="3531107" y="352043"/>
                  </a:moveTo>
                  <a:lnTo>
                    <a:pt x="3531107" y="348995"/>
                  </a:lnTo>
                  <a:lnTo>
                    <a:pt x="3531107" y="347471"/>
                  </a:lnTo>
                  <a:lnTo>
                    <a:pt x="3531107" y="344423"/>
                  </a:lnTo>
                  <a:lnTo>
                    <a:pt x="3530774" y="320444"/>
                  </a:lnTo>
                  <a:lnTo>
                    <a:pt x="3529583" y="296608"/>
                  </a:lnTo>
                  <a:lnTo>
                    <a:pt x="3527250" y="273057"/>
                  </a:lnTo>
                  <a:lnTo>
                    <a:pt x="3523487" y="249935"/>
                  </a:lnTo>
                </a:path>
                <a:path w="3863340" h="2973704">
                  <a:moveTo>
                    <a:pt x="2695955" y="0"/>
                  </a:moveTo>
                  <a:lnTo>
                    <a:pt x="2675120" y="29670"/>
                  </a:lnTo>
                  <a:lnTo>
                    <a:pt x="2656141" y="61340"/>
                  </a:lnTo>
                  <a:lnTo>
                    <a:pt x="2639163" y="94726"/>
                  </a:lnTo>
                  <a:lnTo>
                    <a:pt x="2624327" y="129539"/>
                  </a:lnTo>
                </a:path>
                <a:path w="3863340" h="2973704">
                  <a:moveTo>
                    <a:pt x="1978151" y="77723"/>
                  </a:moveTo>
                  <a:lnTo>
                    <a:pt x="1967317" y="104536"/>
                  </a:lnTo>
                  <a:lnTo>
                    <a:pt x="1957768" y="132206"/>
                  </a:lnTo>
                  <a:lnTo>
                    <a:pt x="1949648" y="160448"/>
                  </a:lnTo>
                  <a:lnTo>
                    <a:pt x="1943099" y="188975"/>
                  </a:lnTo>
                </a:path>
                <a:path w="3863340" h="2973704">
                  <a:moveTo>
                    <a:pt x="1281683" y="341375"/>
                  </a:moveTo>
                  <a:lnTo>
                    <a:pt x="1251608" y="310514"/>
                  </a:lnTo>
                  <a:lnTo>
                    <a:pt x="1220533" y="281939"/>
                  </a:lnTo>
                  <a:lnTo>
                    <a:pt x="1188029" y="255650"/>
                  </a:lnTo>
                  <a:lnTo>
                    <a:pt x="1153667" y="231647"/>
                  </a:lnTo>
                </a:path>
                <a:path w="3863340" h="2973704">
                  <a:moveTo>
                    <a:pt x="169163" y="973835"/>
                  </a:moveTo>
                  <a:lnTo>
                    <a:pt x="173140" y="1002410"/>
                  </a:lnTo>
                  <a:lnTo>
                    <a:pt x="178117" y="1030985"/>
                  </a:lnTo>
                  <a:lnTo>
                    <a:pt x="183951" y="1059560"/>
                  </a:lnTo>
                  <a:lnTo>
                    <a:pt x="190499" y="1088135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908174" y="2488183"/>
            <a:ext cx="18694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185" dirty="0">
                <a:solidFill>
                  <a:srgbClr val="FF0000"/>
                </a:solidFill>
                <a:latin typeface="Tahoma"/>
                <a:cs typeface="Tahoma"/>
              </a:rPr>
              <a:t>AULA</a:t>
            </a:r>
            <a:r>
              <a:rPr sz="24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150" dirty="0">
                <a:solidFill>
                  <a:srgbClr val="FF0000"/>
                </a:solidFill>
                <a:latin typeface="Tahoma"/>
                <a:cs typeface="Tahoma"/>
              </a:rPr>
              <a:t>é</a:t>
            </a:r>
            <a:r>
              <a:rPr sz="24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170" dirty="0">
                <a:solidFill>
                  <a:srgbClr val="FF0000"/>
                </a:solidFill>
                <a:latin typeface="Tahoma"/>
                <a:cs typeface="Tahoma"/>
              </a:rPr>
              <a:t>uma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08033" y="2836610"/>
            <a:ext cx="2633980" cy="18688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990"/>
              </a:lnSpc>
              <a:spcBef>
                <a:spcPts val="135"/>
              </a:spcBef>
            </a:pPr>
            <a:r>
              <a:rPr sz="2500" i="1" spc="-10" dirty="0">
                <a:solidFill>
                  <a:srgbClr val="FF0000"/>
                </a:solidFill>
                <a:latin typeface="Verdana"/>
                <a:cs typeface="Verdana"/>
              </a:rPr>
              <a:t>Agregação</a:t>
            </a:r>
            <a:endParaRPr sz="2500">
              <a:latin typeface="Verdana"/>
              <a:cs typeface="Verdana"/>
            </a:endParaRPr>
          </a:p>
          <a:p>
            <a:pPr marL="12700" marR="5080">
              <a:lnSpc>
                <a:spcPts val="2870"/>
              </a:lnSpc>
              <a:spcBef>
                <a:spcPts val="95"/>
              </a:spcBef>
            </a:pPr>
            <a:r>
              <a:rPr sz="2400" spc="165" dirty="0">
                <a:solidFill>
                  <a:srgbClr val="FF0000"/>
                </a:solidFill>
                <a:latin typeface="Tahoma"/>
                <a:cs typeface="Tahoma"/>
              </a:rPr>
              <a:t>dos</a:t>
            </a:r>
            <a:r>
              <a:rPr sz="24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175" dirty="0">
                <a:solidFill>
                  <a:srgbClr val="FF0000"/>
                </a:solidFill>
                <a:latin typeface="Tahoma"/>
                <a:cs typeface="Tahoma"/>
              </a:rPr>
              <a:t>conjuntos</a:t>
            </a:r>
            <a:r>
              <a:rPr sz="24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140" dirty="0">
                <a:solidFill>
                  <a:srgbClr val="FF0000"/>
                </a:solidFill>
                <a:latin typeface="Tahoma"/>
                <a:cs typeface="Tahoma"/>
              </a:rPr>
              <a:t>de </a:t>
            </a:r>
            <a:r>
              <a:rPr sz="2400" spc="155" dirty="0">
                <a:solidFill>
                  <a:srgbClr val="FF0000"/>
                </a:solidFill>
                <a:latin typeface="Tahoma"/>
                <a:cs typeface="Tahoma"/>
              </a:rPr>
              <a:t>entidades</a:t>
            </a:r>
            <a:endParaRPr sz="2400">
              <a:latin typeface="Tahoma"/>
              <a:cs typeface="Tahoma"/>
            </a:endParaRPr>
          </a:p>
          <a:p>
            <a:pPr marL="12700" marR="891540">
              <a:lnSpc>
                <a:spcPts val="2870"/>
              </a:lnSpc>
              <a:spcBef>
                <a:spcPts val="5"/>
              </a:spcBef>
            </a:pPr>
            <a:r>
              <a:rPr sz="2400" spc="165" dirty="0">
                <a:solidFill>
                  <a:srgbClr val="FF0000"/>
                </a:solidFill>
                <a:latin typeface="Tahoma"/>
                <a:cs typeface="Tahoma"/>
              </a:rPr>
              <a:t>Professor</a:t>
            </a:r>
            <a:r>
              <a:rPr sz="24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100" dirty="0">
                <a:solidFill>
                  <a:srgbClr val="FF0000"/>
                </a:solidFill>
                <a:latin typeface="Tahoma"/>
                <a:cs typeface="Tahoma"/>
              </a:rPr>
              <a:t>e </a:t>
            </a:r>
            <a:r>
              <a:rPr sz="2400" spc="140" dirty="0">
                <a:solidFill>
                  <a:srgbClr val="FF0000"/>
                </a:solidFill>
                <a:latin typeface="Tahoma"/>
                <a:cs typeface="Tahoma"/>
              </a:rPr>
              <a:t>Disciplina.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27262" y="6271705"/>
            <a:ext cx="3122295" cy="786113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199390">
              <a:lnSpc>
                <a:spcPts val="2880"/>
              </a:lnSpc>
              <a:spcBef>
                <a:spcPts val="330"/>
              </a:spcBef>
            </a:pPr>
            <a:r>
              <a:rPr sz="2500" i="1" spc="-260" dirty="0">
                <a:solidFill>
                  <a:srgbClr val="323299"/>
                </a:solidFill>
                <a:latin typeface="Verdana"/>
                <a:cs typeface="Verdana"/>
              </a:rPr>
              <a:t>Podemos</a:t>
            </a:r>
            <a:r>
              <a:rPr sz="2500" i="1" spc="-105" dirty="0">
                <a:solidFill>
                  <a:srgbClr val="323299"/>
                </a:solidFill>
                <a:latin typeface="Verdana"/>
                <a:cs typeface="Verdana"/>
              </a:rPr>
              <a:t> </a:t>
            </a:r>
            <a:r>
              <a:rPr sz="2500" i="1" spc="-114" dirty="0">
                <a:solidFill>
                  <a:srgbClr val="323299"/>
                </a:solidFill>
                <a:latin typeface="Verdana"/>
                <a:cs typeface="Verdana"/>
              </a:rPr>
              <a:t>encontrar </a:t>
            </a:r>
            <a:r>
              <a:rPr sz="2500" i="1" spc="-225" dirty="0">
                <a:solidFill>
                  <a:srgbClr val="323299"/>
                </a:solidFill>
                <a:latin typeface="Verdana"/>
                <a:cs typeface="Verdana"/>
              </a:rPr>
              <a:t>atributos</a:t>
            </a:r>
            <a:r>
              <a:rPr sz="2500" i="1" spc="-90" dirty="0">
                <a:solidFill>
                  <a:srgbClr val="323299"/>
                </a:solidFill>
                <a:latin typeface="Verdana"/>
                <a:cs typeface="Verdana"/>
              </a:rPr>
              <a:t> </a:t>
            </a:r>
            <a:r>
              <a:rPr sz="2500" i="1" spc="-260" dirty="0">
                <a:solidFill>
                  <a:srgbClr val="323299"/>
                </a:solidFill>
                <a:latin typeface="Verdana"/>
                <a:cs typeface="Verdana"/>
              </a:rPr>
              <a:t>da</a:t>
            </a:r>
            <a:r>
              <a:rPr sz="2500" i="1" spc="-85" dirty="0">
                <a:solidFill>
                  <a:srgbClr val="323299"/>
                </a:solidFill>
                <a:latin typeface="Verdana"/>
                <a:cs typeface="Verdana"/>
              </a:rPr>
              <a:t> </a:t>
            </a:r>
            <a:r>
              <a:rPr sz="2500" i="1" spc="-220" dirty="0">
                <a:solidFill>
                  <a:srgbClr val="323299"/>
                </a:solidFill>
                <a:latin typeface="Verdana"/>
                <a:cs typeface="Verdana"/>
              </a:rPr>
              <a:t>agregação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55178" y="5152134"/>
            <a:ext cx="563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solidFill>
                  <a:srgbClr val="323299"/>
                </a:solidFill>
                <a:uFill>
                  <a:solidFill>
                    <a:srgbClr val="323299"/>
                  </a:solidFill>
                </a:uFill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692391" y="5134355"/>
            <a:ext cx="1584960" cy="387350"/>
          </a:xfrm>
          <a:custGeom>
            <a:avLst/>
            <a:gdLst/>
            <a:ahLst/>
            <a:cxnLst/>
            <a:rect l="l" t="t" r="r" b="b"/>
            <a:pathLst>
              <a:path w="1584960" h="387350">
                <a:moveTo>
                  <a:pt x="792479" y="0"/>
                </a:moveTo>
                <a:lnTo>
                  <a:pt x="720390" y="792"/>
                </a:lnTo>
                <a:lnTo>
                  <a:pt x="650106" y="3125"/>
                </a:lnTo>
                <a:lnTo>
                  <a:pt x="581906" y="6928"/>
                </a:lnTo>
                <a:lnTo>
                  <a:pt x="516073" y="12133"/>
                </a:lnTo>
                <a:lnTo>
                  <a:pt x="452886" y="18671"/>
                </a:lnTo>
                <a:lnTo>
                  <a:pt x="392627" y="26472"/>
                </a:lnTo>
                <a:lnTo>
                  <a:pt x="335576" y="35468"/>
                </a:lnTo>
                <a:lnTo>
                  <a:pt x="282013" y="45590"/>
                </a:lnTo>
                <a:lnTo>
                  <a:pt x="232219" y="56768"/>
                </a:lnTo>
                <a:lnTo>
                  <a:pt x="186475" y="68935"/>
                </a:lnTo>
                <a:lnTo>
                  <a:pt x="145062" y="82020"/>
                </a:lnTo>
                <a:lnTo>
                  <a:pt x="108260" y="95955"/>
                </a:lnTo>
                <a:lnTo>
                  <a:pt x="49612" y="126098"/>
                </a:lnTo>
                <a:lnTo>
                  <a:pt x="12777" y="158813"/>
                </a:lnTo>
                <a:lnTo>
                  <a:pt x="0" y="193547"/>
                </a:lnTo>
                <a:lnTo>
                  <a:pt x="3241" y="211133"/>
                </a:lnTo>
                <a:lnTo>
                  <a:pt x="28328" y="244926"/>
                </a:lnTo>
                <a:lnTo>
                  <a:pt x="76350" y="276424"/>
                </a:lnTo>
                <a:lnTo>
                  <a:pt x="145062" y="305075"/>
                </a:lnTo>
                <a:lnTo>
                  <a:pt x="186475" y="318160"/>
                </a:lnTo>
                <a:lnTo>
                  <a:pt x="232219" y="330326"/>
                </a:lnTo>
                <a:lnTo>
                  <a:pt x="282013" y="341505"/>
                </a:lnTo>
                <a:lnTo>
                  <a:pt x="335576" y="351627"/>
                </a:lnTo>
                <a:lnTo>
                  <a:pt x="392627" y="360623"/>
                </a:lnTo>
                <a:lnTo>
                  <a:pt x="452886" y="368424"/>
                </a:lnTo>
                <a:lnTo>
                  <a:pt x="516073" y="374962"/>
                </a:lnTo>
                <a:lnTo>
                  <a:pt x="581906" y="380167"/>
                </a:lnTo>
                <a:lnTo>
                  <a:pt x="650106" y="383970"/>
                </a:lnTo>
                <a:lnTo>
                  <a:pt x="720390" y="386303"/>
                </a:lnTo>
                <a:lnTo>
                  <a:pt x="792479" y="387095"/>
                </a:lnTo>
                <a:lnTo>
                  <a:pt x="864569" y="386303"/>
                </a:lnTo>
                <a:lnTo>
                  <a:pt x="934853" y="383970"/>
                </a:lnTo>
                <a:lnTo>
                  <a:pt x="1003053" y="380167"/>
                </a:lnTo>
                <a:lnTo>
                  <a:pt x="1068886" y="374962"/>
                </a:lnTo>
                <a:lnTo>
                  <a:pt x="1132073" y="368424"/>
                </a:lnTo>
                <a:lnTo>
                  <a:pt x="1192332" y="360623"/>
                </a:lnTo>
                <a:lnTo>
                  <a:pt x="1249383" y="351627"/>
                </a:lnTo>
                <a:lnTo>
                  <a:pt x="1302946" y="341505"/>
                </a:lnTo>
                <a:lnTo>
                  <a:pt x="1352740" y="330326"/>
                </a:lnTo>
                <a:lnTo>
                  <a:pt x="1398484" y="318160"/>
                </a:lnTo>
                <a:lnTo>
                  <a:pt x="1439897" y="305075"/>
                </a:lnTo>
                <a:lnTo>
                  <a:pt x="1476699" y="291140"/>
                </a:lnTo>
                <a:lnTo>
                  <a:pt x="1535347" y="260997"/>
                </a:lnTo>
                <a:lnTo>
                  <a:pt x="1572182" y="228282"/>
                </a:lnTo>
                <a:lnTo>
                  <a:pt x="1584959" y="193547"/>
                </a:lnTo>
                <a:lnTo>
                  <a:pt x="1581718" y="175962"/>
                </a:lnTo>
                <a:lnTo>
                  <a:pt x="1556631" y="142169"/>
                </a:lnTo>
                <a:lnTo>
                  <a:pt x="1508609" y="110671"/>
                </a:lnTo>
                <a:lnTo>
                  <a:pt x="1439897" y="82020"/>
                </a:lnTo>
                <a:lnTo>
                  <a:pt x="1398484" y="68935"/>
                </a:lnTo>
                <a:lnTo>
                  <a:pt x="1352740" y="56768"/>
                </a:lnTo>
                <a:lnTo>
                  <a:pt x="1302946" y="45590"/>
                </a:lnTo>
                <a:lnTo>
                  <a:pt x="1249383" y="35468"/>
                </a:lnTo>
                <a:lnTo>
                  <a:pt x="1192332" y="26472"/>
                </a:lnTo>
                <a:lnTo>
                  <a:pt x="1132073" y="18671"/>
                </a:lnTo>
                <a:lnTo>
                  <a:pt x="1068886" y="12133"/>
                </a:lnTo>
                <a:lnTo>
                  <a:pt x="1003053" y="6928"/>
                </a:lnTo>
                <a:lnTo>
                  <a:pt x="934853" y="3125"/>
                </a:lnTo>
                <a:lnTo>
                  <a:pt x="864569" y="792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3232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692391" y="5743955"/>
            <a:ext cx="1584960" cy="387350"/>
          </a:xfrm>
          <a:custGeom>
            <a:avLst/>
            <a:gdLst/>
            <a:ahLst/>
            <a:cxnLst/>
            <a:rect l="l" t="t" r="r" b="b"/>
            <a:pathLst>
              <a:path w="1584960" h="387350">
                <a:moveTo>
                  <a:pt x="792479" y="0"/>
                </a:moveTo>
                <a:lnTo>
                  <a:pt x="720390" y="792"/>
                </a:lnTo>
                <a:lnTo>
                  <a:pt x="650106" y="3125"/>
                </a:lnTo>
                <a:lnTo>
                  <a:pt x="581906" y="6928"/>
                </a:lnTo>
                <a:lnTo>
                  <a:pt x="516073" y="12133"/>
                </a:lnTo>
                <a:lnTo>
                  <a:pt x="452886" y="18671"/>
                </a:lnTo>
                <a:lnTo>
                  <a:pt x="392627" y="26472"/>
                </a:lnTo>
                <a:lnTo>
                  <a:pt x="335576" y="35468"/>
                </a:lnTo>
                <a:lnTo>
                  <a:pt x="282013" y="45590"/>
                </a:lnTo>
                <a:lnTo>
                  <a:pt x="232219" y="56768"/>
                </a:lnTo>
                <a:lnTo>
                  <a:pt x="186475" y="68935"/>
                </a:lnTo>
                <a:lnTo>
                  <a:pt x="145062" y="82020"/>
                </a:lnTo>
                <a:lnTo>
                  <a:pt x="108260" y="95955"/>
                </a:lnTo>
                <a:lnTo>
                  <a:pt x="49612" y="126098"/>
                </a:lnTo>
                <a:lnTo>
                  <a:pt x="12777" y="158813"/>
                </a:lnTo>
                <a:lnTo>
                  <a:pt x="0" y="193547"/>
                </a:lnTo>
                <a:lnTo>
                  <a:pt x="3241" y="211133"/>
                </a:lnTo>
                <a:lnTo>
                  <a:pt x="28328" y="244926"/>
                </a:lnTo>
                <a:lnTo>
                  <a:pt x="76350" y="276424"/>
                </a:lnTo>
                <a:lnTo>
                  <a:pt x="145062" y="305075"/>
                </a:lnTo>
                <a:lnTo>
                  <a:pt x="186475" y="318160"/>
                </a:lnTo>
                <a:lnTo>
                  <a:pt x="232219" y="330326"/>
                </a:lnTo>
                <a:lnTo>
                  <a:pt x="282013" y="341505"/>
                </a:lnTo>
                <a:lnTo>
                  <a:pt x="335576" y="351627"/>
                </a:lnTo>
                <a:lnTo>
                  <a:pt x="392627" y="360623"/>
                </a:lnTo>
                <a:lnTo>
                  <a:pt x="452886" y="368424"/>
                </a:lnTo>
                <a:lnTo>
                  <a:pt x="516073" y="374962"/>
                </a:lnTo>
                <a:lnTo>
                  <a:pt x="581906" y="380167"/>
                </a:lnTo>
                <a:lnTo>
                  <a:pt x="650106" y="383970"/>
                </a:lnTo>
                <a:lnTo>
                  <a:pt x="720390" y="386303"/>
                </a:lnTo>
                <a:lnTo>
                  <a:pt x="792479" y="387095"/>
                </a:lnTo>
                <a:lnTo>
                  <a:pt x="864569" y="386303"/>
                </a:lnTo>
                <a:lnTo>
                  <a:pt x="934853" y="383970"/>
                </a:lnTo>
                <a:lnTo>
                  <a:pt x="1003053" y="380167"/>
                </a:lnTo>
                <a:lnTo>
                  <a:pt x="1068886" y="374962"/>
                </a:lnTo>
                <a:lnTo>
                  <a:pt x="1132073" y="368424"/>
                </a:lnTo>
                <a:lnTo>
                  <a:pt x="1192332" y="360623"/>
                </a:lnTo>
                <a:lnTo>
                  <a:pt x="1249383" y="351627"/>
                </a:lnTo>
                <a:lnTo>
                  <a:pt x="1302946" y="341505"/>
                </a:lnTo>
                <a:lnTo>
                  <a:pt x="1352740" y="330326"/>
                </a:lnTo>
                <a:lnTo>
                  <a:pt x="1398484" y="318160"/>
                </a:lnTo>
                <a:lnTo>
                  <a:pt x="1439897" y="305075"/>
                </a:lnTo>
                <a:lnTo>
                  <a:pt x="1476699" y="291140"/>
                </a:lnTo>
                <a:lnTo>
                  <a:pt x="1535347" y="260997"/>
                </a:lnTo>
                <a:lnTo>
                  <a:pt x="1572182" y="228282"/>
                </a:lnTo>
                <a:lnTo>
                  <a:pt x="1584959" y="193547"/>
                </a:lnTo>
                <a:lnTo>
                  <a:pt x="1581718" y="175962"/>
                </a:lnTo>
                <a:lnTo>
                  <a:pt x="1556631" y="142169"/>
                </a:lnTo>
                <a:lnTo>
                  <a:pt x="1508609" y="110671"/>
                </a:lnTo>
                <a:lnTo>
                  <a:pt x="1439897" y="82020"/>
                </a:lnTo>
                <a:lnTo>
                  <a:pt x="1398484" y="68935"/>
                </a:lnTo>
                <a:lnTo>
                  <a:pt x="1352740" y="56768"/>
                </a:lnTo>
                <a:lnTo>
                  <a:pt x="1302946" y="45590"/>
                </a:lnTo>
                <a:lnTo>
                  <a:pt x="1249383" y="35468"/>
                </a:lnTo>
                <a:lnTo>
                  <a:pt x="1192332" y="26472"/>
                </a:lnTo>
                <a:lnTo>
                  <a:pt x="1132073" y="18671"/>
                </a:lnTo>
                <a:lnTo>
                  <a:pt x="1068886" y="12133"/>
                </a:lnTo>
                <a:lnTo>
                  <a:pt x="1003053" y="6928"/>
                </a:lnTo>
                <a:lnTo>
                  <a:pt x="934853" y="3125"/>
                </a:lnTo>
                <a:lnTo>
                  <a:pt x="864569" y="792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3232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155178" y="5761734"/>
            <a:ext cx="5772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solidFill>
                  <a:srgbClr val="323299"/>
                </a:solidFill>
                <a:uFill>
                  <a:solidFill>
                    <a:srgbClr val="323299"/>
                  </a:solidFill>
                </a:uFill>
                <a:latin typeface="Arial MT"/>
                <a:cs typeface="Arial MT"/>
              </a:rPr>
              <a:t>Hora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4729479" y="6038088"/>
            <a:ext cx="1583690" cy="388620"/>
          </a:xfrm>
          <a:custGeom>
            <a:avLst/>
            <a:gdLst/>
            <a:ahLst/>
            <a:cxnLst/>
            <a:rect l="l" t="t" r="r" b="b"/>
            <a:pathLst>
              <a:path w="1583689" h="388620">
                <a:moveTo>
                  <a:pt x="792479" y="0"/>
                </a:moveTo>
                <a:lnTo>
                  <a:pt x="720164" y="793"/>
                </a:lnTo>
                <a:lnTo>
                  <a:pt x="649704" y="3127"/>
                </a:lnTo>
                <a:lnTo>
                  <a:pt x="581377" y="6935"/>
                </a:lnTo>
                <a:lnTo>
                  <a:pt x="515459" y="12150"/>
                </a:lnTo>
                <a:lnTo>
                  <a:pt x="452224" y="18703"/>
                </a:lnTo>
                <a:lnTo>
                  <a:pt x="391950" y="26528"/>
                </a:lnTo>
                <a:lnTo>
                  <a:pt x="334912" y="35558"/>
                </a:lnTo>
                <a:lnTo>
                  <a:pt x="281386" y="45724"/>
                </a:lnTo>
                <a:lnTo>
                  <a:pt x="231647" y="56959"/>
                </a:lnTo>
                <a:lnTo>
                  <a:pt x="185973" y="69196"/>
                </a:lnTo>
                <a:lnTo>
                  <a:pt x="144639" y="82368"/>
                </a:lnTo>
                <a:lnTo>
                  <a:pt x="107921" y="96407"/>
                </a:lnTo>
                <a:lnTo>
                  <a:pt x="49436" y="126816"/>
                </a:lnTo>
                <a:lnTo>
                  <a:pt x="12727" y="159884"/>
                </a:lnTo>
                <a:lnTo>
                  <a:pt x="0" y="195071"/>
                </a:lnTo>
                <a:lnTo>
                  <a:pt x="3227" y="212657"/>
                </a:lnTo>
                <a:lnTo>
                  <a:pt x="28222" y="246450"/>
                </a:lnTo>
                <a:lnTo>
                  <a:pt x="76095" y="277948"/>
                </a:lnTo>
                <a:lnTo>
                  <a:pt x="144639" y="306599"/>
                </a:lnTo>
                <a:lnTo>
                  <a:pt x="185973" y="319684"/>
                </a:lnTo>
                <a:lnTo>
                  <a:pt x="231647" y="331850"/>
                </a:lnTo>
                <a:lnTo>
                  <a:pt x="281386" y="343029"/>
                </a:lnTo>
                <a:lnTo>
                  <a:pt x="334912" y="353151"/>
                </a:lnTo>
                <a:lnTo>
                  <a:pt x="391950" y="362147"/>
                </a:lnTo>
                <a:lnTo>
                  <a:pt x="452224" y="369948"/>
                </a:lnTo>
                <a:lnTo>
                  <a:pt x="515459" y="376486"/>
                </a:lnTo>
                <a:lnTo>
                  <a:pt x="581377" y="381691"/>
                </a:lnTo>
                <a:lnTo>
                  <a:pt x="649704" y="385494"/>
                </a:lnTo>
                <a:lnTo>
                  <a:pt x="720164" y="387827"/>
                </a:lnTo>
                <a:lnTo>
                  <a:pt x="792479" y="388619"/>
                </a:lnTo>
                <a:lnTo>
                  <a:pt x="864555" y="387827"/>
                </a:lnTo>
                <a:lnTo>
                  <a:pt x="934801" y="385494"/>
                </a:lnTo>
                <a:lnTo>
                  <a:pt x="1002940" y="381691"/>
                </a:lnTo>
                <a:lnTo>
                  <a:pt x="1068694" y="376486"/>
                </a:lnTo>
                <a:lnTo>
                  <a:pt x="1131785" y="369948"/>
                </a:lnTo>
                <a:lnTo>
                  <a:pt x="1191937" y="362147"/>
                </a:lnTo>
                <a:lnTo>
                  <a:pt x="1248871" y="353151"/>
                </a:lnTo>
                <a:lnTo>
                  <a:pt x="1302311" y="343029"/>
                </a:lnTo>
                <a:lnTo>
                  <a:pt x="1351978" y="331850"/>
                </a:lnTo>
                <a:lnTo>
                  <a:pt x="1397595" y="319684"/>
                </a:lnTo>
                <a:lnTo>
                  <a:pt x="1438885" y="306599"/>
                </a:lnTo>
                <a:lnTo>
                  <a:pt x="1475570" y="292664"/>
                </a:lnTo>
                <a:lnTo>
                  <a:pt x="1534015" y="262521"/>
                </a:lnTo>
                <a:lnTo>
                  <a:pt x="1570710" y="229806"/>
                </a:lnTo>
                <a:lnTo>
                  <a:pt x="1583435" y="195071"/>
                </a:lnTo>
                <a:lnTo>
                  <a:pt x="1580208" y="177246"/>
                </a:lnTo>
                <a:lnTo>
                  <a:pt x="1555220" y="143051"/>
                </a:lnTo>
                <a:lnTo>
                  <a:pt x="1507373" y="111245"/>
                </a:lnTo>
                <a:lnTo>
                  <a:pt x="1438885" y="82368"/>
                </a:lnTo>
                <a:lnTo>
                  <a:pt x="1397595" y="69196"/>
                </a:lnTo>
                <a:lnTo>
                  <a:pt x="1351978" y="56959"/>
                </a:lnTo>
                <a:lnTo>
                  <a:pt x="1302311" y="45724"/>
                </a:lnTo>
                <a:lnTo>
                  <a:pt x="1248871" y="35558"/>
                </a:lnTo>
                <a:lnTo>
                  <a:pt x="1191937" y="26528"/>
                </a:lnTo>
                <a:lnTo>
                  <a:pt x="1131785" y="18703"/>
                </a:lnTo>
                <a:lnTo>
                  <a:pt x="1068694" y="12150"/>
                </a:lnTo>
                <a:lnTo>
                  <a:pt x="1002940" y="6935"/>
                </a:lnTo>
                <a:lnTo>
                  <a:pt x="934801" y="3127"/>
                </a:lnTo>
                <a:lnTo>
                  <a:pt x="864555" y="793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24118" y="4415027"/>
            <a:ext cx="1640205" cy="797560"/>
          </a:xfrm>
          <a:custGeom>
            <a:avLst/>
            <a:gdLst/>
            <a:ahLst/>
            <a:cxnLst/>
            <a:rect l="l" t="t" r="r" b="b"/>
            <a:pathLst>
              <a:path w="1640205" h="797560">
                <a:moveTo>
                  <a:pt x="816870" y="3047"/>
                </a:moveTo>
                <a:lnTo>
                  <a:pt x="0" y="388619"/>
                </a:lnTo>
                <a:lnTo>
                  <a:pt x="827538" y="797051"/>
                </a:lnTo>
                <a:lnTo>
                  <a:pt x="1639830" y="382523"/>
                </a:lnTo>
                <a:lnTo>
                  <a:pt x="80925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29479" y="3179063"/>
            <a:ext cx="1583690" cy="388620"/>
          </a:xfrm>
          <a:custGeom>
            <a:avLst/>
            <a:gdLst/>
            <a:ahLst/>
            <a:cxnLst/>
            <a:rect l="l" t="t" r="r" b="b"/>
            <a:pathLst>
              <a:path w="1583689" h="388620">
                <a:moveTo>
                  <a:pt x="792479" y="0"/>
                </a:moveTo>
                <a:lnTo>
                  <a:pt x="720164" y="793"/>
                </a:lnTo>
                <a:lnTo>
                  <a:pt x="649704" y="3127"/>
                </a:lnTo>
                <a:lnTo>
                  <a:pt x="581377" y="6935"/>
                </a:lnTo>
                <a:lnTo>
                  <a:pt x="515459" y="12150"/>
                </a:lnTo>
                <a:lnTo>
                  <a:pt x="452224" y="18703"/>
                </a:lnTo>
                <a:lnTo>
                  <a:pt x="391950" y="26528"/>
                </a:lnTo>
                <a:lnTo>
                  <a:pt x="334912" y="35558"/>
                </a:lnTo>
                <a:lnTo>
                  <a:pt x="281386" y="45724"/>
                </a:lnTo>
                <a:lnTo>
                  <a:pt x="231647" y="56959"/>
                </a:lnTo>
                <a:lnTo>
                  <a:pt x="185973" y="69196"/>
                </a:lnTo>
                <a:lnTo>
                  <a:pt x="144639" y="82368"/>
                </a:lnTo>
                <a:lnTo>
                  <a:pt x="107921" y="96407"/>
                </a:lnTo>
                <a:lnTo>
                  <a:pt x="49436" y="126816"/>
                </a:lnTo>
                <a:lnTo>
                  <a:pt x="12727" y="159884"/>
                </a:lnTo>
                <a:lnTo>
                  <a:pt x="0" y="195071"/>
                </a:lnTo>
                <a:lnTo>
                  <a:pt x="3227" y="212657"/>
                </a:lnTo>
                <a:lnTo>
                  <a:pt x="28222" y="246450"/>
                </a:lnTo>
                <a:lnTo>
                  <a:pt x="76095" y="277948"/>
                </a:lnTo>
                <a:lnTo>
                  <a:pt x="144639" y="306599"/>
                </a:lnTo>
                <a:lnTo>
                  <a:pt x="185973" y="319684"/>
                </a:lnTo>
                <a:lnTo>
                  <a:pt x="231647" y="331850"/>
                </a:lnTo>
                <a:lnTo>
                  <a:pt x="281386" y="343029"/>
                </a:lnTo>
                <a:lnTo>
                  <a:pt x="334912" y="353151"/>
                </a:lnTo>
                <a:lnTo>
                  <a:pt x="391950" y="362147"/>
                </a:lnTo>
                <a:lnTo>
                  <a:pt x="452224" y="369948"/>
                </a:lnTo>
                <a:lnTo>
                  <a:pt x="515459" y="376486"/>
                </a:lnTo>
                <a:lnTo>
                  <a:pt x="581377" y="381691"/>
                </a:lnTo>
                <a:lnTo>
                  <a:pt x="649704" y="385494"/>
                </a:lnTo>
                <a:lnTo>
                  <a:pt x="720164" y="387827"/>
                </a:lnTo>
                <a:lnTo>
                  <a:pt x="792479" y="388619"/>
                </a:lnTo>
                <a:lnTo>
                  <a:pt x="864555" y="387827"/>
                </a:lnTo>
                <a:lnTo>
                  <a:pt x="934801" y="385494"/>
                </a:lnTo>
                <a:lnTo>
                  <a:pt x="1002940" y="381691"/>
                </a:lnTo>
                <a:lnTo>
                  <a:pt x="1068694" y="376486"/>
                </a:lnTo>
                <a:lnTo>
                  <a:pt x="1131785" y="369948"/>
                </a:lnTo>
                <a:lnTo>
                  <a:pt x="1191937" y="362147"/>
                </a:lnTo>
                <a:lnTo>
                  <a:pt x="1248871" y="353151"/>
                </a:lnTo>
                <a:lnTo>
                  <a:pt x="1302311" y="343029"/>
                </a:lnTo>
                <a:lnTo>
                  <a:pt x="1351978" y="331850"/>
                </a:lnTo>
                <a:lnTo>
                  <a:pt x="1397595" y="319684"/>
                </a:lnTo>
                <a:lnTo>
                  <a:pt x="1438885" y="306599"/>
                </a:lnTo>
                <a:lnTo>
                  <a:pt x="1475570" y="292664"/>
                </a:lnTo>
                <a:lnTo>
                  <a:pt x="1534015" y="262521"/>
                </a:lnTo>
                <a:lnTo>
                  <a:pt x="1570710" y="229806"/>
                </a:lnTo>
                <a:lnTo>
                  <a:pt x="1583435" y="195071"/>
                </a:lnTo>
                <a:lnTo>
                  <a:pt x="1580208" y="177246"/>
                </a:lnTo>
                <a:lnTo>
                  <a:pt x="1555220" y="143051"/>
                </a:lnTo>
                <a:lnTo>
                  <a:pt x="1507373" y="111245"/>
                </a:lnTo>
                <a:lnTo>
                  <a:pt x="1438885" y="82368"/>
                </a:lnTo>
                <a:lnTo>
                  <a:pt x="1397595" y="69196"/>
                </a:lnTo>
                <a:lnTo>
                  <a:pt x="1351978" y="56959"/>
                </a:lnTo>
                <a:lnTo>
                  <a:pt x="1302311" y="45724"/>
                </a:lnTo>
                <a:lnTo>
                  <a:pt x="1248871" y="35558"/>
                </a:lnTo>
                <a:lnTo>
                  <a:pt x="1191937" y="26528"/>
                </a:lnTo>
                <a:lnTo>
                  <a:pt x="1131785" y="18703"/>
                </a:lnTo>
                <a:lnTo>
                  <a:pt x="1068694" y="12150"/>
                </a:lnTo>
                <a:lnTo>
                  <a:pt x="1002940" y="6935"/>
                </a:lnTo>
                <a:lnTo>
                  <a:pt x="934801" y="3127"/>
                </a:lnTo>
                <a:lnTo>
                  <a:pt x="864555" y="793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90743" y="3196843"/>
            <a:ext cx="591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Sigla</a:t>
            </a:r>
            <a:endParaRPr sz="200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774943" y="3022601"/>
          <a:ext cx="2171700" cy="34785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4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Disciplina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7018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045">
                <a:tc gridSpan="2"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2400" spc="-2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AULA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93040" marB="0">
                    <a:lnR w="571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39370" algn="ctr">
                        <a:lnSpc>
                          <a:spcPts val="2205"/>
                        </a:lnSpc>
                        <a:spcBef>
                          <a:spcPts val="253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21310" marB="0">
                    <a:lnL w="571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75">
                <a:tc gridSpan="4">
                  <a:txBody>
                    <a:bodyPr/>
                    <a:lstStyle/>
                    <a:p>
                      <a:pPr marL="516255">
                        <a:lnSpc>
                          <a:spcPct val="100000"/>
                        </a:lnSpc>
                        <a:spcBef>
                          <a:spcPts val="198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Ministra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5146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5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0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730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M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Professor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752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5232400" y="4419600"/>
            <a:ext cx="2969260" cy="797560"/>
          </a:xfrm>
          <a:custGeom>
            <a:avLst/>
            <a:gdLst/>
            <a:ahLst/>
            <a:cxnLst/>
            <a:rect l="l" t="t" r="r" b="b"/>
            <a:pathLst>
              <a:path w="2969260" h="797560">
                <a:moveTo>
                  <a:pt x="1479803" y="3047"/>
                </a:moveTo>
                <a:lnTo>
                  <a:pt x="0" y="388619"/>
                </a:lnTo>
                <a:lnTo>
                  <a:pt x="1498091" y="797051"/>
                </a:lnTo>
                <a:lnTo>
                  <a:pt x="2968751" y="382523"/>
                </a:lnTo>
                <a:lnTo>
                  <a:pt x="1466087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40906" y="4661406"/>
            <a:ext cx="1957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É-frequentada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94600" y="5867400"/>
            <a:ext cx="1681480" cy="544380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173355" rIns="0" bIns="0" rtlCol="0">
            <a:spAutoFit/>
          </a:bodyPr>
          <a:lstStyle/>
          <a:p>
            <a:pPr marL="514984">
              <a:spcBef>
                <a:spcPts val="1365"/>
              </a:spcBef>
            </a:pPr>
            <a:r>
              <a:rPr sz="2400" spc="-10" dirty="0">
                <a:latin typeface="Arial MT"/>
                <a:cs typeface="Arial MT"/>
              </a:rPr>
              <a:t>Aluno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301479" y="5981700"/>
            <a:ext cx="1583690" cy="387350"/>
          </a:xfrm>
          <a:custGeom>
            <a:avLst/>
            <a:gdLst/>
            <a:ahLst/>
            <a:cxnLst/>
            <a:rect l="l" t="t" r="r" b="b"/>
            <a:pathLst>
              <a:path w="1583690" h="387350">
                <a:moveTo>
                  <a:pt x="792479" y="0"/>
                </a:moveTo>
                <a:lnTo>
                  <a:pt x="720164" y="792"/>
                </a:lnTo>
                <a:lnTo>
                  <a:pt x="649704" y="3125"/>
                </a:lnTo>
                <a:lnTo>
                  <a:pt x="581377" y="6928"/>
                </a:lnTo>
                <a:lnTo>
                  <a:pt x="515459" y="12133"/>
                </a:lnTo>
                <a:lnTo>
                  <a:pt x="452224" y="18671"/>
                </a:lnTo>
                <a:lnTo>
                  <a:pt x="391950" y="26472"/>
                </a:lnTo>
                <a:lnTo>
                  <a:pt x="334912" y="35468"/>
                </a:lnTo>
                <a:lnTo>
                  <a:pt x="281386" y="45590"/>
                </a:lnTo>
                <a:lnTo>
                  <a:pt x="231647" y="56768"/>
                </a:lnTo>
                <a:lnTo>
                  <a:pt x="185973" y="68935"/>
                </a:lnTo>
                <a:lnTo>
                  <a:pt x="144639" y="82020"/>
                </a:lnTo>
                <a:lnTo>
                  <a:pt x="107921" y="95955"/>
                </a:lnTo>
                <a:lnTo>
                  <a:pt x="49436" y="126098"/>
                </a:lnTo>
                <a:lnTo>
                  <a:pt x="12727" y="158813"/>
                </a:lnTo>
                <a:lnTo>
                  <a:pt x="0" y="193547"/>
                </a:lnTo>
                <a:lnTo>
                  <a:pt x="3227" y="211133"/>
                </a:lnTo>
                <a:lnTo>
                  <a:pt x="28222" y="244926"/>
                </a:lnTo>
                <a:lnTo>
                  <a:pt x="76095" y="276424"/>
                </a:lnTo>
                <a:lnTo>
                  <a:pt x="144639" y="305075"/>
                </a:lnTo>
                <a:lnTo>
                  <a:pt x="185973" y="318160"/>
                </a:lnTo>
                <a:lnTo>
                  <a:pt x="231647" y="330326"/>
                </a:lnTo>
                <a:lnTo>
                  <a:pt x="281386" y="341505"/>
                </a:lnTo>
                <a:lnTo>
                  <a:pt x="334912" y="351627"/>
                </a:lnTo>
                <a:lnTo>
                  <a:pt x="391950" y="360623"/>
                </a:lnTo>
                <a:lnTo>
                  <a:pt x="452224" y="368424"/>
                </a:lnTo>
                <a:lnTo>
                  <a:pt x="515459" y="374962"/>
                </a:lnTo>
                <a:lnTo>
                  <a:pt x="581377" y="380167"/>
                </a:lnTo>
                <a:lnTo>
                  <a:pt x="649704" y="383970"/>
                </a:lnTo>
                <a:lnTo>
                  <a:pt x="720164" y="386303"/>
                </a:lnTo>
                <a:lnTo>
                  <a:pt x="792479" y="387095"/>
                </a:lnTo>
                <a:lnTo>
                  <a:pt x="864555" y="386303"/>
                </a:lnTo>
                <a:lnTo>
                  <a:pt x="934801" y="383970"/>
                </a:lnTo>
                <a:lnTo>
                  <a:pt x="1002940" y="380167"/>
                </a:lnTo>
                <a:lnTo>
                  <a:pt x="1068694" y="374962"/>
                </a:lnTo>
                <a:lnTo>
                  <a:pt x="1131785" y="368424"/>
                </a:lnTo>
                <a:lnTo>
                  <a:pt x="1191937" y="360623"/>
                </a:lnTo>
                <a:lnTo>
                  <a:pt x="1248871" y="351627"/>
                </a:lnTo>
                <a:lnTo>
                  <a:pt x="1302311" y="341505"/>
                </a:lnTo>
                <a:lnTo>
                  <a:pt x="1351978" y="330326"/>
                </a:lnTo>
                <a:lnTo>
                  <a:pt x="1397595" y="318160"/>
                </a:lnTo>
                <a:lnTo>
                  <a:pt x="1438885" y="305075"/>
                </a:lnTo>
                <a:lnTo>
                  <a:pt x="1475570" y="291140"/>
                </a:lnTo>
                <a:lnTo>
                  <a:pt x="1534015" y="260997"/>
                </a:lnTo>
                <a:lnTo>
                  <a:pt x="1570710" y="228282"/>
                </a:lnTo>
                <a:lnTo>
                  <a:pt x="1583435" y="193547"/>
                </a:lnTo>
                <a:lnTo>
                  <a:pt x="1580208" y="175962"/>
                </a:lnTo>
                <a:lnTo>
                  <a:pt x="1555220" y="142169"/>
                </a:lnTo>
                <a:lnTo>
                  <a:pt x="1507373" y="110671"/>
                </a:lnTo>
                <a:lnTo>
                  <a:pt x="1438885" y="82020"/>
                </a:lnTo>
                <a:lnTo>
                  <a:pt x="1397595" y="68935"/>
                </a:lnTo>
                <a:lnTo>
                  <a:pt x="1351978" y="56768"/>
                </a:lnTo>
                <a:lnTo>
                  <a:pt x="1302311" y="45590"/>
                </a:lnTo>
                <a:lnTo>
                  <a:pt x="1248871" y="35468"/>
                </a:lnTo>
                <a:lnTo>
                  <a:pt x="1191937" y="26472"/>
                </a:lnTo>
                <a:lnTo>
                  <a:pt x="1131785" y="18671"/>
                </a:lnTo>
                <a:lnTo>
                  <a:pt x="1068694" y="12133"/>
                </a:lnTo>
                <a:lnTo>
                  <a:pt x="1002940" y="6928"/>
                </a:lnTo>
                <a:lnTo>
                  <a:pt x="934801" y="3125"/>
                </a:lnTo>
                <a:lnTo>
                  <a:pt x="864555" y="792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177027" y="6042150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983029" y="1936813"/>
            <a:ext cx="3502660" cy="3930650"/>
            <a:chOff x="6103429" y="1936813"/>
            <a:chExt cx="3502660" cy="3930650"/>
          </a:xfrm>
        </p:grpSpPr>
        <p:sp>
          <p:nvSpPr>
            <p:cNvPr id="14" name="object 14"/>
            <p:cNvSpPr/>
            <p:nvPr/>
          </p:nvSpPr>
          <p:spPr>
            <a:xfrm>
              <a:off x="6857999" y="4800599"/>
              <a:ext cx="0" cy="1066800"/>
            </a:xfrm>
            <a:custGeom>
              <a:avLst/>
              <a:gdLst/>
              <a:ahLst/>
              <a:cxnLst/>
              <a:rect l="l" t="t" r="r" b="b"/>
              <a:pathLst>
                <a:path h="1066800">
                  <a:moveTo>
                    <a:pt x="0" y="0"/>
                  </a:moveTo>
                  <a:lnTo>
                    <a:pt x="0" y="106679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08191" y="1941575"/>
              <a:ext cx="3493135" cy="2897505"/>
            </a:xfrm>
            <a:custGeom>
              <a:avLst/>
              <a:gdLst/>
              <a:ahLst/>
              <a:cxnLst/>
              <a:rect l="l" t="t" r="r" b="b"/>
              <a:pathLst>
                <a:path w="3493134" h="2897504">
                  <a:moveTo>
                    <a:pt x="315467" y="963167"/>
                  </a:moveTo>
                  <a:lnTo>
                    <a:pt x="271803" y="971546"/>
                  </a:lnTo>
                  <a:lnTo>
                    <a:pt x="230187" y="985745"/>
                  </a:lnTo>
                  <a:lnTo>
                    <a:pt x="190952" y="1005363"/>
                  </a:lnTo>
                  <a:lnTo>
                    <a:pt x="154431" y="1029998"/>
                  </a:lnTo>
                  <a:lnTo>
                    <a:pt x="120959" y="1059247"/>
                  </a:lnTo>
                  <a:lnTo>
                    <a:pt x="90868" y="1092707"/>
                  </a:lnTo>
                  <a:lnTo>
                    <a:pt x="64492" y="1129978"/>
                  </a:lnTo>
                  <a:lnTo>
                    <a:pt x="42163" y="1170657"/>
                  </a:lnTo>
                  <a:lnTo>
                    <a:pt x="24217" y="1214342"/>
                  </a:lnTo>
                  <a:lnTo>
                    <a:pt x="10985" y="1260630"/>
                  </a:lnTo>
                  <a:lnTo>
                    <a:pt x="2801" y="1309119"/>
                  </a:lnTo>
                  <a:lnTo>
                    <a:pt x="0" y="1359407"/>
                  </a:lnTo>
                  <a:lnTo>
                    <a:pt x="3089" y="1411962"/>
                  </a:lnTo>
                  <a:lnTo>
                    <a:pt x="12144" y="1462944"/>
                  </a:lnTo>
                  <a:lnTo>
                    <a:pt x="26842" y="1511784"/>
                  </a:lnTo>
                  <a:lnTo>
                    <a:pt x="46862" y="1557908"/>
                  </a:lnTo>
                  <a:lnTo>
                    <a:pt x="71883" y="1600747"/>
                  </a:lnTo>
                  <a:lnTo>
                    <a:pt x="101584" y="1639728"/>
                  </a:lnTo>
                  <a:lnTo>
                    <a:pt x="135641" y="1674280"/>
                  </a:lnTo>
                  <a:lnTo>
                    <a:pt x="173735" y="1703831"/>
                  </a:lnTo>
                  <a:lnTo>
                    <a:pt x="144046" y="1737769"/>
                  </a:lnTo>
                  <a:lnTo>
                    <a:pt x="120621" y="1779749"/>
                  </a:lnTo>
                  <a:lnTo>
                    <a:pt x="102107" y="1824608"/>
                  </a:lnTo>
                  <a:lnTo>
                    <a:pt x="88674" y="1871754"/>
                  </a:lnTo>
                  <a:lnTo>
                    <a:pt x="80489" y="1920592"/>
                  </a:lnTo>
                  <a:lnTo>
                    <a:pt x="77723" y="1970531"/>
                  </a:lnTo>
                  <a:lnTo>
                    <a:pt x="80456" y="2020357"/>
                  </a:lnTo>
                  <a:lnTo>
                    <a:pt x="88437" y="2068301"/>
                  </a:lnTo>
                  <a:lnTo>
                    <a:pt x="101341" y="2113997"/>
                  </a:lnTo>
                  <a:lnTo>
                    <a:pt x="118844" y="2157080"/>
                  </a:lnTo>
                  <a:lnTo>
                    <a:pt x="140622" y="2197182"/>
                  </a:lnTo>
                  <a:lnTo>
                    <a:pt x="166350" y="2233939"/>
                  </a:lnTo>
                  <a:lnTo>
                    <a:pt x="195703" y="2266982"/>
                  </a:lnTo>
                  <a:lnTo>
                    <a:pt x="228356" y="2295947"/>
                  </a:lnTo>
                  <a:lnTo>
                    <a:pt x="263985" y="2320467"/>
                  </a:lnTo>
                  <a:lnTo>
                    <a:pt x="302266" y="2340176"/>
                  </a:lnTo>
                  <a:lnTo>
                    <a:pt x="342872" y="2354707"/>
                  </a:lnTo>
                  <a:lnTo>
                    <a:pt x="385481" y="2363694"/>
                  </a:lnTo>
                  <a:lnTo>
                    <a:pt x="429767" y="2366771"/>
                  </a:lnTo>
                  <a:lnTo>
                    <a:pt x="440054" y="2366724"/>
                  </a:lnTo>
                  <a:lnTo>
                    <a:pt x="450341" y="2366390"/>
                  </a:lnTo>
                  <a:lnTo>
                    <a:pt x="460628" y="2365486"/>
                  </a:lnTo>
                  <a:lnTo>
                    <a:pt x="470915" y="2363723"/>
                  </a:lnTo>
                  <a:lnTo>
                    <a:pt x="469391" y="2366771"/>
                  </a:lnTo>
                  <a:lnTo>
                    <a:pt x="494650" y="2412496"/>
                  </a:lnTo>
                  <a:lnTo>
                    <a:pt x="522634" y="2455541"/>
                  </a:lnTo>
                  <a:lnTo>
                    <a:pt x="553177" y="2495794"/>
                  </a:lnTo>
                  <a:lnTo>
                    <a:pt x="586113" y="2533141"/>
                  </a:lnTo>
                  <a:lnTo>
                    <a:pt x="621275" y="2567468"/>
                  </a:lnTo>
                  <a:lnTo>
                    <a:pt x="658496" y="2598664"/>
                  </a:lnTo>
                  <a:lnTo>
                    <a:pt x="697610" y="2626613"/>
                  </a:lnTo>
                  <a:lnTo>
                    <a:pt x="738451" y="2651204"/>
                  </a:lnTo>
                  <a:lnTo>
                    <a:pt x="780851" y="2672322"/>
                  </a:lnTo>
                  <a:lnTo>
                    <a:pt x="824643" y="2689855"/>
                  </a:lnTo>
                  <a:lnTo>
                    <a:pt x="869663" y="2703689"/>
                  </a:lnTo>
                  <a:lnTo>
                    <a:pt x="915741" y="2713710"/>
                  </a:lnTo>
                  <a:lnTo>
                    <a:pt x="962713" y="2719806"/>
                  </a:lnTo>
                  <a:lnTo>
                    <a:pt x="1010411" y="2721863"/>
                  </a:lnTo>
                  <a:lnTo>
                    <a:pt x="1058615" y="2719811"/>
                  </a:lnTo>
                  <a:lnTo>
                    <a:pt x="1106419" y="2713653"/>
                  </a:lnTo>
                  <a:lnTo>
                    <a:pt x="1153610" y="2703389"/>
                  </a:lnTo>
                  <a:lnTo>
                    <a:pt x="1199974" y="2689020"/>
                  </a:lnTo>
                  <a:lnTo>
                    <a:pt x="1245299" y="2670545"/>
                  </a:lnTo>
                  <a:lnTo>
                    <a:pt x="1289370" y="2647965"/>
                  </a:lnTo>
                  <a:lnTo>
                    <a:pt x="1331975" y="2621279"/>
                  </a:lnTo>
                  <a:lnTo>
                    <a:pt x="1330451" y="2622803"/>
                  </a:lnTo>
                  <a:lnTo>
                    <a:pt x="1359922" y="2667665"/>
                  </a:lnTo>
                  <a:lnTo>
                    <a:pt x="1392476" y="2709036"/>
                  </a:lnTo>
                  <a:lnTo>
                    <a:pt x="1427875" y="2746752"/>
                  </a:lnTo>
                  <a:lnTo>
                    <a:pt x="1465878" y="2780649"/>
                  </a:lnTo>
                  <a:lnTo>
                    <a:pt x="1506244" y="2810561"/>
                  </a:lnTo>
                  <a:lnTo>
                    <a:pt x="1548733" y="2836324"/>
                  </a:lnTo>
                  <a:lnTo>
                    <a:pt x="1593104" y="2857772"/>
                  </a:lnTo>
                  <a:lnTo>
                    <a:pt x="1639117" y="2874741"/>
                  </a:lnTo>
                  <a:lnTo>
                    <a:pt x="1686532" y="2887066"/>
                  </a:lnTo>
                  <a:lnTo>
                    <a:pt x="1735107" y="2894582"/>
                  </a:lnTo>
                  <a:lnTo>
                    <a:pt x="1784603" y="2897123"/>
                  </a:lnTo>
                  <a:lnTo>
                    <a:pt x="1829385" y="2895057"/>
                  </a:lnTo>
                  <a:lnTo>
                    <a:pt x="1873323" y="2888953"/>
                  </a:lnTo>
                  <a:lnTo>
                    <a:pt x="1916252" y="2878950"/>
                  </a:lnTo>
                  <a:lnTo>
                    <a:pt x="1958006" y="2865191"/>
                  </a:lnTo>
                  <a:lnTo>
                    <a:pt x="1998421" y="2847815"/>
                  </a:lnTo>
                  <a:lnTo>
                    <a:pt x="2037331" y="2826963"/>
                  </a:lnTo>
                  <a:lnTo>
                    <a:pt x="2074572" y="2802776"/>
                  </a:lnTo>
                  <a:lnTo>
                    <a:pt x="2109977" y="2775394"/>
                  </a:lnTo>
                  <a:lnTo>
                    <a:pt x="2143383" y="2744958"/>
                  </a:lnTo>
                  <a:lnTo>
                    <a:pt x="2174622" y="2711609"/>
                  </a:lnTo>
                  <a:lnTo>
                    <a:pt x="2203532" y="2675487"/>
                  </a:lnTo>
                  <a:lnTo>
                    <a:pt x="2229945" y="2636734"/>
                  </a:lnTo>
                  <a:lnTo>
                    <a:pt x="2253697" y="2595489"/>
                  </a:lnTo>
                  <a:lnTo>
                    <a:pt x="2274623" y="2551893"/>
                  </a:lnTo>
                  <a:lnTo>
                    <a:pt x="2292558" y="2506087"/>
                  </a:lnTo>
                  <a:lnTo>
                    <a:pt x="2307335" y="2458211"/>
                  </a:lnTo>
                  <a:lnTo>
                    <a:pt x="2307335" y="2461259"/>
                  </a:lnTo>
                  <a:lnTo>
                    <a:pt x="2353360" y="2489399"/>
                  </a:lnTo>
                  <a:lnTo>
                    <a:pt x="2401580" y="2511539"/>
                  </a:lnTo>
                  <a:lnTo>
                    <a:pt x="2451628" y="2527535"/>
                  </a:lnTo>
                  <a:lnTo>
                    <a:pt x="2503139" y="2537240"/>
                  </a:lnTo>
                  <a:lnTo>
                    <a:pt x="2555747" y="2540507"/>
                  </a:lnTo>
                  <a:lnTo>
                    <a:pt x="2600407" y="2538123"/>
                  </a:lnTo>
                  <a:lnTo>
                    <a:pt x="2643892" y="2531113"/>
                  </a:lnTo>
                  <a:lnTo>
                    <a:pt x="2686009" y="2519695"/>
                  </a:lnTo>
                  <a:lnTo>
                    <a:pt x="2726564" y="2504083"/>
                  </a:lnTo>
                  <a:lnTo>
                    <a:pt x="2765365" y="2484494"/>
                  </a:lnTo>
                  <a:lnTo>
                    <a:pt x="2802217" y="2461143"/>
                  </a:lnTo>
                  <a:lnTo>
                    <a:pt x="2836926" y="2434247"/>
                  </a:lnTo>
                  <a:lnTo>
                    <a:pt x="2869300" y="2404021"/>
                  </a:lnTo>
                  <a:lnTo>
                    <a:pt x="2899144" y="2370681"/>
                  </a:lnTo>
                  <a:lnTo>
                    <a:pt x="2926266" y="2334443"/>
                  </a:lnTo>
                  <a:lnTo>
                    <a:pt x="2950471" y="2295524"/>
                  </a:lnTo>
                  <a:lnTo>
                    <a:pt x="2971566" y="2254138"/>
                  </a:lnTo>
                  <a:lnTo>
                    <a:pt x="2989357" y="2210502"/>
                  </a:lnTo>
                  <a:lnTo>
                    <a:pt x="3003651" y="2164832"/>
                  </a:lnTo>
                  <a:lnTo>
                    <a:pt x="3014255" y="2117344"/>
                  </a:lnTo>
                  <a:lnTo>
                    <a:pt x="3020974" y="2068253"/>
                  </a:lnTo>
                  <a:lnTo>
                    <a:pt x="3023615" y="2017775"/>
                  </a:lnTo>
                  <a:lnTo>
                    <a:pt x="3022091" y="2016251"/>
                  </a:lnTo>
                  <a:lnTo>
                    <a:pt x="3066392" y="2007138"/>
                  </a:lnTo>
                  <a:lnTo>
                    <a:pt x="3109286" y="1994140"/>
                  </a:lnTo>
                  <a:lnTo>
                    <a:pt x="3150637" y="1977439"/>
                  </a:lnTo>
                  <a:lnTo>
                    <a:pt x="3190308" y="1957215"/>
                  </a:lnTo>
                  <a:lnTo>
                    <a:pt x="3228165" y="1933648"/>
                  </a:lnTo>
                  <a:lnTo>
                    <a:pt x="3264069" y="1906919"/>
                  </a:lnTo>
                  <a:lnTo>
                    <a:pt x="3297884" y="1877207"/>
                  </a:lnTo>
                  <a:lnTo>
                    <a:pt x="3329475" y="1844694"/>
                  </a:lnTo>
                  <a:lnTo>
                    <a:pt x="3358705" y="1809559"/>
                  </a:lnTo>
                  <a:lnTo>
                    <a:pt x="3385437" y="1771983"/>
                  </a:lnTo>
                  <a:lnTo>
                    <a:pt x="3409535" y="1732146"/>
                  </a:lnTo>
                  <a:lnTo>
                    <a:pt x="3430862" y="1690228"/>
                  </a:lnTo>
                  <a:lnTo>
                    <a:pt x="3449283" y="1646410"/>
                  </a:lnTo>
                  <a:lnTo>
                    <a:pt x="3464660" y="1600873"/>
                  </a:lnTo>
                  <a:lnTo>
                    <a:pt x="3476857" y="1553795"/>
                  </a:lnTo>
                  <a:lnTo>
                    <a:pt x="3485739" y="1505358"/>
                  </a:lnTo>
                  <a:lnTo>
                    <a:pt x="3491167" y="1455742"/>
                  </a:lnTo>
                  <a:lnTo>
                    <a:pt x="3493007" y="1405127"/>
                  </a:lnTo>
                  <a:lnTo>
                    <a:pt x="3491096" y="1353945"/>
                  </a:lnTo>
                  <a:lnTo>
                    <a:pt x="3485435" y="1303424"/>
                  </a:lnTo>
                  <a:lnTo>
                    <a:pt x="3476130" y="1253796"/>
                  </a:lnTo>
                  <a:lnTo>
                    <a:pt x="3463289" y="1205293"/>
                  </a:lnTo>
                  <a:lnTo>
                    <a:pt x="3447020" y="1158147"/>
                  </a:lnTo>
                  <a:lnTo>
                    <a:pt x="3427428" y="1112591"/>
                  </a:lnTo>
                  <a:lnTo>
                    <a:pt x="3404621" y="1068856"/>
                  </a:lnTo>
                  <a:lnTo>
                    <a:pt x="3378707" y="1027175"/>
                  </a:lnTo>
                  <a:lnTo>
                    <a:pt x="3393590" y="980670"/>
                  </a:lnTo>
                  <a:lnTo>
                    <a:pt x="3404044" y="932878"/>
                  </a:lnTo>
                  <a:lnTo>
                    <a:pt x="3410211" y="884229"/>
                  </a:lnTo>
                  <a:lnTo>
                    <a:pt x="3412235" y="835151"/>
                  </a:lnTo>
                  <a:lnTo>
                    <a:pt x="3409968" y="785018"/>
                  </a:lnTo>
                  <a:lnTo>
                    <a:pt x="3403298" y="736103"/>
                  </a:lnTo>
                  <a:lnTo>
                    <a:pt x="3392420" y="688708"/>
                  </a:lnTo>
                  <a:lnTo>
                    <a:pt x="3377530" y="643132"/>
                  </a:lnTo>
                  <a:lnTo>
                    <a:pt x="3358823" y="599674"/>
                  </a:lnTo>
                  <a:lnTo>
                    <a:pt x="3336495" y="558634"/>
                  </a:lnTo>
                  <a:lnTo>
                    <a:pt x="3310741" y="520312"/>
                  </a:lnTo>
                  <a:lnTo>
                    <a:pt x="3281758" y="485007"/>
                  </a:lnTo>
                  <a:lnTo>
                    <a:pt x="3249741" y="453020"/>
                  </a:lnTo>
                  <a:lnTo>
                    <a:pt x="3214885" y="424650"/>
                  </a:lnTo>
                  <a:lnTo>
                    <a:pt x="3177387" y="400196"/>
                  </a:lnTo>
                  <a:lnTo>
                    <a:pt x="3137441" y="379958"/>
                  </a:lnTo>
                  <a:lnTo>
                    <a:pt x="3095243" y="364235"/>
                  </a:lnTo>
                  <a:lnTo>
                    <a:pt x="3096767" y="364235"/>
                  </a:lnTo>
                  <a:lnTo>
                    <a:pt x="3085746" y="312569"/>
                  </a:lnTo>
                  <a:lnTo>
                    <a:pt x="3069681" y="263701"/>
                  </a:lnTo>
                  <a:lnTo>
                    <a:pt x="3048928" y="217955"/>
                  </a:lnTo>
                  <a:lnTo>
                    <a:pt x="3023841" y="175655"/>
                  </a:lnTo>
                  <a:lnTo>
                    <a:pt x="2994775" y="137122"/>
                  </a:lnTo>
                  <a:lnTo>
                    <a:pt x="2962084" y="102679"/>
                  </a:lnTo>
                  <a:lnTo>
                    <a:pt x="2926123" y="72650"/>
                  </a:lnTo>
                  <a:lnTo>
                    <a:pt x="2887246" y="47356"/>
                  </a:lnTo>
                  <a:lnTo>
                    <a:pt x="2845807" y="27122"/>
                  </a:lnTo>
                  <a:lnTo>
                    <a:pt x="2802163" y="12269"/>
                  </a:lnTo>
                  <a:lnTo>
                    <a:pt x="2756666" y="3121"/>
                  </a:lnTo>
                  <a:lnTo>
                    <a:pt x="2709671" y="0"/>
                  </a:lnTo>
                  <a:lnTo>
                    <a:pt x="2661055" y="3412"/>
                  </a:lnTo>
                  <a:lnTo>
                    <a:pt x="2613531" y="13489"/>
                  </a:lnTo>
                  <a:lnTo>
                    <a:pt x="2567633" y="29991"/>
                  </a:lnTo>
                  <a:lnTo>
                    <a:pt x="2523895" y="52677"/>
                  </a:lnTo>
                  <a:lnTo>
                    <a:pt x="2482849" y="81309"/>
                  </a:lnTo>
                  <a:lnTo>
                    <a:pt x="2445029" y="115646"/>
                  </a:lnTo>
                  <a:lnTo>
                    <a:pt x="2410967" y="155447"/>
                  </a:lnTo>
                  <a:lnTo>
                    <a:pt x="2410967" y="156971"/>
                  </a:lnTo>
                  <a:lnTo>
                    <a:pt x="2380079" y="117085"/>
                  </a:lnTo>
                  <a:lnTo>
                    <a:pt x="2345244" y="82531"/>
                  </a:lnTo>
                  <a:lnTo>
                    <a:pt x="2306998" y="53602"/>
                  </a:lnTo>
                  <a:lnTo>
                    <a:pt x="2265872" y="30591"/>
                  </a:lnTo>
                  <a:lnTo>
                    <a:pt x="2222400" y="13791"/>
                  </a:lnTo>
                  <a:lnTo>
                    <a:pt x="2177116" y="3496"/>
                  </a:lnTo>
                  <a:lnTo>
                    <a:pt x="2130551" y="0"/>
                  </a:lnTo>
                  <a:lnTo>
                    <a:pt x="2080929" y="3932"/>
                  </a:lnTo>
                  <a:lnTo>
                    <a:pt x="2033039" y="15454"/>
                  </a:lnTo>
                  <a:lnTo>
                    <a:pt x="1987471" y="34156"/>
                  </a:lnTo>
                  <a:lnTo>
                    <a:pt x="1944814" y="59626"/>
                  </a:lnTo>
                  <a:lnTo>
                    <a:pt x="1905657" y="91454"/>
                  </a:lnTo>
                  <a:lnTo>
                    <a:pt x="1870590" y="129230"/>
                  </a:lnTo>
                  <a:lnTo>
                    <a:pt x="1840203" y="172542"/>
                  </a:lnTo>
                  <a:lnTo>
                    <a:pt x="1815083" y="220979"/>
                  </a:lnTo>
                  <a:lnTo>
                    <a:pt x="1816607" y="227075"/>
                  </a:lnTo>
                  <a:lnTo>
                    <a:pt x="1780294" y="190997"/>
                  </a:lnTo>
                  <a:lnTo>
                    <a:pt x="1740887" y="159957"/>
                  </a:lnTo>
                  <a:lnTo>
                    <a:pt x="1698842" y="134143"/>
                  </a:lnTo>
                  <a:lnTo>
                    <a:pt x="1654610" y="113740"/>
                  </a:lnTo>
                  <a:lnTo>
                    <a:pt x="1608646" y="98935"/>
                  </a:lnTo>
                  <a:lnTo>
                    <a:pt x="1561402" y="89915"/>
                  </a:lnTo>
                  <a:lnTo>
                    <a:pt x="1513331" y="86867"/>
                  </a:lnTo>
                  <a:lnTo>
                    <a:pt x="1466165" y="89801"/>
                  </a:lnTo>
                  <a:lnTo>
                    <a:pt x="1420014" y="98450"/>
                  </a:lnTo>
                  <a:lnTo>
                    <a:pt x="1375252" y="112585"/>
                  </a:lnTo>
                  <a:lnTo>
                    <a:pt x="1332256" y="131978"/>
                  </a:lnTo>
                  <a:lnTo>
                    <a:pt x="1291399" y="156400"/>
                  </a:lnTo>
                  <a:lnTo>
                    <a:pt x="1253057" y="185623"/>
                  </a:lnTo>
                  <a:lnTo>
                    <a:pt x="1217604" y="219417"/>
                  </a:lnTo>
                  <a:lnTo>
                    <a:pt x="1185415" y="257555"/>
                  </a:lnTo>
                  <a:lnTo>
                    <a:pt x="1156866" y="299808"/>
                  </a:lnTo>
                  <a:lnTo>
                    <a:pt x="1132331" y="345947"/>
                  </a:lnTo>
                  <a:lnTo>
                    <a:pt x="1130807" y="348995"/>
                  </a:lnTo>
                  <a:lnTo>
                    <a:pt x="1088044" y="323624"/>
                  </a:lnTo>
                  <a:lnTo>
                    <a:pt x="1043714" y="302485"/>
                  </a:lnTo>
                  <a:lnTo>
                    <a:pt x="998029" y="285749"/>
                  </a:lnTo>
                  <a:lnTo>
                    <a:pt x="951201" y="273586"/>
                  </a:lnTo>
                  <a:lnTo>
                    <a:pt x="903442" y="266163"/>
                  </a:lnTo>
                  <a:lnTo>
                    <a:pt x="854963" y="263651"/>
                  </a:lnTo>
                  <a:lnTo>
                    <a:pt x="810158" y="265705"/>
                  </a:lnTo>
                  <a:lnTo>
                    <a:pt x="766361" y="271758"/>
                  </a:lnTo>
                  <a:lnTo>
                    <a:pt x="723712" y="281649"/>
                  </a:lnTo>
                  <a:lnTo>
                    <a:pt x="682349" y="295217"/>
                  </a:lnTo>
                  <a:lnTo>
                    <a:pt x="642413" y="312300"/>
                  </a:lnTo>
                  <a:lnTo>
                    <a:pt x="604043" y="332739"/>
                  </a:lnTo>
                  <a:lnTo>
                    <a:pt x="567378" y="356371"/>
                  </a:lnTo>
                  <a:lnTo>
                    <a:pt x="532558" y="383036"/>
                  </a:lnTo>
                  <a:lnTo>
                    <a:pt x="499723" y="412571"/>
                  </a:lnTo>
                  <a:lnTo>
                    <a:pt x="469010" y="444817"/>
                  </a:lnTo>
                  <a:lnTo>
                    <a:pt x="440562" y="479612"/>
                  </a:lnTo>
                  <a:lnTo>
                    <a:pt x="414515" y="516794"/>
                  </a:lnTo>
                  <a:lnTo>
                    <a:pt x="391011" y="556203"/>
                  </a:lnTo>
                  <a:lnTo>
                    <a:pt x="370188" y="597677"/>
                  </a:lnTo>
                  <a:lnTo>
                    <a:pt x="352186" y="641056"/>
                  </a:lnTo>
                  <a:lnTo>
                    <a:pt x="337145" y="686177"/>
                  </a:lnTo>
                  <a:lnTo>
                    <a:pt x="325203" y="732881"/>
                  </a:lnTo>
                  <a:lnTo>
                    <a:pt x="316501" y="781005"/>
                  </a:lnTo>
                  <a:lnTo>
                    <a:pt x="311177" y="830389"/>
                  </a:lnTo>
                  <a:lnTo>
                    <a:pt x="309371" y="880871"/>
                  </a:lnTo>
                  <a:lnTo>
                    <a:pt x="309657" y="901445"/>
                  </a:lnTo>
                  <a:lnTo>
                    <a:pt x="310514" y="922019"/>
                  </a:lnTo>
                  <a:lnTo>
                    <a:pt x="311943" y="942593"/>
                  </a:lnTo>
                  <a:lnTo>
                    <a:pt x="313943" y="963167"/>
                  </a:lnTo>
                  <a:lnTo>
                    <a:pt x="315467" y="963167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7165" y="3640645"/>
              <a:ext cx="215264" cy="6438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422135" y="2097023"/>
              <a:ext cx="3065145" cy="2467610"/>
            </a:xfrm>
            <a:custGeom>
              <a:avLst/>
              <a:gdLst/>
              <a:ahLst/>
              <a:cxnLst/>
              <a:rect l="l" t="t" r="r" b="b"/>
              <a:pathLst>
                <a:path w="3065145" h="2467610">
                  <a:moveTo>
                    <a:pt x="156971" y="2208275"/>
                  </a:moveTo>
                  <a:lnTo>
                    <a:pt x="179808" y="2204894"/>
                  </a:lnTo>
                  <a:lnTo>
                    <a:pt x="202501" y="2199512"/>
                  </a:lnTo>
                  <a:lnTo>
                    <a:pt x="224909" y="2192416"/>
                  </a:lnTo>
                  <a:lnTo>
                    <a:pt x="246887" y="2183891"/>
                  </a:lnTo>
                </a:path>
                <a:path w="3065145" h="2467610">
                  <a:moveTo>
                    <a:pt x="963167" y="2350007"/>
                  </a:moveTo>
                  <a:lnTo>
                    <a:pt x="974288" y="2380559"/>
                  </a:lnTo>
                  <a:lnTo>
                    <a:pt x="986980" y="2410396"/>
                  </a:lnTo>
                  <a:lnTo>
                    <a:pt x="1001101" y="2439376"/>
                  </a:lnTo>
                  <a:lnTo>
                    <a:pt x="1016507" y="2467355"/>
                  </a:lnTo>
                </a:path>
                <a:path w="3065145" h="2467610">
                  <a:moveTo>
                    <a:pt x="1993391" y="2302763"/>
                  </a:moveTo>
                  <a:lnTo>
                    <a:pt x="2000797" y="2270759"/>
                  </a:lnTo>
                  <a:lnTo>
                    <a:pt x="2006917" y="2238755"/>
                  </a:lnTo>
                  <a:lnTo>
                    <a:pt x="2011608" y="2206751"/>
                  </a:lnTo>
                  <a:lnTo>
                    <a:pt x="2014727" y="2174747"/>
                  </a:lnTo>
                </a:path>
                <a:path w="3065145" h="2467610">
                  <a:moveTo>
                    <a:pt x="2709671" y="1862327"/>
                  </a:moveTo>
                  <a:lnTo>
                    <a:pt x="2709671" y="1860803"/>
                  </a:lnTo>
                  <a:lnTo>
                    <a:pt x="2709671" y="1859279"/>
                  </a:lnTo>
                  <a:lnTo>
                    <a:pt x="2709671" y="1857755"/>
                  </a:lnTo>
                  <a:lnTo>
                    <a:pt x="2707569" y="1807859"/>
                  </a:lnTo>
                  <a:lnTo>
                    <a:pt x="2701360" y="1758935"/>
                  </a:lnTo>
                  <a:lnTo>
                    <a:pt x="2691193" y="1711261"/>
                  </a:lnTo>
                  <a:lnTo>
                    <a:pt x="2677216" y="1665111"/>
                  </a:lnTo>
                  <a:lnTo>
                    <a:pt x="2659577" y="1620759"/>
                  </a:lnTo>
                  <a:lnTo>
                    <a:pt x="2638424" y="1578482"/>
                  </a:lnTo>
                  <a:lnTo>
                    <a:pt x="2613906" y="1538555"/>
                  </a:lnTo>
                  <a:lnTo>
                    <a:pt x="2586171" y="1501252"/>
                  </a:lnTo>
                  <a:lnTo>
                    <a:pt x="2555366" y="1466849"/>
                  </a:lnTo>
                  <a:lnTo>
                    <a:pt x="2521641" y="1435622"/>
                  </a:lnTo>
                  <a:lnTo>
                    <a:pt x="2485143" y="1407844"/>
                  </a:lnTo>
                  <a:lnTo>
                    <a:pt x="2446019" y="1383791"/>
                  </a:lnTo>
                </a:path>
                <a:path w="3065145" h="2467610">
                  <a:moveTo>
                    <a:pt x="2947415" y="1051559"/>
                  </a:moveTo>
                  <a:lnTo>
                    <a:pt x="2983110" y="1012745"/>
                  </a:lnTo>
                  <a:lnTo>
                    <a:pt x="3014662" y="969644"/>
                  </a:lnTo>
                  <a:lnTo>
                    <a:pt x="3041927" y="922543"/>
                  </a:lnTo>
                  <a:lnTo>
                    <a:pt x="3064763" y="871727"/>
                  </a:lnTo>
                </a:path>
                <a:path w="3065145" h="2467610">
                  <a:moveTo>
                    <a:pt x="2788919" y="292607"/>
                  </a:moveTo>
                  <a:lnTo>
                    <a:pt x="2788919" y="291083"/>
                  </a:lnTo>
                  <a:lnTo>
                    <a:pt x="2788919" y="289559"/>
                  </a:lnTo>
                  <a:lnTo>
                    <a:pt x="2788919" y="286511"/>
                  </a:lnTo>
                  <a:lnTo>
                    <a:pt x="2788610" y="267080"/>
                  </a:lnTo>
                  <a:lnTo>
                    <a:pt x="2787586" y="247649"/>
                  </a:lnTo>
                  <a:lnTo>
                    <a:pt x="2785705" y="228218"/>
                  </a:lnTo>
                  <a:lnTo>
                    <a:pt x="2782823" y="208787"/>
                  </a:lnTo>
                </a:path>
                <a:path w="3065145" h="2467610">
                  <a:moveTo>
                    <a:pt x="2097023" y="0"/>
                  </a:moveTo>
                  <a:lnTo>
                    <a:pt x="2079355" y="25693"/>
                  </a:lnTo>
                  <a:lnTo>
                    <a:pt x="2063114" y="52387"/>
                  </a:lnTo>
                  <a:lnTo>
                    <a:pt x="2048589" y="79938"/>
                  </a:lnTo>
                  <a:lnTo>
                    <a:pt x="2036063" y="108203"/>
                  </a:lnTo>
                </a:path>
                <a:path w="3065145" h="2467610">
                  <a:moveTo>
                    <a:pt x="1501139" y="65531"/>
                  </a:moveTo>
                  <a:lnTo>
                    <a:pt x="1491686" y="87772"/>
                  </a:lnTo>
                  <a:lnTo>
                    <a:pt x="1483804" y="110870"/>
                  </a:lnTo>
                  <a:lnTo>
                    <a:pt x="1477351" y="134540"/>
                  </a:lnTo>
                  <a:lnTo>
                    <a:pt x="1472183" y="158495"/>
                  </a:lnTo>
                </a:path>
                <a:path w="3065145" h="2467610">
                  <a:moveTo>
                    <a:pt x="922019" y="283463"/>
                  </a:moveTo>
                  <a:lnTo>
                    <a:pt x="898088" y="258056"/>
                  </a:lnTo>
                  <a:lnTo>
                    <a:pt x="872299" y="234505"/>
                  </a:lnTo>
                  <a:lnTo>
                    <a:pt x="845081" y="212955"/>
                  </a:lnTo>
                  <a:lnTo>
                    <a:pt x="816863" y="193547"/>
                  </a:lnTo>
                </a:path>
                <a:path w="3065145" h="2467610">
                  <a:moveTo>
                    <a:pt x="0" y="807719"/>
                  </a:moveTo>
                  <a:lnTo>
                    <a:pt x="3714" y="831722"/>
                  </a:lnTo>
                  <a:lnTo>
                    <a:pt x="8000" y="855725"/>
                  </a:lnTo>
                  <a:lnTo>
                    <a:pt x="12858" y="879728"/>
                  </a:lnTo>
                  <a:lnTo>
                    <a:pt x="18287" y="903731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838700" y="4397754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heavy" spc="1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808461" y="5968998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28301" y="2387621"/>
            <a:ext cx="2012314" cy="6203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2280"/>
              </a:lnSpc>
              <a:spcBef>
                <a:spcPts val="280"/>
              </a:spcBef>
            </a:pPr>
            <a:r>
              <a:rPr sz="2000" i="1" spc="-13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2000" i="1" spc="-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i="1" spc="-60" dirty="0">
                <a:solidFill>
                  <a:srgbClr val="FF0000"/>
                </a:solidFill>
                <a:latin typeface="Verdana"/>
                <a:cs typeface="Verdana"/>
              </a:rPr>
              <a:t>uso</a:t>
            </a:r>
            <a:r>
              <a:rPr sz="2000" i="1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i="1" spc="-25" dirty="0">
                <a:solidFill>
                  <a:srgbClr val="FF0000"/>
                </a:solidFill>
                <a:latin typeface="Verdana"/>
                <a:cs typeface="Verdana"/>
              </a:rPr>
              <a:t>de </a:t>
            </a:r>
            <a:r>
              <a:rPr sz="2000" i="1" spc="-60" dirty="0">
                <a:solidFill>
                  <a:srgbClr val="FF0000"/>
                </a:solidFill>
                <a:latin typeface="Verdana"/>
                <a:cs typeface="Verdana"/>
              </a:rPr>
              <a:t>agregação</a:t>
            </a:r>
            <a:r>
              <a:rPr sz="2000" i="1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i="1" spc="-30" dirty="0">
                <a:solidFill>
                  <a:srgbClr val="FF0000"/>
                </a:solidFill>
                <a:latin typeface="Verdana"/>
                <a:cs typeface="Verdana"/>
              </a:rPr>
              <a:t>torna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91500" y="2965216"/>
            <a:ext cx="2494280" cy="18669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49250" marR="5080">
              <a:lnSpc>
                <a:spcPct val="94700"/>
              </a:lnSpc>
              <a:spcBef>
                <a:spcPts val="229"/>
              </a:spcBef>
            </a:pPr>
            <a:r>
              <a:rPr sz="2000" i="1" spc="-10" dirty="0">
                <a:solidFill>
                  <a:srgbClr val="FF0000"/>
                </a:solidFill>
                <a:latin typeface="Verdana"/>
                <a:cs typeface="Verdana"/>
              </a:rPr>
              <a:t>possível expressar “relacionamento entre </a:t>
            </a:r>
            <a:r>
              <a:rPr sz="2000" i="1" spc="-50" dirty="0">
                <a:solidFill>
                  <a:srgbClr val="FF0000"/>
                </a:solidFill>
                <a:latin typeface="Verdana"/>
                <a:cs typeface="Verdana"/>
              </a:rPr>
              <a:t>relacionamentos”</a:t>
            </a:r>
            <a:endParaRPr sz="2000">
              <a:latin typeface="Verdana"/>
              <a:cs typeface="Verdana"/>
            </a:endParaRPr>
          </a:p>
          <a:p>
            <a:pPr marL="12700">
              <a:spcBef>
                <a:spcPts val="114"/>
              </a:spcBef>
            </a:pPr>
            <a:r>
              <a:rPr sz="2400" u="heavy" spc="204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</a:t>
            </a:r>
            <a:r>
              <a:rPr sz="2400" u="heavy" spc="60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MER</a:t>
            </a:r>
          </a:p>
          <a:p>
            <a:pPr marL="12700">
              <a:lnSpc>
                <a:spcPct val="100000"/>
              </a:lnSpc>
            </a:pPr>
            <a:r>
              <a:rPr dirty="0"/>
              <a:t>Abstração</a:t>
            </a:r>
            <a:r>
              <a:rPr spc="-8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3595623" y="3741420"/>
            <a:ext cx="7010400" cy="3352800"/>
          </a:xfrm>
          <a:custGeom>
            <a:avLst/>
            <a:gdLst/>
            <a:ahLst/>
            <a:cxnLst/>
            <a:rect l="l" t="t" r="r" b="b"/>
            <a:pathLst>
              <a:path w="7010400" h="3352800">
                <a:moveTo>
                  <a:pt x="3505199" y="900683"/>
                </a:moveTo>
                <a:lnTo>
                  <a:pt x="2711195" y="356615"/>
                </a:lnTo>
                <a:lnTo>
                  <a:pt x="2372867" y="981455"/>
                </a:lnTo>
                <a:lnTo>
                  <a:pt x="120395" y="356615"/>
                </a:lnTo>
                <a:lnTo>
                  <a:pt x="1501139" y="1182623"/>
                </a:lnTo>
                <a:lnTo>
                  <a:pt x="0" y="1338071"/>
                </a:lnTo>
                <a:lnTo>
                  <a:pt x="1208531" y="1827275"/>
                </a:lnTo>
                <a:lnTo>
                  <a:pt x="44195" y="2264663"/>
                </a:lnTo>
                <a:lnTo>
                  <a:pt x="1839467" y="2164079"/>
                </a:lnTo>
                <a:lnTo>
                  <a:pt x="1545335" y="2735579"/>
                </a:lnTo>
                <a:lnTo>
                  <a:pt x="2503931" y="2426207"/>
                </a:lnTo>
                <a:lnTo>
                  <a:pt x="2753867" y="3352799"/>
                </a:lnTo>
                <a:lnTo>
                  <a:pt x="3418331" y="2318003"/>
                </a:lnTo>
                <a:lnTo>
                  <a:pt x="4299203" y="3063239"/>
                </a:lnTo>
                <a:lnTo>
                  <a:pt x="4550663" y="2244851"/>
                </a:lnTo>
                <a:lnTo>
                  <a:pt x="5888735" y="2808731"/>
                </a:lnTo>
                <a:lnTo>
                  <a:pt x="5465063" y="2008631"/>
                </a:lnTo>
                <a:lnTo>
                  <a:pt x="7010399" y="2063495"/>
                </a:lnTo>
                <a:lnTo>
                  <a:pt x="5714999" y="1626107"/>
                </a:lnTo>
                <a:lnTo>
                  <a:pt x="6847331" y="1263395"/>
                </a:lnTo>
                <a:lnTo>
                  <a:pt x="5420867" y="1135379"/>
                </a:lnTo>
                <a:lnTo>
                  <a:pt x="5964935" y="691895"/>
                </a:lnTo>
                <a:lnTo>
                  <a:pt x="4594859" y="827531"/>
                </a:lnTo>
                <a:lnTo>
                  <a:pt x="4713731" y="0"/>
                </a:lnTo>
                <a:lnTo>
                  <a:pt x="3505199" y="900683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98304" y="2487613"/>
            <a:ext cx="7069455" cy="338074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54965" marR="5080" indent="-342900" algn="just">
              <a:lnSpc>
                <a:spcPct val="95900"/>
              </a:lnSpc>
              <a:spcBef>
                <a:spcPts val="259"/>
              </a:spcBef>
            </a:pPr>
            <a:r>
              <a:rPr sz="2500" i="1" spc="-235" dirty="0">
                <a:latin typeface="Verdana"/>
                <a:cs typeface="Verdana"/>
              </a:rPr>
              <a:t>Abstração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de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agregação</a:t>
            </a:r>
            <a:r>
              <a:rPr sz="2500" i="1" spc="-120" dirty="0">
                <a:latin typeface="Verdana"/>
                <a:cs typeface="Verdana"/>
              </a:rPr>
              <a:t> </a:t>
            </a:r>
            <a:r>
              <a:rPr sz="2500" i="1" spc="-229" dirty="0">
                <a:latin typeface="Verdana"/>
                <a:cs typeface="Verdana"/>
              </a:rPr>
              <a:t>corresponde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54" dirty="0">
                <a:latin typeface="Verdana"/>
                <a:cs typeface="Verdana"/>
              </a:rPr>
              <a:t>à</a:t>
            </a:r>
            <a:r>
              <a:rPr sz="2500" i="1" spc="-135" dirty="0">
                <a:latin typeface="Verdana"/>
                <a:cs typeface="Verdana"/>
              </a:rPr>
              <a:t> </a:t>
            </a:r>
            <a:r>
              <a:rPr sz="2500" i="1" spc="-210" dirty="0">
                <a:latin typeface="Verdana"/>
                <a:cs typeface="Verdana"/>
              </a:rPr>
              <a:t>idéia</a:t>
            </a:r>
            <a:r>
              <a:rPr sz="2500" i="1" spc="-125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de</a:t>
            </a:r>
            <a:r>
              <a:rPr sz="2500" i="1" spc="-140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que</a:t>
            </a:r>
            <a:r>
              <a:rPr sz="2500" i="1" spc="-140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elementos</a:t>
            </a:r>
            <a:r>
              <a:rPr sz="2500" i="1" spc="-140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de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80" dirty="0">
                <a:latin typeface="Verdana"/>
                <a:cs typeface="Verdana"/>
              </a:rPr>
              <a:t>modelagem</a:t>
            </a:r>
            <a:r>
              <a:rPr sz="2500" i="1" spc="-135" dirty="0">
                <a:latin typeface="Verdana"/>
                <a:cs typeface="Verdana"/>
              </a:rPr>
              <a:t> </a:t>
            </a:r>
            <a:r>
              <a:rPr sz="2500" i="1" spc="-285" dirty="0">
                <a:latin typeface="Verdana"/>
                <a:cs typeface="Verdana"/>
              </a:rPr>
              <a:t>podem</a:t>
            </a:r>
            <a:r>
              <a:rPr sz="2500" i="1" spc="-125" dirty="0">
                <a:latin typeface="Verdana"/>
                <a:cs typeface="Verdana"/>
              </a:rPr>
              <a:t> </a:t>
            </a:r>
            <a:r>
              <a:rPr sz="2500" i="1" spc="-229" dirty="0">
                <a:latin typeface="Verdana"/>
                <a:cs typeface="Verdana"/>
              </a:rPr>
              <a:t>ser</a:t>
            </a:r>
            <a:r>
              <a:rPr sz="2500" i="1" spc="625" dirty="0">
                <a:latin typeface="Verdana"/>
                <a:cs typeface="Verdana"/>
              </a:rPr>
              <a:t> </a:t>
            </a:r>
            <a:r>
              <a:rPr sz="2500" i="1" spc="-225" dirty="0">
                <a:latin typeface="Verdana"/>
                <a:cs typeface="Verdana"/>
              </a:rPr>
              <a:t>associados,</a:t>
            </a:r>
            <a:r>
              <a:rPr sz="2500" i="1" spc="-185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formando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20" dirty="0">
                <a:latin typeface="Verdana"/>
                <a:cs typeface="Verdana"/>
              </a:rPr>
              <a:t>outros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20" dirty="0">
                <a:latin typeface="Verdana"/>
                <a:cs typeface="Verdana"/>
              </a:rPr>
              <a:t>“objetos”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50" dirty="0">
                <a:latin typeface="Verdana"/>
                <a:cs typeface="Verdana"/>
              </a:rPr>
              <a:t>que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54" dirty="0">
                <a:latin typeface="Verdana"/>
                <a:cs typeface="Verdana"/>
              </a:rPr>
              <a:t>representam</a:t>
            </a:r>
            <a:r>
              <a:rPr sz="2500" i="1" spc="-135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essa</a:t>
            </a:r>
            <a:r>
              <a:rPr sz="2500" i="1" spc="-150" dirty="0">
                <a:latin typeface="Verdana"/>
                <a:cs typeface="Verdana"/>
              </a:rPr>
              <a:t> </a:t>
            </a:r>
            <a:r>
              <a:rPr sz="2500" i="1" spc="-220" dirty="0">
                <a:latin typeface="Verdana"/>
                <a:cs typeface="Verdana"/>
              </a:rPr>
              <a:t>associação.</a:t>
            </a:r>
            <a:endParaRPr sz="2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500">
              <a:latin typeface="Verdana"/>
              <a:cs typeface="Verdana"/>
            </a:endParaRPr>
          </a:p>
          <a:p>
            <a:pPr>
              <a:spcBef>
                <a:spcPts val="150"/>
              </a:spcBef>
            </a:pPr>
            <a:endParaRPr sz="2500">
              <a:latin typeface="Verdana"/>
              <a:cs typeface="Verdana"/>
            </a:endParaRPr>
          </a:p>
          <a:p>
            <a:pPr marL="969010" marR="1189990" indent="717550">
              <a:lnSpc>
                <a:spcPts val="2870"/>
              </a:lnSpc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uso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de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agregação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torna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possível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expressar</a:t>
            </a:r>
            <a:r>
              <a:rPr sz="2400" spc="5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“relacionamento</a:t>
            </a:r>
            <a:endParaRPr sz="2400">
              <a:latin typeface="Arial MT"/>
              <a:cs typeface="Arial MT"/>
            </a:endParaRPr>
          </a:p>
          <a:p>
            <a:pPr marL="1858010">
              <a:lnSpc>
                <a:spcPts val="2785"/>
              </a:lnSpc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entre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relacionamentos”!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MER</a:t>
            </a:r>
          </a:p>
          <a:p>
            <a:pPr marL="12700">
              <a:lnSpc>
                <a:spcPct val="100000"/>
              </a:lnSpc>
            </a:pPr>
            <a:r>
              <a:rPr dirty="0"/>
              <a:t>Abstração</a:t>
            </a:r>
            <a:r>
              <a:rPr spc="-8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4729479" y="6038088"/>
            <a:ext cx="1583690" cy="388620"/>
          </a:xfrm>
          <a:custGeom>
            <a:avLst/>
            <a:gdLst/>
            <a:ahLst/>
            <a:cxnLst/>
            <a:rect l="l" t="t" r="r" b="b"/>
            <a:pathLst>
              <a:path w="1583689" h="388620">
                <a:moveTo>
                  <a:pt x="792479" y="0"/>
                </a:moveTo>
                <a:lnTo>
                  <a:pt x="720164" y="793"/>
                </a:lnTo>
                <a:lnTo>
                  <a:pt x="649704" y="3127"/>
                </a:lnTo>
                <a:lnTo>
                  <a:pt x="581377" y="6935"/>
                </a:lnTo>
                <a:lnTo>
                  <a:pt x="515459" y="12150"/>
                </a:lnTo>
                <a:lnTo>
                  <a:pt x="452224" y="18703"/>
                </a:lnTo>
                <a:lnTo>
                  <a:pt x="391950" y="26528"/>
                </a:lnTo>
                <a:lnTo>
                  <a:pt x="334912" y="35558"/>
                </a:lnTo>
                <a:lnTo>
                  <a:pt x="281386" y="45724"/>
                </a:lnTo>
                <a:lnTo>
                  <a:pt x="231647" y="56959"/>
                </a:lnTo>
                <a:lnTo>
                  <a:pt x="185973" y="69196"/>
                </a:lnTo>
                <a:lnTo>
                  <a:pt x="144639" y="82368"/>
                </a:lnTo>
                <a:lnTo>
                  <a:pt x="107921" y="96407"/>
                </a:lnTo>
                <a:lnTo>
                  <a:pt x="49436" y="126816"/>
                </a:lnTo>
                <a:lnTo>
                  <a:pt x="12727" y="159884"/>
                </a:lnTo>
                <a:lnTo>
                  <a:pt x="0" y="195071"/>
                </a:lnTo>
                <a:lnTo>
                  <a:pt x="3227" y="212657"/>
                </a:lnTo>
                <a:lnTo>
                  <a:pt x="28222" y="246450"/>
                </a:lnTo>
                <a:lnTo>
                  <a:pt x="76095" y="277948"/>
                </a:lnTo>
                <a:lnTo>
                  <a:pt x="144639" y="306599"/>
                </a:lnTo>
                <a:lnTo>
                  <a:pt x="185973" y="319684"/>
                </a:lnTo>
                <a:lnTo>
                  <a:pt x="231647" y="331850"/>
                </a:lnTo>
                <a:lnTo>
                  <a:pt x="281386" y="343029"/>
                </a:lnTo>
                <a:lnTo>
                  <a:pt x="334912" y="353151"/>
                </a:lnTo>
                <a:lnTo>
                  <a:pt x="391950" y="362147"/>
                </a:lnTo>
                <a:lnTo>
                  <a:pt x="452224" y="369948"/>
                </a:lnTo>
                <a:lnTo>
                  <a:pt x="515459" y="376486"/>
                </a:lnTo>
                <a:lnTo>
                  <a:pt x="581377" y="381691"/>
                </a:lnTo>
                <a:lnTo>
                  <a:pt x="649704" y="385494"/>
                </a:lnTo>
                <a:lnTo>
                  <a:pt x="720164" y="387827"/>
                </a:lnTo>
                <a:lnTo>
                  <a:pt x="792479" y="388619"/>
                </a:lnTo>
                <a:lnTo>
                  <a:pt x="864555" y="387827"/>
                </a:lnTo>
                <a:lnTo>
                  <a:pt x="934801" y="385494"/>
                </a:lnTo>
                <a:lnTo>
                  <a:pt x="1002940" y="381691"/>
                </a:lnTo>
                <a:lnTo>
                  <a:pt x="1068694" y="376486"/>
                </a:lnTo>
                <a:lnTo>
                  <a:pt x="1131785" y="369948"/>
                </a:lnTo>
                <a:lnTo>
                  <a:pt x="1191937" y="362147"/>
                </a:lnTo>
                <a:lnTo>
                  <a:pt x="1248871" y="353151"/>
                </a:lnTo>
                <a:lnTo>
                  <a:pt x="1302311" y="343029"/>
                </a:lnTo>
                <a:lnTo>
                  <a:pt x="1351978" y="331850"/>
                </a:lnTo>
                <a:lnTo>
                  <a:pt x="1397595" y="319684"/>
                </a:lnTo>
                <a:lnTo>
                  <a:pt x="1438885" y="306599"/>
                </a:lnTo>
                <a:lnTo>
                  <a:pt x="1475570" y="292664"/>
                </a:lnTo>
                <a:lnTo>
                  <a:pt x="1534015" y="262521"/>
                </a:lnTo>
                <a:lnTo>
                  <a:pt x="1570710" y="229806"/>
                </a:lnTo>
                <a:lnTo>
                  <a:pt x="1583435" y="195071"/>
                </a:lnTo>
                <a:lnTo>
                  <a:pt x="1580208" y="177246"/>
                </a:lnTo>
                <a:lnTo>
                  <a:pt x="1555220" y="143051"/>
                </a:lnTo>
                <a:lnTo>
                  <a:pt x="1507373" y="111245"/>
                </a:lnTo>
                <a:lnTo>
                  <a:pt x="1438885" y="82368"/>
                </a:lnTo>
                <a:lnTo>
                  <a:pt x="1397595" y="69196"/>
                </a:lnTo>
                <a:lnTo>
                  <a:pt x="1351978" y="56959"/>
                </a:lnTo>
                <a:lnTo>
                  <a:pt x="1302311" y="45724"/>
                </a:lnTo>
                <a:lnTo>
                  <a:pt x="1248871" y="35558"/>
                </a:lnTo>
                <a:lnTo>
                  <a:pt x="1191937" y="26528"/>
                </a:lnTo>
                <a:lnTo>
                  <a:pt x="1131785" y="18703"/>
                </a:lnTo>
                <a:lnTo>
                  <a:pt x="1068694" y="12150"/>
                </a:lnTo>
                <a:lnTo>
                  <a:pt x="1002940" y="6935"/>
                </a:lnTo>
                <a:lnTo>
                  <a:pt x="934801" y="3127"/>
                </a:lnTo>
                <a:lnTo>
                  <a:pt x="864555" y="793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24118" y="4415027"/>
            <a:ext cx="1640205" cy="797560"/>
          </a:xfrm>
          <a:custGeom>
            <a:avLst/>
            <a:gdLst/>
            <a:ahLst/>
            <a:cxnLst/>
            <a:rect l="l" t="t" r="r" b="b"/>
            <a:pathLst>
              <a:path w="1640205" h="797560">
                <a:moveTo>
                  <a:pt x="816870" y="3047"/>
                </a:moveTo>
                <a:lnTo>
                  <a:pt x="0" y="388619"/>
                </a:lnTo>
                <a:lnTo>
                  <a:pt x="827538" y="797051"/>
                </a:lnTo>
                <a:lnTo>
                  <a:pt x="1639830" y="382523"/>
                </a:lnTo>
                <a:lnTo>
                  <a:pt x="80925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29479" y="3179063"/>
            <a:ext cx="1583690" cy="388620"/>
          </a:xfrm>
          <a:custGeom>
            <a:avLst/>
            <a:gdLst/>
            <a:ahLst/>
            <a:cxnLst/>
            <a:rect l="l" t="t" r="r" b="b"/>
            <a:pathLst>
              <a:path w="1583689" h="388620">
                <a:moveTo>
                  <a:pt x="792479" y="0"/>
                </a:moveTo>
                <a:lnTo>
                  <a:pt x="720164" y="793"/>
                </a:lnTo>
                <a:lnTo>
                  <a:pt x="649704" y="3127"/>
                </a:lnTo>
                <a:lnTo>
                  <a:pt x="581377" y="6935"/>
                </a:lnTo>
                <a:lnTo>
                  <a:pt x="515459" y="12150"/>
                </a:lnTo>
                <a:lnTo>
                  <a:pt x="452224" y="18703"/>
                </a:lnTo>
                <a:lnTo>
                  <a:pt x="391950" y="26528"/>
                </a:lnTo>
                <a:lnTo>
                  <a:pt x="334912" y="35558"/>
                </a:lnTo>
                <a:lnTo>
                  <a:pt x="281386" y="45724"/>
                </a:lnTo>
                <a:lnTo>
                  <a:pt x="231647" y="56959"/>
                </a:lnTo>
                <a:lnTo>
                  <a:pt x="185973" y="69196"/>
                </a:lnTo>
                <a:lnTo>
                  <a:pt x="144639" y="82368"/>
                </a:lnTo>
                <a:lnTo>
                  <a:pt x="107921" y="96407"/>
                </a:lnTo>
                <a:lnTo>
                  <a:pt x="49436" y="126816"/>
                </a:lnTo>
                <a:lnTo>
                  <a:pt x="12727" y="159884"/>
                </a:lnTo>
                <a:lnTo>
                  <a:pt x="0" y="195071"/>
                </a:lnTo>
                <a:lnTo>
                  <a:pt x="3227" y="212657"/>
                </a:lnTo>
                <a:lnTo>
                  <a:pt x="28222" y="246450"/>
                </a:lnTo>
                <a:lnTo>
                  <a:pt x="76095" y="277948"/>
                </a:lnTo>
                <a:lnTo>
                  <a:pt x="144639" y="306599"/>
                </a:lnTo>
                <a:lnTo>
                  <a:pt x="185973" y="319684"/>
                </a:lnTo>
                <a:lnTo>
                  <a:pt x="231647" y="331850"/>
                </a:lnTo>
                <a:lnTo>
                  <a:pt x="281386" y="343029"/>
                </a:lnTo>
                <a:lnTo>
                  <a:pt x="334912" y="353151"/>
                </a:lnTo>
                <a:lnTo>
                  <a:pt x="391950" y="362147"/>
                </a:lnTo>
                <a:lnTo>
                  <a:pt x="452224" y="369948"/>
                </a:lnTo>
                <a:lnTo>
                  <a:pt x="515459" y="376486"/>
                </a:lnTo>
                <a:lnTo>
                  <a:pt x="581377" y="381691"/>
                </a:lnTo>
                <a:lnTo>
                  <a:pt x="649704" y="385494"/>
                </a:lnTo>
                <a:lnTo>
                  <a:pt x="720164" y="387827"/>
                </a:lnTo>
                <a:lnTo>
                  <a:pt x="792479" y="388619"/>
                </a:lnTo>
                <a:lnTo>
                  <a:pt x="864555" y="387827"/>
                </a:lnTo>
                <a:lnTo>
                  <a:pt x="934801" y="385494"/>
                </a:lnTo>
                <a:lnTo>
                  <a:pt x="1002940" y="381691"/>
                </a:lnTo>
                <a:lnTo>
                  <a:pt x="1068694" y="376486"/>
                </a:lnTo>
                <a:lnTo>
                  <a:pt x="1131785" y="369948"/>
                </a:lnTo>
                <a:lnTo>
                  <a:pt x="1191937" y="362147"/>
                </a:lnTo>
                <a:lnTo>
                  <a:pt x="1248871" y="353151"/>
                </a:lnTo>
                <a:lnTo>
                  <a:pt x="1302311" y="343029"/>
                </a:lnTo>
                <a:lnTo>
                  <a:pt x="1351978" y="331850"/>
                </a:lnTo>
                <a:lnTo>
                  <a:pt x="1397595" y="319684"/>
                </a:lnTo>
                <a:lnTo>
                  <a:pt x="1438885" y="306599"/>
                </a:lnTo>
                <a:lnTo>
                  <a:pt x="1475570" y="292664"/>
                </a:lnTo>
                <a:lnTo>
                  <a:pt x="1534015" y="262521"/>
                </a:lnTo>
                <a:lnTo>
                  <a:pt x="1570710" y="229806"/>
                </a:lnTo>
                <a:lnTo>
                  <a:pt x="1583435" y="195071"/>
                </a:lnTo>
                <a:lnTo>
                  <a:pt x="1580208" y="177246"/>
                </a:lnTo>
                <a:lnTo>
                  <a:pt x="1555220" y="143051"/>
                </a:lnTo>
                <a:lnTo>
                  <a:pt x="1507373" y="111245"/>
                </a:lnTo>
                <a:lnTo>
                  <a:pt x="1438885" y="82368"/>
                </a:lnTo>
                <a:lnTo>
                  <a:pt x="1397595" y="69196"/>
                </a:lnTo>
                <a:lnTo>
                  <a:pt x="1351978" y="56959"/>
                </a:lnTo>
                <a:lnTo>
                  <a:pt x="1302311" y="45724"/>
                </a:lnTo>
                <a:lnTo>
                  <a:pt x="1248871" y="35558"/>
                </a:lnTo>
                <a:lnTo>
                  <a:pt x="1191937" y="26528"/>
                </a:lnTo>
                <a:lnTo>
                  <a:pt x="1131785" y="18703"/>
                </a:lnTo>
                <a:lnTo>
                  <a:pt x="1068694" y="12150"/>
                </a:lnTo>
                <a:lnTo>
                  <a:pt x="1002940" y="6935"/>
                </a:lnTo>
                <a:lnTo>
                  <a:pt x="934801" y="3127"/>
                </a:lnTo>
                <a:lnTo>
                  <a:pt x="864555" y="793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90743" y="3196843"/>
            <a:ext cx="591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Sigla</a:t>
            </a:r>
            <a:endParaRPr sz="200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774943" y="3022601"/>
          <a:ext cx="2171700" cy="34785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4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Disciplina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7018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045">
                <a:tc gridSpan="2"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AULA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93040" marB="0">
                    <a:lnR w="571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39370" algn="ctr">
                        <a:lnSpc>
                          <a:spcPts val="2205"/>
                        </a:lnSpc>
                        <a:spcBef>
                          <a:spcPts val="253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21310" marB="0">
                    <a:lnL w="571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75">
                <a:tc gridSpan="4">
                  <a:txBody>
                    <a:bodyPr/>
                    <a:lstStyle/>
                    <a:p>
                      <a:pPr marL="516255">
                        <a:lnSpc>
                          <a:spcPct val="100000"/>
                        </a:lnSpc>
                        <a:spcBef>
                          <a:spcPts val="198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Ministra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514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5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0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730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M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Professor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752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5232400" y="4419600"/>
            <a:ext cx="2969260" cy="797560"/>
          </a:xfrm>
          <a:custGeom>
            <a:avLst/>
            <a:gdLst/>
            <a:ahLst/>
            <a:cxnLst/>
            <a:rect l="l" t="t" r="r" b="b"/>
            <a:pathLst>
              <a:path w="2969260" h="797560">
                <a:moveTo>
                  <a:pt x="1479803" y="3047"/>
                </a:moveTo>
                <a:lnTo>
                  <a:pt x="0" y="388619"/>
                </a:lnTo>
                <a:lnTo>
                  <a:pt x="1498091" y="797051"/>
                </a:lnTo>
                <a:lnTo>
                  <a:pt x="2968751" y="382523"/>
                </a:lnTo>
                <a:lnTo>
                  <a:pt x="1466087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50051" y="4661406"/>
            <a:ext cx="1939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É </a:t>
            </a:r>
            <a:r>
              <a:rPr sz="2400" spc="-10" dirty="0">
                <a:latin typeface="Arial MT"/>
                <a:cs typeface="Arial MT"/>
              </a:rPr>
              <a:t>frequentada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94600" y="5867400"/>
            <a:ext cx="1681480" cy="544380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173355" rIns="0" bIns="0" rtlCol="0">
            <a:spAutoFit/>
          </a:bodyPr>
          <a:lstStyle/>
          <a:p>
            <a:pPr marL="514984">
              <a:spcBef>
                <a:spcPts val="1365"/>
              </a:spcBef>
            </a:pPr>
            <a:r>
              <a:rPr sz="2400" spc="-10" dirty="0">
                <a:latin typeface="Arial MT"/>
                <a:cs typeface="Arial MT"/>
              </a:rPr>
              <a:t>Aluno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301479" y="5981700"/>
            <a:ext cx="1583690" cy="387350"/>
          </a:xfrm>
          <a:custGeom>
            <a:avLst/>
            <a:gdLst/>
            <a:ahLst/>
            <a:cxnLst/>
            <a:rect l="l" t="t" r="r" b="b"/>
            <a:pathLst>
              <a:path w="1583690" h="387350">
                <a:moveTo>
                  <a:pt x="792479" y="0"/>
                </a:moveTo>
                <a:lnTo>
                  <a:pt x="720164" y="792"/>
                </a:lnTo>
                <a:lnTo>
                  <a:pt x="649704" y="3125"/>
                </a:lnTo>
                <a:lnTo>
                  <a:pt x="581377" y="6928"/>
                </a:lnTo>
                <a:lnTo>
                  <a:pt x="515459" y="12133"/>
                </a:lnTo>
                <a:lnTo>
                  <a:pt x="452224" y="18671"/>
                </a:lnTo>
                <a:lnTo>
                  <a:pt x="391950" y="26472"/>
                </a:lnTo>
                <a:lnTo>
                  <a:pt x="334912" y="35468"/>
                </a:lnTo>
                <a:lnTo>
                  <a:pt x="281386" y="45590"/>
                </a:lnTo>
                <a:lnTo>
                  <a:pt x="231647" y="56768"/>
                </a:lnTo>
                <a:lnTo>
                  <a:pt x="185973" y="68935"/>
                </a:lnTo>
                <a:lnTo>
                  <a:pt x="144639" y="82020"/>
                </a:lnTo>
                <a:lnTo>
                  <a:pt x="107921" y="95955"/>
                </a:lnTo>
                <a:lnTo>
                  <a:pt x="49436" y="126098"/>
                </a:lnTo>
                <a:lnTo>
                  <a:pt x="12727" y="158813"/>
                </a:lnTo>
                <a:lnTo>
                  <a:pt x="0" y="193547"/>
                </a:lnTo>
                <a:lnTo>
                  <a:pt x="3227" y="211133"/>
                </a:lnTo>
                <a:lnTo>
                  <a:pt x="28222" y="244926"/>
                </a:lnTo>
                <a:lnTo>
                  <a:pt x="76095" y="276424"/>
                </a:lnTo>
                <a:lnTo>
                  <a:pt x="144639" y="305075"/>
                </a:lnTo>
                <a:lnTo>
                  <a:pt x="185973" y="318160"/>
                </a:lnTo>
                <a:lnTo>
                  <a:pt x="231647" y="330326"/>
                </a:lnTo>
                <a:lnTo>
                  <a:pt x="281386" y="341505"/>
                </a:lnTo>
                <a:lnTo>
                  <a:pt x="334912" y="351627"/>
                </a:lnTo>
                <a:lnTo>
                  <a:pt x="391950" y="360623"/>
                </a:lnTo>
                <a:lnTo>
                  <a:pt x="452224" y="368424"/>
                </a:lnTo>
                <a:lnTo>
                  <a:pt x="515459" y="374962"/>
                </a:lnTo>
                <a:lnTo>
                  <a:pt x="581377" y="380167"/>
                </a:lnTo>
                <a:lnTo>
                  <a:pt x="649704" y="383970"/>
                </a:lnTo>
                <a:lnTo>
                  <a:pt x="720164" y="386303"/>
                </a:lnTo>
                <a:lnTo>
                  <a:pt x="792479" y="387095"/>
                </a:lnTo>
                <a:lnTo>
                  <a:pt x="864555" y="386303"/>
                </a:lnTo>
                <a:lnTo>
                  <a:pt x="934801" y="383970"/>
                </a:lnTo>
                <a:lnTo>
                  <a:pt x="1002940" y="380167"/>
                </a:lnTo>
                <a:lnTo>
                  <a:pt x="1068694" y="374962"/>
                </a:lnTo>
                <a:lnTo>
                  <a:pt x="1131785" y="368424"/>
                </a:lnTo>
                <a:lnTo>
                  <a:pt x="1191937" y="360623"/>
                </a:lnTo>
                <a:lnTo>
                  <a:pt x="1248871" y="351627"/>
                </a:lnTo>
                <a:lnTo>
                  <a:pt x="1302311" y="341505"/>
                </a:lnTo>
                <a:lnTo>
                  <a:pt x="1351978" y="330326"/>
                </a:lnTo>
                <a:lnTo>
                  <a:pt x="1397595" y="318160"/>
                </a:lnTo>
                <a:lnTo>
                  <a:pt x="1438885" y="305075"/>
                </a:lnTo>
                <a:lnTo>
                  <a:pt x="1475570" y="291140"/>
                </a:lnTo>
                <a:lnTo>
                  <a:pt x="1534015" y="260997"/>
                </a:lnTo>
                <a:lnTo>
                  <a:pt x="1570710" y="228282"/>
                </a:lnTo>
                <a:lnTo>
                  <a:pt x="1583435" y="193547"/>
                </a:lnTo>
                <a:lnTo>
                  <a:pt x="1580208" y="175962"/>
                </a:lnTo>
                <a:lnTo>
                  <a:pt x="1555220" y="142169"/>
                </a:lnTo>
                <a:lnTo>
                  <a:pt x="1507373" y="110671"/>
                </a:lnTo>
                <a:lnTo>
                  <a:pt x="1438885" y="82020"/>
                </a:lnTo>
                <a:lnTo>
                  <a:pt x="1397595" y="68935"/>
                </a:lnTo>
                <a:lnTo>
                  <a:pt x="1351978" y="56768"/>
                </a:lnTo>
                <a:lnTo>
                  <a:pt x="1302311" y="45590"/>
                </a:lnTo>
                <a:lnTo>
                  <a:pt x="1248871" y="35468"/>
                </a:lnTo>
                <a:lnTo>
                  <a:pt x="1191937" y="26472"/>
                </a:lnTo>
                <a:lnTo>
                  <a:pt x="1131785" y="18671"/>
                </a:lnTo>
                <a:lnTo>
                  <a:pt x="1068694" y="12133"/>
                </a:lnTo>
                <a:lnTo>
                  <a:pt x="1002940" y="6928"/>
                </a:lnTo>
                <a:lnTo>
                  <a:pt x="934801" y="3125"/>
                </a:lnTo>
                <a:lnTo>
                  <a:pt x="864555" y="792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808461" y="5968998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77027" y="6042150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737600" y="4800600"/>
            <a:ext cx="0" cy="1066800"/>
          </a:xfrm>
          <a:custGeom>
            <a:avLst/>
            <a:gdLst/>
            <a:ahLst/>
            <a:cxnLst/>
            <a:rect l="l" t="t" r="r" b="b"/>
            <a:pathLst>
              <a:path h="1066800">
                <a:moveTo>
                  <a:pt x="0" y="0"/>
                </a:moveTo>
                <a:lnTo>
                  <a:pt x="0" y="10667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838700" y="4397754"/>
            <a:ext cx="523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heavy" spc="4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 </a:t>
            </a:r>
            <a:r>
              <a:rPr sz="2400" u="heavy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91500" y="4440426"/>
            <a:ext cx="558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heavy" spc="204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</a:t>
            </a:r>
            <a:r>
              <a:rPr sz="2400" u="heavy" spc="60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04356" y="2014727"/>
            <a:ext cx="4825365" cy="2971800"/>
          </a:xfrm>
          <a:custGeom>
            <a:avLst/>
            <a:gdLst/>
            <a:ahLst/>
            <a:cxnLst/>
            <a:rect l="l" t="t" r="r" b="b"/>
            <a:pathLst>
              <a:path w="4825365" h="2971800">
                <a:moveTo>
                  <a:pt x="2412491" y="797051"/>
                </a:moveTo>
                <a:lnTo>
                  <a:pt x="1865375" y="315467"/>
                </a:lnTo>
                <a:lnTo>
                  <a:pt x="1633727" y="868679"/>
                </a:lnTo>
                <a:lnTo>
                  <a:pt x="82295" y="315467"/>
                </a:lnTo>
                <a:lnTo>
                  <a:pt x="1033271" y="1046987"/>
                </a:lnTo>
                <a:lnTo>
                  <a:pt x="0" y="1185671"/>
                </a:lnTo>
                <a:lnTo>
                  <a:pt x="830579" y="1620011"/>
                </a:lnTo>
                <a:lnTo>
                  <a:pt x="30479" y="2007107"/>
                </a:lnTo>
                <a:lnTo>
                  <a:pt x="1266443" y="1917191"/>
                </a:lnTo>
                <a:lnTo>
                  <a:pt x="1063751" y="2423159"/>
                </a:lnTo>
                <a:lnTo>
                  <a:pt x="1723643" y="2150363"/>
                </a:lnTo>
                <a:lnTo>
                  <a:pt x="1895855" y="2971799"/>
                </a:lnTo>
                <a:lnTo>
                  <a:pt x="2353055" y="2054351"/>
                </a:lnTo>
                <a:lnTo>
                  <a:pt x="2959607" y="2715767"/>
                </a:lnTo>
                <a:lnTo>
                  <a:pt x="3131819" y="1988819"/>
                </a:lnTo>
                <a:lnTo>
                  <a:pt x="4053839" y="2488691"/>
                </a:lnTo>
                <a:lnTo>
                  <a:pt x="3761231" y="1780031"/>
                </a:lnTo>
                <a:lnTo>
                  <a:pt x="4824983" y="1828799"/>
                </a:lnTo>
                <a:lnTo>
                  <a:pt x="3933443" y="1441703"/>
                </a:lnTo>
                <a:lnTo>
                  <a:pt x="4713731" y="1118615"/>
                </a:lnTo>
                <a:lnTo>
                  <a:pt x="3730751" y="1005839"/>
                </a:lnTo>
                <a:lnTo>
                  <a:pt x="4105655" y="612647"/>
                </a:lnTo>
                <a:lnTo>
                  <a:pt x="3162299" y="733043"/>
                </a:lnTo>
                <a:lnTo>
                  <a:pt x="3244595" y="0"/>
                </a:lnTo>
                <a:lnTo>
                  <a:pt x="2412491" y="797051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115555" y="3027678"/>
            <a:ext cx="3289935" cy="75819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478155">
              <a:lnSpc>
                <a:spcPct val="100600"/>
              </a:lnSpc>
              <a:spcBef>
                <a:spcPts val="85"/>
              </a:spcBef>
            </a:pPr>
            <a:r>
              <a:rPr sz="1600" dirty="0">
                <a:latin typeface="Arial MT"/>
                <a:cs typeface="Arial MT"/>
              </a:rPr>
              <a:t>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agregação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torna </a:t>
            </a:r>
            <a:r>
              <a:rPr sz="1600" dirty="0">
                <a:latin typeface="Arial MT"/>
                <a:cs typeface="Arial MT"/>
              </a:rPr>
              <a:t>possível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expressar</a:t>
            </a:r>
            <a:r>
              <a:rPr sz="1600" spc="38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“relacionamento</a:t>
            </a:r>
            <a:endParaRPr sz="1600">
              <a:latin typeface="Arial MT"/>
              <a:cs typeface="Arial MT"/>
            </a:endParaRPr>
          </a:p>
          <a:p>
            <a:pPr marL="603885"/>
            <a:r>
              <a:rPr sz="1600" dirty="0">
                <a:latin typeface="Arial MT"/>
                <a:cs typeface="Arial MT"/>
              </a:rPr>
              <a:t>entre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relacionamentos”!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06139" y="2863087"/>
            <a:ext cx="69354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Modelo</a:t>
            </a:r>
            <a:r>
              <a:rPr spc="-6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Dados</a:t>
            </a:r>
            <a:r>
              <a:rPr spc="-60" dirty="0"/>
              <a:t> </a:t>
            </a:r>
            <a:r>
              <a:rPr spc="-10" dirty="0"/>
              <a:t>Relacional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Modelo</a:t>
            </a:r>
            <a:r>
              <a:rPr spc="-60" dirty="0"/>
              <a:t> </a:t>
            </a:r>
            <a:r>
              <a:rPr spc="-10" dirty="0"/>
              <a:t>Relacional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3" y="2409545"/>
            <a:ext cx="4447540" cy="11931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6235" indent="-343535">
              <a:spcBef>
                <a:spcPts val="855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6235" algn="l"/>
              </a:tabLst>
            </a:pPr>
            <a:r>
              <a:rPr sz="3200" dirty="0">
                <a:latin typeface="Tahoma"/>
                <a:cs typeface="Tahoma"/>
              </a:rPr>
              <a:t>Codd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–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1970</a:t>
            </a:r>
            <a:endParaRPr sz="3200">
              <a:latin typeface="Tahoma"/>
              <a:cs typeface="Tahoma"/>
            </a:endParaRPr>
          </a:p>
          <a:p>
            <a:pPr marL="356235" indent="-343535">
              <a:spcBef>
                <a:spcPts val="755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6235" algn="l"/>
              </a:tabLst>
            </a:pPr>
            <a:r>
              <a:rPr sz="3200" dirty="0">
                <a:latin typeface="Tahoma"/>
                <a:cs typeface="Tahoma"/>
              </a:rPr>
              <a:t>Modelo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dados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físico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16475" y="3695700"/>
            <a:ext cx="4968240" cy="3329940"/>
          </a:xfrm>
          <a:custGeom>
            <a:avLst/>
            <a:gdLst/>
            <a:ahLst/>
            <a:cxnLst/>
            <a:rect l="l" t="t" r="r" b="b"/>
            <a:pathLst>
              <a:path w="4968240" h="3329940">
                <a:moveTo>
                  <a:pt x="448055" y="1106423"/>
                </a:moveTo>
                <a:lnTo>
                  <a:pt x="398006" y="1113557"/>
                </a:lnTo>
                <a:lnTo>
                  <a:pt x="349818" y="1125047"/>
                </a:lnTo>
                <a:lnTo>
                  <a:pt x="303727" y="1140659"/>
                </a:lnTo>
                <a:lnTo>
                  <a:pt x="259968" y="1160155"/>
                </a:lnTo>
                <a:lnTo>
                  <a:pt x="218778" y="1183301"/>
                </a:lnTo>
                <a:lnTo>
                  <a:pt x="180392" y="1209860"/>
                </a:lnTo>
                <a:lnTo>
                  <a:pt x="145046" y="1239598"/>
                </a:lnTo>
                <a:lnTo>
                  <a:pt x="112976" y="1272278"/>
                </a:lnTo>
                <a:lnTo>
                  <a:pt x="84417" y="1307665"/>
                </a:lnTo>
                <a:lnTo>
                  <a:pt x="59605" y="1345522"/>
                </a:lnTo>
                <a:lnTo>
                  <a:pt x="38775" y="1385615"/>
                </a:lnTo>
                <a:lnTo>
                  <a:pt x="22165" y="1427707"/>
                </a:lnTo>
                <a:lnTo>
                  <a:pt x="10008" y="1471563"/>
                </a:lnTo>
                <a:lnTo>
                  <a:pt x="2541" y="1516947"/>
                </a:lnTo>
                <a:lnTo>
                  <a:pt x="0" y="1563623"/>
                </a:lnTo>
                <a:lnTo>
                  <a:pt x="2798" y="1611709"/>
                </a:lnTo>
                <a:lnTo>
                  <a:pt x="11045" y="1658806"/>
                </a:lnTo>
                <a:lnTo>
                  <a:pt x="24524" y="1704569"/>
                </a:lnTo>
                <a:lnTo>
                  <a:pt x="43013" y="1748649"/>
                </a:lnTo>
                <a:lnTo>
                  <a:pt x="66293" y="1790699"/>
                </a:lnTo>
                <a:lnTo>
                  <a:pt x="94146" y="1830372"/>
                </a:lnTo>
                <a:lnTo>
                  <a:pt x="126351" y="1867320"/>
                </a:lnTo>
                <a:lnTo>
                  <a:pt x="162690" y="1901196"/>
                </a:lnTo>
                <a:lnTo>
                  <a:pt x="202941" y="1931651"/>
                </a:lnTo>
                <a:lnTo>
                  <a:pt x="246887" y="1958339"/>
                </a:lnTo>
                <a:lnTo>
                  <a:pt x="209059" y="1991303"/>
                </a:lnTo>
                <a:lnTo>
                  <a:pt x="179263" y="2031798"/>
                </a:lnTo>
                <a:lnTo>
                  <a:pt x="154586" y="2074852"/>
                </a:lnTo>
                <a:lnTo>
                  <a:pt x="135160" y="2120066"/>
                </a:lnTo>
                <a:lnTo>
                  <a:pt x="121120" y="2167039"/>
                </a:lnTo>
                <a:lnTo>
                  <a:pt x="112598" y="2215371"/>
                </a:lnTo>
                <a:lnTo>
                  <a:pt x="109727" y="2264663"/>
                </a:lnTo>
                <a:lnTo>
                  <a:pt x="112311" y="2311488"/>
                </a:lnTo>
                <a:lnTo>
                  <a:pt x="119895" y="2356943"/>
                </a:lnTo>
                <a:lnTo>
                  <a:pt x="132230" y="2400799"/>
                </a:lnTo>
                <a:lnTo>
                  <a:pt x="149066" y="2442829"/>
                </a:lnTo>
                <a:lnTo>
                  <a:pt x="170152" y="2482805"/>
                </a:lnTo>
                <a:lnTo>
                  <a:pt x="195238" y="2520499"/>
                </a:lnTo>
                <a:lnTo>
                  <a:pt x="224075" y="2555684"/>
                </a:lnTo>
                <a:lnTo>
                  <a:pt x="256412" y="2588132"/>
                </a:lnTo>
                <a:lnTo>
                  <a:pt x="292000" y="2617616"/>
                </a:lnTo>
                <a:lnTo>
                  <a:pt x="330588" y="2643907"/>
                </a:lnTo>
                <a:lnTo>
                  <a:pt x="371927" y="2666778"/>
                </a:lnTo>
                <a:lnTo>
                  <a:pt x="415766" y="2686002"/>
                </a:lnTo>
                <a:lnTo>
                  <a:pt x="461855" y="2701350"/>
                </a:lnTo>
                <a:lnTo>
                  <a:pt x="509944" y="2712594"/>
                </a:lnTo>
                <a:lnTo>
                  <a:pt x="559784" y="2719508"/>
                </a:lnTo>
                <a:lnTo>
                  <a:pt x="611123" y="2721863"/>
                </a:lnTo>
                <a:lnTo>
                  <a:pt x="625101" y="2721602"/>
                </a:lnTo>
                <a:lnTo>
                  <a:pt x="639508" y="2720911"/>
                </a:lnTo>
                <a:lnTo>
                  <a:pt x="654200" y="2719935"/>
                </a:lnTo>
                <a:lnTo>
                  <a:pt x="669035" y="2718815"/>
                </a:lnTo>
                <a:lnTo>
                  <a:pt x="665987" y="2721863"/>
                </a:lnTo>
                <a:lnTo>
                  <a:pt x="692124" y="2760773"/>
                </a:lnTo>
                <a:lnTo>
                  <a:pt x="720418" y="2798058"/>
                </a:lnTo>
                <a:lnTo>
                  <a:pt x="750771" y="2833663"/>
                </a:lnTo>
                <a:lnTo>
                  <a:pt x="783087" y="2867534"/>
                </a:lnTo>
                <a:lnTo>
                  <a:pt x="817268" y="2899615"/>
                </a:lnTo>
                <a:lnTo>
                  <a:pt x="853216" y="2929853"/>
                </a:lnTo>
                <a:lnTo>
                  <a:pt x="890835" y="2958193"/>
                </a:lnTo>
                <a:lnTo>
                  <a:pt x="930027" y="2984579"/>
                </a:lnTo>
                <a:lnTo>
                  <a:pt x="970695" y="3008958"/>
                </a:lnTo>
                <a:lnTo>
                  <a:pt x="1012741" y="3031274"/>
                </a:lnTo>
                <a:lnTo>
                  <a:pt x="1056069" y="3051473"/>
                </a:lnTo>
                <a:lnTo>
                  <a:pt x="1100580" y="3069501"/>
                </a:lnTo>
                <a:lnTo>
                  <a:pt x="1146178" y="3085302"/>
                </a:lnTo>
                <a:lnTo>
                  <a:pt x="1192765" y="3098822"/>
                </a:lnTo>
                <a:lnTo>
                  <a:pt x="1240244" y="3110007"/>
                </a:lnTo>
                <a:lnTo>
                  <a:pt x="1288517" y="3118801"/>
                </a:lnTo>
                <a:lnTo>
                  <a:pt x="1337488" y="3125150"/>
                </a:lnTo>
                <a:lnTo>
                  <a:pt x="1387058" y="3129000"/>
                </a:lnTo>
                <a:lnTo>
                  <a:pt x="1437131" y="3130295"/>
                </a:lnTo>
                <a:lnTo>
                  <a:pt x="1490791" y="3128782"/>
                </a:lnTo>
                <a:lnTo>
                  <a:pt x="1544000" y="3124283"/>
                </a:lnTo>
                <a:lnTo>
                  <a:pt x="1596643" y="3116862"/>
                </a:lnTo>
                <a:lnTo>
                  <a:pt x="1648610" y="3106580"/>
                </a:lnTo>
                <a:lnTo>
                  <a:pt x="1699786" y="3093502"/>
                </a:lnTo>
                <a:lnTo>
                  <a:pt x="1750059" y="3077689"/>
                </a:lnTo>
                <a:lnTo>
                  <a:pt x="1799317" y="3059205"/>
                </a:lnTo>
                <a:lnTo>
                  <a:pt x="1847445" y="3038111"/>
                </a:lnTo>
                <a:lnTo>
                  <a:pt x="1894331" y="3014471"/>
                </a:lnTo>
                <a:lnTo>
                  <a:pt x="1923021" y="3052742"/>
                </a:lnTo>
                <a:lnTo>
                  <a:pt x="1955659" y="3088867"/>
                </a:lnTo>
                <a:lnTo>
                  <a:pt x="1990587" y="3122773"/>
                </a:lnTo>
                <a:lnTo>
                  <a:pt x="2027669" y="3154387"/>
                </a:lnTo>
                <a:lnTo>
                  <a:pt x="2066769" y="3183635"/>
                </a:lnTo>
                <a:lnTo>
                  <a:pt x="2107752" y="3210446"/>
                </a:lnTo>
                <a:lnTo>
                  <a:pt x="2150483" y="3234744"/>
                </a:lnTo>
                <a:lnTo>
                  <a:pt x="2194826" y="3256458"/>
                </a:lnTo>
                <a:lnTo>
                  <a:pt x="2240645" y="3275514"/>
                </a:lnTo>
                <a:lnTo>
                  <a:pt x="2287806" y="3291839"/>
                </a:lnTo>
                <a:lnTo>
                  <a:pt x="2336172" y="3305360"/>
                </a:lnTo>
                <a:lnTo>
                  <a:pt x="2385608" y="3316004"/>
                </a:lnTo>
                <a:lnTo>
                  <a:pt x="2435979" y="3323697"/>
                </a:lnTo>
                <a:lnTo>
                  <a:pt x="2487149" y="3328367"/>
                </a:lnTo>
                <a:lnTo>
                  <a:pt x="2538983" y="3329939"/>
                </a:lnTo>
                <a:lnTo>
                  <a:pt x="2589872" y="3328421"/>
                </a:lnTo>
                <a:lnTo>
                  <a:pt x="2640044" y="3323921"/>
                </a:lnTo>
                <a:lnTo>
                  <a:pt x="2689378" y="3316520"/>
                </a:lnTo>
                <a:lnTo>
                  <a:pt x="2737750" y="3306299"/>
                </a:lnTo>
                <a:lnTo>
                  <a:pt x="2785038" y="3293340"/>
                </a:lnTo>
                <a:lnTo>
                  <a:pt x="2831121" y="3277723"/>
                </a:lnTo>
                <a:lnTo>
                  <a:pt x="2875875" y="3259529"/>
                </a:lnTo>
                <a:lnTo>
                  <a:pt x="2919179" y="3238841"/>
                </a:lnTo>
                <a:lnTo>
                  <a:pt x="2960910" y="3215738"/>
                </a:lnTo>
                <a:lnTo>
                  <a:pt x="3000946" y="3190303"/>
                </a:lnTo>
                <a:lnTo>
                  <a:pt x="3039165" y="3162616"/>
                </a:lnTo>
                <a:lnTo>
                  <a:pt x="3075444" y="3132758"/>
                </a:lnTo>
                <a:lnTo>
                  <a:pt x="3109661" y="3100811"/>
                </a:lnTo>
                <a:lnTo>
                  <a:pt x="3141693" y="3066856"/>
                </a:lnTo>
                <a:lnTo>
                  <a:pt x="3171420" y="3030973"/>
                </a:lnTo>
                <a:lnTo>
                  <a:pt x="3198717" y="2993245"/>
                </a:lnTo>
                <a:lnTo>
                  <a:pt x="3223463" y="2953752"/>
                </a:lnTo>
                <a:lnTo>
                  <a:pt x="3245536" y="2912575"/>
                </a:lnTo>
                <a:lnTo>
                  <a:pt x="3264813" y="2869796"/>
                </a:lnTo>
                <a:lnTo>
                  <a:pt x="3281171" y="2825495"/>
                </a:lnTo>
                <a:lnTo>
                  <a:pt x="3282695" y="2830067"/>
                </a:lnTo>
                <a:lnTo>
                  <a:pt x="3328749" y="2853847"/>
                </a:lnTo>
                <a:lnTo>
                  <a:pt x="3376615" y="2874188"/>
                </a:lnTo>
                <a:lnTo>
                  <a:pt x="3426054" y="2891010"/>
                </a:lnTo>
                <a:lnTo>
                  <a:pt x="3476825" y="2904232"/>
                </a:lnTo>
                <a:lnTo>
                  <a:pt x="3528690" y="2913776"/>
                </a:lnTo>
                <a:lnTo>
                  <a:pt x="3581408" y="2919561"/>
                </a:lnTo>
                <a:lnTo>
                  <a:pt x="3634739" y="2921507"/>
                </a:lnTo>
                <a:lnTo>
                  <a:pt x="3684170" y="2919864"/>
                </a:lnTo>
                <a:lnTo>
                  <a:pt x="3732622" y="2915010"/>
                </a:lnTo>
                <a:lnTo>
                  <a:pt x="3779971" y="2907058"/>
                </a:lnTo>
                <a:lnTo>
                  <a:pt x="3826088" y="2896125"/>
                </a:lnTo>
                <a:lnTo>
                  <a:pt x="3870846" y="2882323"/>
                </a:lnTo>
                <a:lnTo>
                  <a:pt x="3914119" y="2865768"/>
                </a:lnTo>
                <a:lnTo>
                  <a:pt x="3955779" y="2846572"/>
                </a:lnTo>
                <a:lnTo>
                  <a:pt x="3995700" y="2824851"/>
                </a:lnTo>
                <a:lnTo>
                  <a:pt x="4033753" y="2800718"/>
                </a:lnTo>
                <a:lnTo>
                  <a:pt x="4069812" y="2774289"/>
                </a:lnTo>
                <a:lnTo>
                  <a:pt x="4103750" y="2745676"/>
                </a:lnTo>
                <a:lnTo>
                  <a:pt x="4135440" y="2714995"/>
                </a:lnTo>
                <a:lnTo>
                  <a:pt x="4164755" y="2682359"/>
                </a:lnTo>
                <a:lnTo>
                  <a:pt x="4191567" y="2647882"/>
                </a:lnTo>
                <a:lnTo>
                  <a:pt x="4215750" y="2611680"/>
                </a:lnTo>
                <a:lnTo>
                  <a:pt x="4237176" y="2573866"/>
                </a:lnTo>
                <a:lnTo>
                  <a:pt x="4255719" y="2534554"/>
                </a:lnTo>
                <a:lnTo>
                  <a:pt x="4271250" y="2493859"/>
                </a:lnTo>
                <a:lnTo>
                  <a:pt x="4283644" y="2451894"/>
                </a:lnTo>
                <a:lnTo>
                  <a:pt x="4292773" y="2408775"/>
                </a:lnTo>
                <a:lnTo>
                  <a:pt x="4298510" y="2364614"/>
                </a:lnTo>
                <a:lnTo>
                  <a:pt x="4300727" y="2319527"/>
                </a:lnTo>
                <a:lnTo>
                  <a:pt x="4299203" y="2318003"/>
                </a:lnTo>
                <a:lnTo>
                  <a:pt x="4348720" y="2310042"/>
                </a:lnTo>
                <a:lnTo>
                  <a:pt x="4397020" y="2299343"/>
                </a:lnTo>
                <a:lnTo>
                  <a:pt x="4444014" y="2286004"/>
                </a:lnTo>
                <a:lnTo>
                  <a:pt x="4489610" y="2270120"/>
                </a:lnTo>
                <a:lnTo>
                  <a:pt x="4533715" y="2251789"/>
                </a:lnTo>
                <a:lnTo>
                  <a:pt x="4576238" y="2231108"/>
                </a:lnTo>
                <a:lnTo>
                  <a:pt x="4617087" y="2208174"/>
                </a:lnTo>
                <a:lnTo>
                  <a:pt x="4656171" y="2183084"/>
                </a:lnTo>
                <a:lnTo>
                  <a:pt x="4693398" y="2155934"/>
                </a:lnTo>
                <a:lnTo>
                  <a:pt x="4728677" y="2126823"/>
                </a:lnTo>
                <a:lnTo>
                  <a:pt x="4761914" y="2095846"/>
                </a:lnTo>
                <a:lnTo>
                  <a:pt x="4793020" y="2063100"/>
                </a:lnTo>
                <a:lnTo>
                  <a:pt x="4821902" y="2028683"/>
                </a:lnTo>
                <a:lnTo>
                  <a:pt x="4848468" y="1992692"/>
                </a:lnTo>
                <a:lnTo>
                  <a:pt x="4872627" y="1955223"/>
                </a:lnTo>
                <a:lnTo>
                  <a:pt x="4894288" y="1916374"/>
                </a:lnTo>
                <a:lnTo>
                  <a:pt x="4913357" y="1876241"/>
                </a:lnTo>
                <a:lnTo>
                  <a:pt x="4929745" y="1834921"/>
                </a:lnTo>
                <a:lnTo>
                  <a:pt x="4943358" y="1792512"/>
                </a:lnTo>
                <a:lnTo>
                  <a:pt x="4954106" y="1749109"/>
                </a:lnTo>
                <a:lnTo>
                  <a:pt x="4961897" y="1704811"/>
                </a:lnTo>
                <a:lnTo>
                  <a:pt x="4966638" y="1659714"/>
                </a:lnTo>
                <a:lnTo>
                  <a:pt x="4968239" y="1613915"/>
                </a:lnTo>
                <a:lnTo>
                  <a:pt x="4966161" y="1562246"/>
                </a:lnTo>
                <a:lnTo>
                  <a:pt x="4959969" y="1511003"/>
                </a:lnTo>
                <a:lnTo>
                  <a:pt x="4949726" y="1460387"/>
                </a:lnTo>
                <a:lnTo>
                  <a:pt x="4935493" y="1410598"/>
                </a:lnTo>
                <a:lnTo>
                  <a:pt x="4917335" y="1361839"/>
                </a:lnTo>
                <a:lnTo>
                  <a:pt x="4895313" y="1314308"/>
                </a:lnTo>
                <a:lnTo>
                  <a:pt x="4869491" y="1268208"/>
                </a:lnTo>
                <a:lnTo>
                  <a:pt x="4839931" y="1223738"/>
                </a:lnTo>
                <a:lnTo>
                  <a:pt x="4806695" y="1181099"/>
                </a:lnTo>
                <a:lnTo>
                  <a:pt x="4805171" y="1181099"/>
                </a:lnTo>
                <a:lnTo>
                  <a:pt x="4822691" y="1138513"/>
                </a:lnTo>
                <a:lnTo>
                  <a:pt x="4836700" y="1094975"/>
                </a:lnTo>
                <a:lnTo>
                  <a:pt x="4846978" y="1050633"/>
                </a:lnTo>
                <a:lnTo>
                  <a:pt x="4853305" y="1005632"/>
                </a:lnTo>
                <a:lnTo>
                  <a:pt x="4855463" y="960119"/>
                </a:lnTo>
                <a:lnTo>
                  <a:pt x="4853310" y="913090"/>
                </a:lnTo>
                <a:lnTo>
                  <a:pt x="4846953" y="866989"/>
                </a:lnTo>
                <a:lnTo>
                  <a:pt x="4836547" y="821995"/>
                </a:lnTo>
                <a:lnTo>
                  <a:pt x="4822245" y="778287"/>
                </a:lnTo>
                <a:lnTo>
                  <a:pt x="4804201" y="736044"/>
                </a:lnTo>
                <a:lnTo>
                  <a:pt x="4782570" y="695444"/>
                </a:lnTo>
                <a:lnTo>
                  <a:pt x="4757506" y="656665"/>
                </a:lnTo>
                <a:lnTo>
                  <a:pt x="4729162" y="619886"/>
                </a:lnTo>
                <a:lnTo>
                  <a:pt x="4697693" y="585287"/>
                </a:lnTo>
                <a:lnTo>
                  <a:pt x="4663252" y="553045"/>
                </a:lnTo>
                <a:lnTo>
                  <a:pt x="4625994" y="523339"/>
                </a:lnTo>
                <a:lnTo>
                  <a:pt x="4586073" y="496347"/>
                </a:lnTo>
                <a:lnTo>
                  <a:pt x="4543642" y="472249"/>
                </a:lnTo>
                <a:lnTo>
                  <a:pt x="4498856" y="451223"/>
                </a:lnTo>
                <a:lnTo>
                  <a:pt x="4451869" y="433447"/>
                </a:lnTo>
                <a:lnTo>
                  <a:pt x="4402835" y="419099"/>
                </a:lnTo>
                <a:lnTo>
                  <a:pt x="4404359" y="417575"/>
                </a:lnTo>
                <a:lnTo>
                  <a:pt x="4393376" y="373205"/>
                </a:lnTo>
                <a:lnTo>
                  <a:pt x="4378282" y="330499"/>
                </a:lnTo>
                <a:lnTo>
                  <a:pt x="4359290" y="289624"/>
                </a:lnTo>
                <a:lnTo>
                  <a:pt x="4336613" y="250745"/>
                </a:lnTo>
                <a:lnTo>
                  <a:pt x="4310462" y="214027"/>
                </a:lnTo>
                <a:lnTo>
                  <a:pt x="4281049" y="179635"/>
                </a:lnTo>
                <a:lnTo>
                  <a:pt x="4248587" y="147734"/>
                </a:lnTo>
                <a:lnTo>
                  <a:pt x="4213288" y="118490"/>
                </a:lnTo>
                <a:lnTo>
                  <a:pt x="4175363" y="92068"/>
                </a:lnTo>
                <a:lnTo>
                  <a:pt x="4135025" y="68633"/>
                </a:lnTo>
                <a:lnTo>
                  <a:pt x="4092486" y="48350"/>
                </a:lnTo>
                <a:lnTo>
                  <a:pt x="4047958" y="31384"/>
                </a:lnTo>
                <a:lnTo>
                  <a:pt x="4001652" y="17901"/>
                </a:lnTo>
                <a:lnTo>
                  <a:pt x="3953782" y="8066"/>
                </a:lnTo>
                <a:lnTo>
                  <a:pt x="3904559" y="2044"/>
                </a:lnTo>
                <a:lnTo>
                  <a:pt x="3854195" y="0"/>
                </a:lnTo>
                <a:lnTo>
                  <a:pt x="3805545" y="1949"/>
                </a:lnTo>
                <a:lnTo>
                  <a:pt x="3757598" y="7729"/>
                </a:lnTo>
                <a:lnTo>
                  <a:pt x="3710603" y="17241"/>
                </a:lnTo>
                <a:lnTo>
                  <a:pt x="3664805" y="30382"/>
                </a:lnTo>
                <a:lnTo>
                  <a:pt x="3620452" y="47053"/>
                </a:lnTo>
                <a:lnTo>
                  <a:pt x="3577791" y="67153"/>
                </a:lnTo>
                <a:lnTo>
                  <a:pt x="3537068" y="90581"/>
                </a:lnTo>
                <a:lnTo>
                  <a:pt x="3498530" y="117238"/>
                </a:lnTo>
                <a:lnTo>
                  <a:pt x="3462425" y="147021"/>
                </a:lnTo>
                <a:lnTo>
                  <a:pt x="3428999" y="179831"/>
                </a:lnTo>
                <a:lnTo>
                  <a:pt x="3395588" y="143962"/>
                </a:lnTo>
                <a:lnTo>
                  <a:pt x="3358590" y="111655"/>
                </a:lnTo>
                <a:lnTo>
                  <a:pt x="3318368" y="83086"/>
                </a:lnTo>
                <a:lnTo>
                  <a:pt x="3275287" y="58430"/>
                </a:lnTo>
                <a:lnTo>
                  <a:pt x="3229709" y="37863"/>
                </a:lnTo>
                <a:lnTo>
                  <a:pt x="3181999" y="21561"/>
                </a:lnTo>
                <a:lnTo>
                  <a:pt x="3132520" y="9700"/>
                </a:lnTo>
                <a:lnTo>
                  <a:pt x="3081636" y="2454"/>
                </a:lnTo>
                <a:lnTo>
                  <a:pt x="3029711" y="0"/>
                </a:lnTo>
                <a:lnTo>
                  <a:pt x="2978571" y="2388"/>
                </a:lnTo>
                <a:lnTo>
                  <a:pt x="2928461" y="9434"/>
                </a:lnTo>
                <a:lnTo>
                  <a:pt x="2879732" y="20960"/>
                </a:lnTo>
                <a:lnTo>
                  <a:pt x="2832734" y="36786"/>
                </a:lnTo>
                <a:lnTo>
                  <a:pt x="2787818" y="56734"/>
                </a:lnTo>
                <a:lnTo>
                  <a:pt x="2745334" y="80626"/>
                </a:lnTo>
                <a:lnTo>
                  <a:pt x="2705632" y="108283"/>
                </a:lnTo>
                <a:lnTo>
                  <a:pt x="2669063" y="139525"/>
                </a:lnTo>
                <a:lnTo>
                  <a:pt x="2635977" y="174175"/>
                </a:lnTo>
                <a:lnTo>
                  <a:pt x="2606724" y="212054"/>
                </a:lnTo>
                <a:lnTo>
                  <a:pt x="2581655" y="252983"/>
                </a:lnTo>
                <a:lnTo>
                  <a:pt x="2583179" y="260603"/>
                </a:lnTo>
                <a:lnTo>
                  <a:pt x="2543604" y="228223"/>
                </a:lnTo>
                <a:lnTo>
                  <a:pt x="2501268" y="199230"/>
                </a:lnTo>
                <a:lnTo>
                  <a:pt x="2456462" y="173735"/>
                </a:lnTo>
                <a:lnTo>
                  <a:pt x="2409473" y="151854"/>
                </a:lnTo>
                <a:lnTo>
                  <a:pt x="2360590" y="133698"/>
                </a:lnTo>
                <a:lnTo>
                  <a:pt x="2310101" y="119379"/>
                </a:lnTo>
                <a:lnTo>
                  <a:pt x="2258296" y="109013"/>
                </a:lnTo>
                <a:lnTo>
                  <a:pt x="2205462" y="102710"/>
                </a:lnTo>
                <a:lnTo>
                  <a:pt x="2151887" y="100583"/>
                </a:lnTo>
                <a:lnTo>
                  <a:pt x="2100173" y="102592"/>
                </a:lnTo>
                <a:lnTo>
                  <a:pt x="2049288" y="108533"/>
                </a:lnTo>
                <a:lnTo>
                  <a:pt x="1999463" y="118283"/>
                </a:lnTo>
                <a:lnTo>
                  <a:pt x="1950933" y="131716"/>
                </a:lnTo>
                <a:lnTo>
                  <a:pt x="1903931" y="148707"/>
                </a:lnTo>
                <a:lnTo>
                  <a:pt x="1858688" y="169132"/>
                </a:lnTo>
                <a:lnTo>
                  <a:pt x="1815440" y="192866"/>
                </a:lnTo>
                <a:lnTo>
                  <a:pt x="1774418" y="219784"/>
                </a:lnTo>
                <a:lnTo>
                  <a:pt x="1735856" y="249761"/>
                </a:lnTo>
                <a:lnTo>
                  <a:pt x="1699987" y="282673"/>
                </a:lnTo>
                <a:lnTo>
                  <a:pt x="1667044" y="318393"/>
                </a:lnTo>
                <a:lnTo>
                  <a:pt x="1637260" y="356799"/>
                </a:lnTo>
                <a:lnTo>
                  <a:pt x="1610867" y="397763"/>
                </a:lnTo>
                <a:lnTo>
                  <a:pt x="1609343" y="400811"/>
                </a:lnTo>
                <a:lnTo>
                  <a:pt x="1564007" y="378243"/>
                </a:lnTo>
                <a:lnTo>
                  <a:pt x="1517261" y="358568"/>
                </a:lnTo>
                <a:lnTo>
                  <a:pt x="1469263" y="341822"/>
                </a:lnTo>
                <a:lnTo>
                  <a:pt x="1420177" y="328040"/>
                </a:lnTo>
                <a:lnTo>
                  <a:pt x="1370162" y="317259"/>
                </a:lnTo>
                <a:lnTo>
                  <a:pt x="1319379" y="309514"/>
                </a:lnTo>
                <a:lnTo>
                  <a:pt x="1267988" y="304841"/>
                </a:lnTo>
                <a:lnTo>
                  <a:pt x="1216151" y="303275"/>
                </a:lnTo>
                <a:lnTo>
                  <a:pt x="1165167" y="304789"/>
                </a:lnTo>
                <a:lnTo>
                  <a:pt x="1115060" y="309265"/>
                </a:lnTo>
                <a:lnTo>
                  <a:pt x="1065934" y="316609"/>
                </a:lnTo>
                <a:lnTo>
                  <a:pt x="1017890" y="326726"/>
                </a:lnTo>
                <a:lnTo>
                  <a:pt x="971031" y="339522"/>
                </a:lnTo>
                <a:lnTo>
                  <a:pt x="925460" y="354902"/>
                </a:lnTo>
                <a:lnTo>
                  <a:pt x="881279" y="372771"/>
                </a:lnTo>
                <a:lnTo>
                  <a:pt x="838590" y="393034"/>
                </a:lnTo>
                <a:lnTo>
                  <a:pt x="797495" y="415596"/>
                </a:lnTo>
                <a:lnTo>
                  <a:pt x="758098" y="440362"/>
                </a:lnTo>
                <a:lnTo>
                  <a:pt x="720500" y="467239"/>
                </a:lnTo>
                <a:lnTo>
                  <a:pt x="684805" y="496130"/>
                </a:lnTo>
                <a:lnTo>
                  <a:pt x="651113" y="526941"/>
                </a:lnTo>
                <a:lnTo>
                  <a:pt x="619529" y="559578"/>
                </a:lnTo>
                <a:lnTo>
                  <a:pt x="590153" y="593945"/>
                </a:lnTo>
                <a:lnTo>
                  <a:pt x="563089" y="629948"/>
                </a:lnTo>
                <a:lnTo>
                  <a:pt x="538440" y="667491"/>
                </a:lnTo>
                <a:lnTo>
                  <a:pt x="516306" y="706481"/>
                </a:lnTo>
                <a:lnTo>
                  <a:pt x="496792" y="746822"/>
                </a:lnTo>
                <a:lnTo>
                  <a:pt x="479999" y="788420"/>
                </a:lnTo>
                <a:lnTo>
                  <a:pt x="466029" y="831179"/>
                </a:lnTo>
                <a:lnTo>
                  <a:pt x="454985" y="875005"/>
                </a:lnTo>
                <a:lnTo>
                  <a:pt x="446970" y="919803"/>
                </a:lnTo>
                <a:lnTo>
                  <a:pt x="442086" y="965478"/>
                </a:lnTo>
                <a:lnTo>
                  <a:pt x="440435" y="1011935"/>
                </a:lnTo>
                <a:lnTo>
                  <a:pt x="440102" y="1035938"/>
                </a:lnTo>
                <a:lnTo>
                  <a:pt x="441197" y="1059941"/>
                </a:lnTo>
                <a:lnTo>
                  <a:pt x="443436" y="1083944"/>
                </a:lnTo>
                <a:lnTo>
                  <a:pt x="446531" y="1107947"/>
                </a:lnTo>
                <a:lnTo>
                  <a:pt x="448055" y="1106423"/>
                </a:lnTo>
                <a:close/>
              </a:path>
              <a:path w="4968240" h="3329940">
                <a:moveTo>
                  <a:pt x="246887" y="1958339"/>
                </a:moveTo>
                <a:lnTo>
                  <a:pt x="293973" y="1980639"/>
                </a:lnTo>
                <a:lnTo>
                  <a:pt x="343399" y="1998110"/>
                </a:lnTo>
                <a:lnTo>
                  <a:pt x="394581" y="2010680"/>
                </a:lnTo>
                <a:lnTo>
                  <a:pt x="446934" y="2018275"/>
                </a:lnTo>
                <a:lnTo>
                  <a:pt x="499871" y="2020823"/>
                </a:lnTo>
                <a:lnTo>
                  <a:pt x="509254" y="2020800"/>
                </a:lnTo>
                <a:lnTo>
                  <a:pt x="518921" y="2020633"/>
                </a:lnTo>
                <a:lnTo>
                  <a:pt x="528589" y="2020181"/>
                </a:lnTo>
                <a:lnTo>
                  <a:pt x="537971" y="2019299"/>
                </a:lnTo>
              </a:path>
              <a:path w="4968240" h="3329940">
                <a:moveTo>
                  <a:pt x="669035" y="2718815"/>
                </a:moveTo>
                <a:lnTo>
                  <a:pt x="701897" y="2714267"/>
                </a:lnTo>
                <a:lnTo>
                  <a:pt x="734186" y="2707576"/>
                </a:lnTo>
                <a:lnTo>
                  <a:pt x="765905" y="2698884"/>
                </a:lnTo>
                <a:lnTo>
                  <a:pt x="797051" y="2688335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33083" y="6576059"/>
            <a:ext cx="76200" cy="134620"/>
          </a:xfrm>
          <a:custGeom>
            <a:avLst/>
            <a:gdLst/>
            <a:ahLst/>
            <a:cxnLst/>
            <a:rect l="l" t="t" r="r" b="b"/>
            <a:pathLst>
              <a:path w="76200" h="134620">
                <a:moveTo>
                  <a:pt x="0" y="0"/>
                </a:moveTo>
                <a:lnTo>
                  <a:pt x="15978" y="34885"/>
                </a:lnTo>
                <a:lnTo>
                  <a:pt x="34099" y="68770"/>
                </a:lnTo>
                <a:lnTo>
                  <a:pt x="54221" y="101798"/>
                </a:lnTo>
                <a:lnTo>
                  <a:pt x="76199" y="134111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97647" y="6373368"/>
            <a:ext cx="32384" cy="147955"/>
          </a:xfrm>
          <a:custGeom>
            <a:avLst/>
            <a:gdLst/>
            <a:ahLst/>
            <a:cxnLst/>
            <a:rect l="l" t="t" r="r" b="b"/>
            <a:pathLst>
              <a:path w="32385" h="147954">
                <a:moveTo>
                  <a:pt x="0" y="147827"/>
                </a:moveTo>
                <a:lnTo>
                  <a:pt x="11429" y="111228"/>
                </a:lnTo>
                <a:lnTo>
                  <a:pt x="20573" y="74485"/>
                </a:lnTo>
                <a:lnTo>
                  <a:pt x="27431" y="37457"/>
                </a:lnTo>
                <a:lnTo>
                  <a:pt x="32003" y="0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42301" y="5465064"/>
            <a:ext cx="375285" cy="550545"/>
          </a:xfrm>
          <a:custGeom>
            <a:avLst/>
            <a:gdLst/>
            <a:ahLst/>
            <a:cxnLst/>
            <a:rect l="l" t="t" r="r" b="b"/>
            <a:pathLst>
              <a:path w="375284" h="550545">
                <a:moveTo>
                  <a:pt x="374903" y="550163"/>
                </a:moveTo>
                <a:lnTo>
                  <a:pt x="374903" y="548639"/>
                </a:lnTo>
                <a:lnTo>
                  <a:pt x="374903" y="547115"/>
                </a:lnTo>
                <a:lnTo>
                  <a:pt x="374903" y="545591"/>
                </a:lnTo>
                <a:lnTo>
                  <a:pt x="372972" y="499553"/>
                </a:lnTo>
                <a:lnTo>
                  <a:pt x="367252" y="454202"/>
                </a:lnTo>
                <a:lnTo>
                  <a:pt x="357859" y="409699"/>
                </a:lnTo>
                <a:lnTo>
                  <a:pt x="344906" y="366205"/>
                </a:lnTo>
                <a:lnTo>
                  <a:pt x="328506" y="323878"/>
                </a:lnTo>
                <a:lnTo>
                  <a:pt x="308774" y="282878"/>
                </a:lnTo>
                <a:lnTo>
                  <a:pt x="285823" y="243366"/>
                </a:lnTo>
                <a:lnTo>
                  <a:pt x="259768" y="205502"/>
                </a:lnTo>
                <a:lnTo>
                  <a:pt x="230721" y="169444"/>
                </a:lnTo>
                <a:lnTo>
                  <a:pt x="198797" y="135353"/>
                </a:lnTo>
                <a:lnTo>
                  <a:pt x="164109" y="103389"/>
                </a:lnTo>
                <a:lnTo>
                  <a:pt x="126772" y="73712"/>
                </a:lnTo>
                <a:lnTo>
                  <a:pt x="86899" y="46482"/>
                </a:lnTo>
                <a:lnTo>
                  <a:pt x="44603" y="21857"/>
                </a:lnTo>
                <a:lnTo>
                  <a:pt x="0" y="0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55531" y="4876800"/>
            <a:ext cx="166370" cy="205740"/>
          </a:xfrm>
          <a:custGeom>
            <a:avLst/>
            <a:gdLst/>
            <a:ahLst/>
            <a:cxnLst/>
            <a:rect l="l" t="t" r="r" b="b"/>
            <a:pathLst>
              <a:path w="166370" h="205739">
                <a:moveTo>
                  <a:pt x="0" y="205739"/>
                </a:moveTo>
                <a:lnTo>
                  <a:pt x="41123" y="170883"/>
                </a:lnTo>
                <a:lnTo>
                  <a:pt x="78443" y="132441"/>
                </a:lnTo>
                <a:lnTo>
                  <a:pt x="111812" y="90854"/>
                </a:lnTo>
                <a:lnTo>
                  <a:pt x="141085" y="46561"/>
                </a:lnTo>
                <a:lnTo>
                  <a:pt x="166115" y="0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20836" y="4113276"/>
            <a:ext cx="9525" cy="97790"/>
          </a:xfrm>
          <a:custGeom>
            <a:avLst/>
            <a:gdLst/>
            <a:ahLst/>
            <a:cxnLst/>
            <a:rect l="l" t="t" r="r" b="b"/>
            <a:pathLst>
              <a:path w="9525" h="97789">
                <a:moveTo>
                  <a:pt x="9143" y="97535"/>
                </a:moveTo>
                <a:lnTo>
                  <a:pt x="9143" y="96011"/>
                </a:lnTo>
                <a:lnTo>
                  <a:pt x="9143" y="92963"/>
                </a:lnTo>
                <a:lnTo>
                  <a:pt x="9143" y="91439"/>
                </a:lnTo>
                <a:lnTo>
                  <a:pt x="8572" y="68579"/>
                </a:lnTo>
                <a:lnTo>
                  <a:pt x="6857" y="45719"/>
                </a:lnTo>
                <a:lnTo>
                  <a:pt x="4000" y="22859"/>
                </a:lnTo>
                <a:lnTo>
                  <a:pt x="0" y="0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60133" y="3875533"/>
            <a:ext cx="85725" cy="123825"/>
          </a:xfrm>
          <a:custGeom>
            <a:avLst/>
            <a:gdLst/>
            <a:ahLst/>
            <a:cxnLst/>
            <a:rect l="l" t="t" r="r" b="b"/>
            <a:pathLst>
              <a:path w="85725" h="123825">
                <a:moveTo>
                  <a:pt x="85343" y="0"/>
                </a:moveTo>
                <a:lnTo>
                  <a:pt x="60221" y="28503"/>
                </a:lnTo>
                <a:lnTo>
                  <a:pt x="37528" y="58864"/>
                </a:lnTo>
                <a:lnTo>
                  <a:pt x="17406" y="90654"/>
                </a:lnTo>
                <a:lnTo>
                  <a:pt x="0" y="123443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56984" y="3948684"/>
            <a:ext cx="41275" cy="108585"/>
          </a:xfrm>
          <a:custGeom>
            <a:avLst/>
            <a:gdLst/>
            <a:ahLst/>
            <a:cxnLst/>
            <a:rect l="l" t="t" r="r" b="b"/>
            <a:pathLst>
              <a:path w="41275" h="108585">
                <a:moveTo>
                  <a:pt x="41147" y="0"/>
                </a:moveTo>
                <a:lnTo>
                  <a:pt x="27431" y="26336"/>
                </a:lnTo>
                <a:lnTo>
                  <a:pt x="16001" y="52958"/>
                </a:lnTo>
                <a:lnTo>
                  <a:pt x="6857" y="80152"/>
                </a:lnTo>
                <a:lnTo>
                  <a:pt x="0" y="108203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25820" y="4096512"/>
            <a:ext cx="149860" cy="104139"/>
          </a:xfrm>
          <a:custGeom>
            <a:avLst/>
            <a:gdLst/>
            <a:ahLst/>
            <a:cxnLst/>
            <a:rect l="l" t="t" r="r" b="b"/>
            <a:pathLst>
              <a:path w="149860" h="104139">
                <a:moveTo>
                  <a:pt x="149351" y="103631"/>
                </a:moveTo>
                <a:lnTo>
                  <a:pt x="114228" y="74795"/>
                </a:lnTo>
                <a:lnTo>
                  <a:pt x="77533" y="47815"/>
                </a:lnTo>
                <a:lnTo>
                  <a:pt x="39409" y="22836"/>
                </a:lnTo>
                <a:lnTo>
                  <a:pt x="0" y="0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63007" y="4803648"/>
            <a:ext cx="26034" cy="109855"/>
          </a:xfrm>
          <a:custGeom>
            <a:avLst/>
            <a:gdLst/>
            <a:ahLst/>
            <a:cxnLst/>
            <a:rect l="l" t="t" r="r" b="b"/>
            <a:pathLst>
              <a:path w="26035" h="109854">
                <a:moveTo>
                  <a:pt x="0" y="0"/>
                </a:moveTo>
                <a:lnTo>
                  <a:pt x="4905" y="27431"/>
                </a:lnTo>
                <a:lnTo>
                  <a:pt x="10667" y="54863"/>
                </a:lnTo>
                <a:lnTo>
                  <a:pt x="17573" y="82295"/>
                </a:lnTo>
                <a:lnTo>
                  <a:pt x="25907" y="109727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42914" y="4474961"/>
            <a:ext cx="3023870" cy="12388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ct val="94700"/>
              </a:lnSpc>
              <a:spcBef>
                <a:spcPts val="275"/>
              </a:spcBef>
            </a:pPr>
            <a:r>
              <a:rPr sz="2750" i="1" spc="-60" dirty="0">
                <a:solidFill>
                  <a:srgbClr val="FFCF01"/>
                </a:solidFill>
                <a:latin typeface="Verdana"/>
                <a:cs typeface="Verdana"/>
              </a:rPr>
              <a:t>Modelo</a:t>
            </a:r>
            <a:r>
              <a:rPr sz="2750" i="1" spc="-200" dirty="0">
                <a:solidFill>
                  <a:srgbClr val="FFCF01"/>
                </a:solidFill>
                <a:latin typeface="Verdana"/>
                <a:cs typeface="Verdana"/>
              </a:rPr>
              <a:t> </a:t>
            </a:r>
            <a:r>
              <a:rPr sz="2750" i="1" spc="-20" dirty="0">
                <a:solidFill>
                  <a:srgbClr val="FFCF01"/>
                </a:solidFill>
                <a:latin typeface="Verdana"/>
                <a:cs typeface="Verdana"/>
              </a:rPr>
              <a:t>mais </a:t>
            </a:r>
            <a:r>
              <a:rPr sz="2750" i="1" spc="-90" dirty="0">
                <a:solidFill>
                  <a:srgbClr val="FFCF01"/>
                </a:solidFill>
                <a:latin typeface="Verdana"/>
                <a:cs typeface="Verdana"/>
              </a:rPr>
              <a:t>implementado</a:t>
            </a:r>
            <a:r>
              <a:rPr sz="2750" i="1" spc="-175" dirty="0">
                <a:solidFill>
                  <a:srgbClr val="FFCF01"/>
                </a:solidFill>
                <a:latin typeface="Verdana"/>
                <a:cs typeface="Verdana"/>
              </a:rPr>
              <a:t> </a:t>
            </a:r>
            <a:r>
              <a:rPr sz="2750" i="1" spc="-85" dirty="0">
                <a:solidFill>
                  <a:srgbClr val="FFCF01"/>
                </a:solidFill>
                <a:latin typeface="Verdana"/>
                <a:cs typeface="Verdana"/>
              </a:rPr>
              <a:t>em </a:t>
            </a:r>
            <a:r>
              <a:rPr sz="2750" i="1" spc="-50" dirty="0">
                <a:solidFill>
                  <a:srgbClr val="FFCF01"/>
                </a:solidFill>
                <a:latin typeface="Verdana"/>
                <a:cs typeface="Verdana"/>
              </a:rPr>
              <a:t>SGBD!!!</a:t>
            </a:r>
            <a:endParaRPr sz="2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Modelo</a:t>
            </a:r>
            <a:r>
              <a:rPr spc="-60" dirty="0"/>
              <a:t> </a:t>
            </a:r>
            <a:r>
              <a:rPr spc="-10" dirty="0"/>
              <a:t>Relacional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3" y="2506472"/>
            <a:ext cx="7524750" cy="3879267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54965" marR="43180" indent="-342900">
              <a:lnSpc>
                <a:spcPct val="97600"/>
              </a:lnSpc>
              <a:spcBef>
                <a:spcPts val="175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Uma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base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é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estruturada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acordo </a:t>
            </a:r>
            <a:r>
              <a:rPr sz="2800" dirty="0">
                <a:latin typeface="Tahoma"/>
                <a:cs typeface="Tahoma"/>
              </a:rPr>
              <a:t>com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 </a:t>
            </a:r>
            <a:r>
              <a:rPr sz="2950" i="1" spc="-320" dirty="0">
                <a:latin typeface="Verdana"/>
                <a:cs typeface="Verdana"/>
              </a:rPr>
              <a:t>modelo</a:t>
            </a:r>
            <a:r>
              <a:rPr sz="2950" i="1" spc="-155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de</a:t>
            </a:r>
            <a:r>
              <a:rPr sz="2950" i="1" spc="-160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dados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60" dirty="0">
                <a:latin typeface="Verdana"/>
                <a:cs typeface="Verdana"/>
              </a:rPr>
              <a:t>relacional</a:t>
            </a:r>
            <a:r>
              <a:rPr sz="2950" i="1" spc="-175" dirty="0">
                <a:latin typeface="Verdana"/>
                <a:cs typeface="Verdana"/>
              </a:rPr>
              <a:t> </a:t>
            </a:r>
            <a:r>
              <a:rPr sz="2800" dirty="0">
                <a:latin typeface="Tahoma"/>
                <a:cs typeface="Tahoma"/>
              </a:rPr>
              <a:t>como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uma </a:t>
            </a:r>
            <a:r>
              <a:rPr sz="2800" dirty="0">
                <a:latin typeface="Tahoma"/>
                <a:cs typeface="Tahoma"/>
              </a:rPr>
              <a:t>coleção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relações.</a:t>
            </a:r>
            <a:endParaRPr sz="2800">
              <a:latin typeface="Tahoma"/>
              <a:cs typeface="Tahoma"/>
            </a:endParaRPr>
          </a:p>
          <a:p>
            <a:pPr marL="353060" marR="370840" indent="-340995" algn="just">
              <a:lnSpc>
                <a:spcPct val="100200"/>
              </a:lnSpc>
              <a:spcBef>
                <a:spcPts val="665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Uma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relação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é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tabela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(associada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um 	</a:t>
            </a:r>
            <a:r>
              <a:rPr sz="2800" dirty="0">
                <a:latin typeface="Tahoma"/>
                <a:cs typeface="Tahoma"/>
              </a:rPr>
              <a:t>nome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único)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qual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cada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linha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representa 	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coleção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dados.</a:t>
            </a:r>
            <a:endParaRPr sz="2800">
              <a:latin typeface="Tahoma"/>
              <a:cs typeface="Tahoma"/>
            </a:endParaRPr>
          </a:p>
          <a:p>
            <a:pPr marL="756285" marR="5080" lvl="1" indent="-287020">
              <a:lnSpc>
                <a:spcPct val="99800"/>
              </a:lnSpc>
              <a:spcBef>
                <a:spcPts val="56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Os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valores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podem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ser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interpretados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um</a:t>
            </a:r>
            <a:r>
              <a:rPr sz="2400" spc="-20" dirty="0">
                <a:latin typeface="Tahoma"/>
                <a:cs typeface="Tahoma"/>
              </a:rPr>
              <a:t> fato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descreve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instância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uma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entidade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ou </a:t>
            </a:r>
            <a:r>
              <a:rPr sz="2400" spc="-10" dirty="0">
                <a:latin typeface="Tahoma"/>
                <a:cs typeface="Tahoma"/>
              </a:rPr>
              <a:t>relacionamento.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Modelo</a:t>
            </a:r>
            <a:r>
              <a:rPr spc="-60" dirty="0"/>
              <a:t> </a:t>
            </a:r>
            <a:r>
              <a:rPr spc="-10" dirty="0"/>
              <a:t>Relacional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4" y="2493668"/>
            <a:ext cx="7397115" cy="316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20000"/>
              </a:lnSpc>
              <a:spcBef>
                <a:spcPts val="1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As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colunas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relação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são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chamadas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dirty="0">
                <a:latin typeface="Tahoma"/>
                <a:cs typeface="Tahoma"/>
              </a:rPr>
              <a:t>atributos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as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linhas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tuplas.</a:t>
            </a:r>
            <a:endParaRPr sz="2800">
              <a:latin typeface="Tahoma"/>
              <a:cs typeface="Tahoma"/>
            </a:endParaRPr>
          </a:p>
          <a:p>
            <a:pPr marL="756285" marR="196850" lvl="1" indent="-287020">
              <a:lnSpc>
                <a:spcPct val="119900"/>
              </a:lnSpc>
              <a:spcBef>
                <a:spcPts val="287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conjunto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valores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(atômicos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ou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indivisíveis)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define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cada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atributo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uma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relação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é </a:t>
            </a:r>
            <a:r>
              <a:rPr sz="2400" dirty="0">
                <a:latin typeface="Tahoma"/>
                <a:cs typeface="Tahoma"/>
              </a:rPr>
              <a:t>chamado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domínio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(especificado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um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tipo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ou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formato).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Modelo</a:t>
            </a:r>
            <a:r>
              <a:rPr spc="-60" dirty="0"/>
              <a:t> </a:t>
            </a:r>
            <a:r>
              <a:rPr spc="-10" dirty="0"/>
              <a:t>Relacional</a:t>
            </a:r>
          </a:p>
        </p:txBody>
      </p:sp>
      <p:sp>
        <p:nvSpPr>
          <p:cNvPr id="3" name="object 3"/>
          <p:cNvSpPr/>
          <p:nvPr/>
        </p:nvSpPr>
        <p:spPr>
          <a:xfrm>
            <a:off x="2947918" y="2796539"/>
            <a:ext cx="8430895" cy="3495040"/>
          </a:xfrm>
          <a:custGeom>
            <a:avLst/>
            <a:gdLst/>
            <a:ahLst/>
            <a:cxnLst/>
            <a:rect l="l" t="t" r="r" b="b"/>
            <a:pathLst>
              <a:path w="8430895" h="3495040">
                <a:moveTo>
                  <a:pt x="0" y="0"/>
                </a:moveTo>
                <a:lnTo>
                  <a:pt x="0" y="3494531"/>
                </a:lnTo>
                <a:lnTo>
                  <a:pt x="8430767" y="3494531"/>
                </a:lnTo>
                <a:lnTo>
                  <a:pt x="8430767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50563" y="2991102"/>
            <a:ext cx="78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Nome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80631" y="3017011"/>
            <a:ext cx="1261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Endereço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83986" y="3855210"/>
            <a:ext cx="18700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José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Almeida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22085" y="4781802"/>
            <a:ext cx="12725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Maria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Dias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9894" y="5671817"/>
            <a:ext cx="21736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Aparecido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Navarro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54844" y="3957318"/>
            <a:ext cx="16084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R.</a:t>
            </a:r>
            <a:r>
              <a:rPr sz="2200" spc="5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Tulipas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89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26828" y="4847333"/>
            <a:ext cx="27482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Av.</a:t>
            </a:r>
            <a:r>
              <a:rPr sz="2200" spc="4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Clóvis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Penteado</a:t>
            </a:r>
            <a:r>
              <a:rPr sz="2200" spc="-25" dirty="0">
                <a:latin typeface="Times New Roman"/>
                <a:cs typeface="Times New Roman"/>
              </a:rPr>
              <a:t> 98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2736" y="5661149"/>
            <a:ext cx="25228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R.</a:t>
            </a:r>
            <a:r>
              <a:rPr sz="2200" spc="5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Marechal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Deodoro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29919" y="3004819"/>
            <a:ext cx="1634489" cy="1228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005"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Telefone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143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/>
            <a:r>
              <a:rPr sz="2000" spc="-10" dirty="0">
                <a:latin typeface="Times New Roman"/>
                <a:cs typeface="Times New Roman"/>
              </a:rPr>
              <a:t>0xx16-2761112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43635" y="4787899"/>
            <a:ext cx="16344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0xx11-8548620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57351" y="5630670"/>
            <a:ext cx="16344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0xx19-2445618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41771" y="2796540"/>
            <a:ext cx="3697604" cy="3546475"/>
          </a:xfrm>
          <a:custGeom>
            <a:avLst/>
            <a:gdLst/>
            <a:ahLst/>
            <a:cxnLst/>
            <a:rect l="l" t="t" r="r" b="b"/>
            <a:pathLst>
              <a:path w="3697604" h="3546475">
                <a:moveTo>
                  <a:pt x="0" y="13715"/>
                </a:moveTo>
                <a:lnTo>
                  <a:pt x="0" y="3497579"/>
                </a:lnTo>
              </a:path>
              <a:path w="3697604" h="3546475">
                <a:moveTo>
                  <a:pt x="3697223" y="0"/>
                </a:moveTo>
                <a:lnTo>
                  <a:pt x="3697223" y="3546347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41821" y="3543300"/>
            <a:ext cx="8425180" cy="0"/>
          </a:xfrm>
          <a:custGeom>
            <a:avLst/>
            <a:gdLst/>
            <a:ahLst/>
            <a:cxnLst/>
            <a:rect l="l" t="t" r="r" b="b"/>
            <a:pathLst>
              <a:path w="8425180">
                <a:moveTo>
                  <a:pt x="8424677" y="0"/>
                </a:moveTo>
                <a:lnTo>
                  <a:pt x="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50965" y="4500371"/>
            <a:ext cx="8427720" cy="0"/>
          </a:xfrm>
          <a:custGeom>
            <a:avLst/>
            <a:gdLst/>
            <a:ahLst/>
            <a:cxnLst/>
            <a:rect l="l" t="t" r="r" b="b"/>
            <a:pathLst>
              <a:path w="8427720">
                <a:moveTo>
                  <a:pt x="8427725" y="0"/>
                </a:moveTo>
                <a:lnTo>
                  <a:pt x="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31153" y="5362955"/>
            <a:ext cx="8435340" cy="0"/>
          </a:xfrm>
          <a:custGeom>
            <a:avLst/>
            <a:gdLst/>
            <a:ahLst/>
            <a:cxnLst/>
            <a:rect l="l" t="t" r="r" b="b"/>
            <a:pathLst>
              <a:path w="8435340">
                <a:moveTo>
                  <a:pt x="8435345" y="0"/>
                </a:moveTo>
                <a:lnTo>
                  <a:pt x="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277355" y="2101088"/>
            <a:ext cx="15614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Atributos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79772" y="2500884"/>
            <a:ext cx="1416050" cy="622300"/>
          </a:xfrm>
          <a:custGeom>
            <a:avLst/>
            <a:gdLst/>
            <a:ahLst/>
            <a:cxnLst/>
            <a:rect l="l" t="t" r="r" b="b"/>
            <a:pathLst>
              <a:path w="1416050" h="622300">
                <a:moveTo>
                  <a:pt x="98582" y="551760"/>
                </a:moveTo>
                <a:lnTo>
                  <a:pt x="83820" y="516636"/>
                </a:lnTo>
                <a:lnTo>
                  <a:pt x="0" y="614172"/>
                </a:lnTo>
                <a:lnTo>
                  <a:pt x="80772" y="618979"/>
                </a:lnTo>
                <a:lnTo>
                  <a:pt x="80772" y="559308"/>
                </a:lnTo>
                <a:lnTo>
                  <a:pt x="98582" y="551760"/>
                </a:lnTo>
                <a:close/>
              </a:path>
              <a:path w="1416050" h="622300">
                <a:moveTo>
                  <a:pt x="113391" y="586994"/>
                </a:moveTo>
                <a:lnTo>
                  <a:pt x="98582" y="551760"/>
                </a:lnTo>
                <a:lnTo>
                  <a:pt x="80772" y="559308"/>
                </a:lnTo>
                <a:lnTo>
                  <a:pt x="96012" y="594360"/>
                </a:lnTo>
                <a:lnTo>
                  <a:pt x="113391" y="586994"/>
                </a:lnTo>
                <a:close/>
              </a:path>
              <a:path w="1416050" h="622300">
                <a:moveTo>
                  <a:pt x="128016" y="621792"/>
                </a:moveTo>
                <a:lnTo>
                  <a:pt x="113391" y="586994"/>
                </a:lnTo>
                <a:lnTo>
                  <a:pt x="96012" y="594360"/>
                </a:lnTo>
                <a:lnTo>
                  <a:pt x="80772" y="559308"/>
                </a:lnTo>
                <a:lnTo>
                  <a:pt x="80772" y="618979"/>
                </a:lnTo>
                <a:lnTo>
                  <a:pt x="128016" y="621792"/>
                </a:lnTo>
                <a:close/>
              </a:path>
              <a:path w="1416050" h="622300">
                <a:moveTo>
                  <a:pt x="1415796" y="35052"/>
                </a:moveTo>
                <a:lnTo>
                  <a:pt x="1400556" y="0"/>
                </a:lnTo>
                <a:lnTo>
                  <a:pt x="98582" y="551760"/>
                </a:lnTo>
                <a:lnTo>
                  <a:pt x="113391" y="586994"/>
                </a:lnTo>
                <a:lnTo>
                  <a:pt x="1415796" y="3505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995668" y="2590801"/>
            <a:ext cx="114300" cy="448309"/>
          </a:xfrm>
          <a:custGeom>
            <a:avLst/>
            <a:gdLst/>
            <a:ahLst/>
            <a:cxnLst/>
            <a:rect l="l" t="t" r="r" b="b"/>
            <a:pathLst>
              <a:path w="114300" h="448310">
                <a:moveTo>
                  <a:pt x="114300" y="333756"/>
                </a:moveTo>
                <a:lnTo>
                  <a:pt x="0" y="333756"/>
                </a:lnTo>
                <a:lnTo>
                  <a:pt x="38100" y="408953"/>
                </a:lnTo>
                <a:lnTo>
                  <a:pt x="38100" y="352044"/>
                </a:lnTo>
                <a:lnTo>
                  <a:pt x="76200" y="352044"/>
                </a:lnTo>
                <a:lnTo>
                  <a:pt x="76200" y="410985"/>
                </a:lnTo>
                <a:lnTo>
                  <a:pt x="114300" y="333756"/>
                </a:lnTo>
                <a:close/>
              </a:path>
              <a:path w="114300" h="448310">
                <a:moveTo>
                  <a:pt x="76200" y="333756"/>
                </a:moveTo>
                <a:lnTo>
                  <a:pt x="76200" y="0"/>
                </a:lnTo>
                <a:lnTo>
                  <a:pt x="38100" y="0"/>
                </a:lnTo>
                <a:lnTo>
                  <a:pt x="38100" y="333756"/>
                </a:lnTo>
                <a:lnTo>
                  <a:pt x="76200" y="333756"/>
                </a:lnTo>
                <a:close/>
              </a:path>
              <a:path w="114300" h="448310">
                <a:moveTo>
                  <a:pt x="76200" y="410985"/>
                </a:moveTo>
                <a:lnTo>
                  <a:pt x="76200" y="352044"/>
                </a:lnTo>
                <a:lnTo>
                  <a:pt x="38100" y="352044"/>
                </a:lnTo>
                <a:lnTo>
                  <a:pt x="38100" y="408953"/>
                </a:lnTo>
                <a:lnTo>
                  <a:pt x="57912" y="448056"/>
                </a:lnTo>
                <a:lnTo>
                  <a:pt x="76200" y="41098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39965" y="2499360"/>
            <a:ext cx="1816735" cy="562610"/>
          </a:xfrm>
          <a:custGeom>
            <a:avLst/>
            <a:gdLst/>
            <a:ahLst/>
            <a:cxnLst/>
            <a:rect l="l" t="t" r="r" b="b"/>
            <a:pathLst>
              <a:path w="1816734" h="562610">
                <a:moveTo>
                  <a:pt x="1712097" y="488708"/>
                </a:moveTo>
                <a:lnTo>
                  <a:pt x="10668" y="0"/>
                </a:lnTo>
                <a:lnTo>
                  <a:pt x="0" y="36576"/>
                </a:lnTo>
                <a:lnTo>
                  <a:pt x="1702011" y="525018"/>
                </a:lnTo>
                <a:lnTo>
                  <a:pt x="1712097" y="488708"/>
                </a:lnTo>
                <a:close/>
              </a:path>
              <a:path w="1816734" h="562610">
                <a:moveTo>
                  <a:pt x="1729740" y="555386"/>
                </a:moveTo>
                <a:lnTo>
                  <a:pt x="1729740" y="493776"/>
                </a:lnTo>
                <a:lnTo>
                  <a:pt x="1720596" y="530352"/>
                </a:lnTo>
                <a:lnTo>
                  <a:pt x="1702011" y="525018"/>
                </a:lnTo>
                <a:lnTo>
                  <a:pt x="1691640" y="562356"/>
                </a:lnTo>
                <a:lnTo>
                  <a:pt x="1729740" y="555386"/>
                </a:lnTo>
                <a:close/>
              </a:path>
              <a:path w="1816734" h="562610">
                <a:moveTo>
                  <a:pt x="1729740" y="493776"/>
                </a:moveTo>
                <a:lnTo>
                  <a:pt x="1712097" y="488708"/>
                </a:lnTo>
                <a:lnTo>
                  <a:pt x="1702011" y="525018"/>
                </a:lnTo>
                <a:lnTo>
                  <a:pt x="1720596" y="530352"/>
                </a:lnTo>
                <a:lnTo>
                  <a:pt x="1729740" y="493776"/>
                </a:lnTo>
                <a:close/>
              </a:path>
              <a:path w="1816734" h="562610">
                <a:moveTo>
                  <a:pt x="1816608" y="539496"/>
                </a:moveTo>
                <a:lnTo>
                  <a:pt x="1722120" y="452628"/>
                </a:lnTo>
                <a:lnTo>
                  <a:pt x="1712097" y="488708"/>
                </a:lnTo>
                <a:lnTo>
                  <a:pt x="1729740" y="493776"/>
                </a:lnTo>
                <a:lnTo>
                  <a:pt x="1729740" y="555386"/>
                </a:lnTo>
                <a:lnTo>
                  <a:pt x="1816608" y="53949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415534" y="3500119"/>
            <a:ext cx="319405" cy="2950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99900"/>
              </a:lnSpc>
              <a:spcBef>
                <a:spcPts val="105"/>
              </a:spcBef>
            </a:pPr>
            <a:r>
              <a:rPr sz="3200" spc="-50" dirty="0">
                <a:solidFill>
                  <a:srgbClr val="006565"/>
                </a:solidFill>
                <a:latin typeface="Times New Roman"/>
                <a:cs typeface="Times New Roman"/>
              </a:rPr>
              <a:t>T U P L A 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56090" y="6567930"/>
            <a:ext cx="14712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spc="-10" dirty="0">
                <a:solidFill>
                  <a:srgbClr val="000099"/>
                </a:solidFill>
                <a:latin typeface="Times New Roman"/>
                <a:cs typeface="Times New Roman"/>
              </a:rPr>
              <a:t>Domínio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037328" y="6278881"/>
            <a:ext cx="2885440" cy="588645"/>
          </a:xfrm>
          <a:custGeom>
            <a:avLst/>
            <a:gdLst/>
            <a:ahLst/>
            <a:cxnLst/>
            <a:rect l="l" t="t" r="r" b="b"/>
            <a:pathLst>
              <a:path w="2885440" h="588645">
                <a:moveTo>
                  <a:pt x="182880" y="0"/>
                </a:moveTo>
                <a:lnTo>
                  <a:pt x="0" y="54864"/>
                </a:lnTo>
                <a:lnTo>
                  <a:pt x="135636" y="155583"/>
                </a:lnTo>
                <a:lnTo>
                  <a:pt x="135636" y="108204"/>
                </a:lnTo>
                <a:lnTo>
                  <a:pt x="144780" y="51816"/>
                </a:lnTo>
                <a:lnTo>
                  <a:pt x="173159" y="56787"/>
                </a:lnTo>
                <a:lnTo>
                  <a:pt x="182880" y="0"/>
                </a:lnTo>
                <a:close/>
              </a:path>
              <a:path w="2885440" h="588645">
                <a:moveTo>
                  <a:pt x="173159" y="56787"/>
                </a:moveTo>
                <a:lnTo>
                  <a:pt x="144780" y="51816"/>
                </a:lnTo>
                <a:lnTo>
                  <a:pt x="135636" y="108204"/>
                </a:lnTo>
                <a:lnTo>
                  <a:pt x="163521" y="113092"/>
                </a:lnTo>
                <a:lnTo>
                  <a:pt x="173159" y="56787"/>
                </a:lnTo>
                <a:close/>
              </a:path>
              <a:path w="2885440" h="588645">
                <a:moveTo>
                  <a:pt x="163521" y="113092"/>
                </a:moveTo>
                <a:lnTo>
                  <a:pt x="135636" y="108204"/>
                </a:lnTo>
                <a:lnTo>
                  <a:pt x="135636" y="155583"/>
                </a:lnTo>
                <a:lnTo>
                  <a:pt x="153924" y="169164"/>
                </a:lnTo>
                <a:lnTo>
                  <a:pt x="163521" y="113092"/>
                </a:lnTo>
                <a:close/>
              </a:path>
              <a:path w="2885440" h="588645">
                <a:moveTo>
                  <a:pt x="2884932" y="531876"/>
                </a:moveTo>
                <a:lnTo>
                  <a:pt x="173159" y="56787"/>
                </a:lnTo>
                <a:lnTo>
                  <a:pt x="163521" y="113092"/>
                </a:lnTo>
                <a:lnTo>
                  <a:pt x="2874264" y="588264"/>
                </a:lnTo>
                <a:lnTo>
                  <a:pt x="2884932" y="531876"/>
                </a:lnTo>
                <a:close/>
              </a:path>
            </a:pathLst>
          </a:custGeom>
          <a:solidFill>
            <a:srgbClr val="0000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563864" y="6333744"/>
            <a:ext cx="591820" cy="386080"/>
          </a:xfrm>
          <a:custGeom>
            <a:avLst/>
            <a:gdLst/>
            <a:ahLst/>
            <a:cxnLst/>
            <a:rect l="l" t="t" r="r" b="b"/>
            <a:pathLst>
              <a:path w="591820" h="386079">
                <a:moveTo>
                  <a:pt x="192024" y="18288"/>
                </a:moveTo>
                <a:lnTo>
                  <a:pt x="0" y="0"/>
                </a:lnTo>
                <a:lnTo>
                  <a:pt x="100584" y="164592"/>
                </a:lnTo>
                <a:lnTo>
                  <a:pt x="106680" y="154838"/>
                </a:lnTo>
                <a:lnTo>
                  <a:pt x="106680" y="100584"/>
                </a:lnTo>
                <a:lnTo>
                  <a:pt x="137160" y="51816"/>
                </a:lnTo>
                <a:lnTo>
                  <a:pt x="161516" y="67100"/>
                </a:lnTo>
                <a:lnTo>
                  <a:pt x="192024" y="18288"/>
                </a:lnTo>
                <a:close/>
              </a:path>
              <a:path w="591820" h="386079">
                <a:moveTo>
                  <a:pt x="161516" y="67100"/>
                </a:moveTo>
                <a:lnTo>
                  <a:pt x="137160" y="51816"/>
                </a:lnTo>
                <a:lnTo>
                  <a:pt x="106680" y="100584"/>
                </a:lnTo>
                <a:lnTo>
                  <a:pt x="131059" y="115831"/>
                </a:lnTo>
                <a:lnTo>
                  <a:pt x="161516" y="67100"/>
                </a:lnTo>
                <a:close/>
              </a:path>
              <a:path w="591820" h="386079">
                <a:moveTo>
                  <a:pt x="131059" y="115831"/>
                </a:moveTo>
                <a:lnTo>
                  <a:pt x="106680" y="100584"/>
                </a:lnTo>
                <a:lnTo>
                  <a:pt x="106680" y="154838"/>
                </a:lnTo>
                <a:lnTo>
                  <a:pt x="131059" y="115831"/>
                </a:lnTo>
                <a:close/>
              </a:path>
              <a:path w="591820" h="386079">
                <a:moveTo>
                  <a:pt x="591312" y="336804"/>
                </a:moveTo>
                <a:lnTo>
                  <a:pt x="161516" y="67100"/>
                </a:lnTo>
                <a:lnTo>
                  <a:pt x="131059" y="115831"/>
                </a:lnTo>
                <a:lnTo>
                  <a:pt x="562356" y="385572"/>
                </a:lnTo>
                <a:lnTo>
                  <a:pt x="591312" y="336804"/>
                </a:lnTo>
                <a:close/>
              </a:path>
            </a:pathLst>
          </a:custGeom>
          <a:solidFill>
            <a:srgbClr val="0000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917177" y="6377940"/>
            <a:ext cx="573405" cy="411480"/>
          </a:xfrm>
          <a:custGeom>
            <a:avLst/>
            <a:gdLst/>
            <a:ahLst/>
            <a:cxnLst/>
            <a:rect l="l" t="t" r="r" b="b"/>
            <a:pathLst>
              <a:path w="573404" h="411479">
                <a:moveTo>
                  <a:pt x="448489" y="121813"/>
                </a:moveTo>
                <a:lnTo>
                  <a:pt x="416008" y="75341"/>
                </a:lnTo>
                <a:lnTo>
                  <a:pt x="0" y="364236"/>
                </a:lnTo>
                <a:lnTo>
                  <a:pt x="32004" y="411480"/>
                </a:lnTo>
                <a:lnTo>
                  <a:pt x="448489" y="121813"/>
                </a:lnTo>
                <a:close/>
              </a:path>
              <a:path w="573404" h="411479">
                <a:moveTo>
                  <a:pt x="573024" y="0"/>
                </a:moveTo>
                <a:lnTo>
                  <a:pt x="382524" y="27432"/>
                </a:lnTo>
                <a:lnTo>
                  <a:pt x="416008" y="75341"/>
                </a:lnTo>
                <a:lnTo>
                  <a:pt x="438912" y="59436"/>
                </a:lnTo>
                <a:lnTo>
                  <a:pt x="472440" y="105156"/>
                </a:lnTo>
                <a:lnTo>
                  <a:pt x="472440" y="156081"/>
                </a:lnTo>
                <a:lnTo>
                  <a:pt x="481584" y="169164"/>
                </a:lnTo>
                <a:lnTo>
                  <a:pt x="573024" y="0"/>
                </a:lnTo>
                <a:close/>
              </a:path>
              <a:path w="573404" h="411479">
                <a:moveTo>
                  <a:pt x="472440" y="105156"/>
                </a:moveTo>
                <a:lnTo>
                  <a:pt x="438912" y="59436"/>
                </a:lnTo>
                <a:lnTo>
                  <a:pt x="416008" y="75341"/>
                </a:lnTo>
                <a:lnTo>
                  <a:pt x="448489" y="121813"/>
                </a:lnTo>
                <a:lnTo>
                  <a:pt x="472440" y="105156"/>
                </a:lnTo>
                <a:close/>
              </a:path>
              <a:path w="573404" h="411479">
                <a:moveTo>
                  <a:pt x="472440" y="156081"/>
                </a:moveTo>
                <a:lnTo>
                  <a:pt x="472440" y="105156"/>
                </a:lnTo>
                <a:lnTo>
                  <a:pt x="448489" y="121813"/>
                </a:lnTo>
                <a:lnTo>
                  <a:pt x="472440" y="156081"/>
                </a:lnTo>
                <a:close/>
              </a:path>
            </a:pathLst>
          </a:custGeom>
          <a:solidFill>
            <a:srgbClr val="00009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Modelo</a:t>
            </a:r>
            <a:r>
              <a:rPr spc="-60" dirty="0"/>
              <a:t> </a:t>
            </a:r>
            <a:r>
              <a:rPr spc="-10" dirty="0"/>
              <a:t>Relacional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60064" y="2490316"/>
            <a:ext cx="7376159" cy="4017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065" marR="17780" indent="-342900">
              <a:lnSpc>
                <a:spcPct val="119700"/>
              </a:lnSpc>
              <a:spcBef>
                <a:spcPts val="95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93065" algn="l"/>
              </a:tabLst>
            </a:pPr>
            <a:r>
              <a:rPr sz="3200" dirty="0">
                <a:latin typeface="Tahoma"/>
                <a:cs typeface="Tahoma"/>
              </a:rPr>
              <a:t>O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número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atributos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uma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relação </a:t>
            </a:r>
            <a:r>
              <a:rPr sz="3200" dirty="0">
                <a:latin typeface="Tahoma"/>
                <a:cs typeface="Tahoma"/>
              </a:rPr>
              <a:t>é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chamado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grau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da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relação.</a:t>
            </a:r>
            <a:endParaRPr sz="3200">
              <a:latin typeface="Tahoma"/>
              <a:cs typeface="Tahoma"/>
            </a:endParaRPr>
          </a:p>
          <a:p>
            <a:pPr marL="393065" marR="159385" indent="-342900">
              <a:lnSpc>
                <a:spcPct val="119800"/>
              </a:lnSpc>
              <a:spcBef>
                <a:spcPts val="3840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93065" algn="l"/>
              </a:tabLst>
            </a:pPr>
            <a:r>
              <a:rPr sz="3200" dirty="0">
                <a:latin typeface="Tahoma"/>
                <a:cs typeface="Tahoma"/>
              </a:rPr>
              <a:t>Formalmente,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uma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relação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é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um </a:t>
            </a:r>
            <a:r>
              <a:rPr sz="3200" dirty="0">
                <a:latin typeface="Tahoma"/>
                <a:cs typeface="Tahoma"/>
              </a:rPr>
              <a:t>conjunto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tuplas</a:t>
            </a:r>
            <a:r>
              <a:rPr sz="3200" spc="-45" dirty="0">
                <a:latin typeface="Tahoma"/>
                <a:cs typeface="Tahoma"/>
              </a:rPr>
              <a:t>  </a:t>
            </a:r>
            <a:r>
              <a:rPr sz="3200" dirty="0">
                <a:latin typeface="Tahoma"/>
                <a:cs typeface="Tahoma"/>
              </a:rPr>
              <a:t>&lt;d</a:t>
            </a:r>
            <a:r>
              <a:rPr sz="3150" baseline="-21164" dirty="0">
                <a:latin typeface="Tahoma"/>
                <a:cs typeface="Tahoma"/>
              </a:rPr>
              <a:t>1</a:t>
            </a:r>
            <a:r>
              <a:rPr sz="3200" dirty="0">
                <a:latin typeface="Tahoma"/>
                <a:cs typeface="Tahoma"/>
              </a:rPr>
              <a:t>,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</a:t>
            </a:r>
            <a:r>
              <a:rPr sz="3150" baseline="-21164" dirty="0">
                <a:latin typeface="Tahoma"/>
                <a:cs typeface="Tahoma"/>
              </a:rPr>
              <a:t>2</a:t>
            </a:r>
            <a:r>
              <a:rPr sz="3200" dirty="0">
                <a:latin typeface="Tahoma"/>
                <a:cs typeface="Tahoma"/>
              </a:rPr>
              <a:t>,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...,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d</a:t>
            </a:r>
            <a:r>
              <a:rPr sz="3150" spc="-37" baseline="-21164" dirty="0">
                <a:latin typeface="Tahoma"/>
                <a:cs typeface="Tahoma"/>
              </a:rPr>
              <a:t>n</a:t>
            </a:r>
            <a:r>
              <a:rPr sz="3200" spc="-25" dirty="0">
                <a:latin typeface="Tahoma"/>
                <a:cs typeface="Tahoma"/>
              </a:rPr>
              <a:t>&gt; </a:t>
            </a:r>
            <a:r>
              <a:rPr sz="3200" dirty="0">
                <a:latin typeface="Tahoma"/>
                <a:cs typeface="Tahoma"/>
              </a:rPr>
              <a:t>onde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cada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elemento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di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pertence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um </a:t>
            </a:r>
            <a:r>
              <a:rPr sz="3200" dirty="0">
                <a:latin typeface="Tahoma"/>
                <a:cs typeface="Tahoma"/>
              </a:rPr>
              <a:t>domínio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Di.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633222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Modelo</a:t>
            </a:r>
            <a:r>
              <a:rPr spc="-60" dirty="0"/>
              <a:t> </a:t>
            </a:r>
            <a:r>
              <a:rPr spc="-10" dirty="0"/>
              <a:t>Relacional </a:t>
            </a:r>
            <a:r>
              <a:rPr dirty="0"/>
              <a:t>Restrições</a:t>
            </a:r>
            <a:r>
              <a:rPr spc="-7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Integridade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60064" y="2514798"/>
            <a:ext cx="7674609" cy="348043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0165">
              <a:spcBef>
                <a:spcPts val="434"/>
              </a:spcBef>
            </a:pPr>
            <a:r>
              <a:rPr sz="2000" spc="150" dirty="0">
                <a:latin typeface="Tahoma"/>
                <a:cs typeface="Tahoma"/>
              </a:rPr>
              <a:t>Regra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95" dirty="0">
                <a:latin typeface="Tahoma"/>
                <a:cs typeface="Tahoma"/>
              </a:rPr>
              <a:t>1: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140" dirty="0">
                <a:latin typeface="Tahoma"/>
                <a:cs typeface="Tahoma"/>
              </a:rPr>
              <a:t>integridade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135" dirty="0">
                <a:latin typeface="Tahoma"/>
                <a:cs typeface="Tahoma"/>
              </a:rPr>
              <a:t>entidade</a:t>
            </a:r>
            <a:endParaRPr sz="2000">
              <a:latin typeface="Tahoma"/>
              <a:cs typeface="Tahoma"/>
            </a:endParaRPr>
          </a:p>
          <a:p>
            <a:pPr marL="367665">
              <a:spcBef>
                <a:spcPts val="365"/>
              </a:spcBef>
            </a:pPr>
            <a:r>
              <a:rPr sz="2100" i="1" spc="-254" dirty="0">
                <a:latin typeface="Verdana"/>
                <a:cs typeface="Verdana"/>
              </a:rPr>
              <a:t>Nenhum</a:t>
            </a:r>
            <a:r>
              <a:rPr sz="2100" i="1" spc="-100" dirty="0">
                <a:latin typeface="Verdana"/>
                <a:cs typeface="Verdana"/>
              </a:rPr>
              <a:t> </a:t>
            </a:r>
            <a:r>
              <a:rPr sz="2100" i="1" spc="-220" dirty="0">
                <a:latin typeface="Verdana"/>
                <a:cs typeface="Verdana"/>
              </a:rPr>
              <a:t>componente</a:t>
            </a:r>
            <a:r>
              <a:rPr sz="2100" i="1" spc="-85" dirty="0">
                <a:latin typeface="Verdana"/>
                <a:cs typeface="Verdana"/>
              </a:rPr>
              <a:t> </a:t>
            </a:r>
            <a:r>
              <a:rPr sz="2100" i="1" spc="-229" dirty="0">
                <a:latin typeface="Verdana"/>
                <a:cs typeface="Verdana"/>
              </a:rPr>
              <a:t>da</a:t>
            </a:r>
            <a:r>
              <a:rPr sz="2100" i="1" spc="-85" dirty="0">
                <a:latin typeface="Verdana"/>
                <a:cs typeface="Verdana"/>
              </a:rPr>
              <a:t> </a:t>
            </a:r>
            <a:r>
              <a:rPr sz="2100" i="1" spc="-220" dirty="0">
                <a:latin typeface="Verdana"/>
                <a:cs typeface="Verdana"/>
              </a:rPr>
              <a:t>chave</a:t>
            </a:r>
            <a:r>
              <a:rPr sz="2100" i="1" spc="-105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primária</a:t>
            </a:r>
            <a:r>
              <a:rPr sz="2100" i="1" spc="-8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pode</a:t>
            </a:r>
            <a:r>
              <a:rPr sz="2100" i="1" spc="-90" dirty="0">
                <a:latin typeface="Verdana"/>
                <a:cs typeface="Verdana"/>
              </a:rPr>
              <a:t> </a:t>
            </a:r>
            <a:r>
              <a:rPr sz="2100" i="1" spc="-185" dirty="0">
                <a:latin typeface="Verdana"/>
                <a:cs typeface="Verdana"/>
              </a:rPr>
              <a:t>ter</a:t>
            </a:r>
            <a:r>
              <a:rPr sz="2100" i="1" spc="-95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valor</a:t>
            </a:r>
            <a:r>
              <a:rPr sz="2100" i="1" spc="-105" dirty="0">
                <a:latin typeface="Verdana"/>
                <a:cs typeface="Verdana"/>
              </a:rPr>
              <a:t> </a:t>
            </a:r>
            <a:r>
              <a:rPr sz="2100" i="1" spc="-10" dirty="0">
                <a:latin typeface="Verdana"/>
                <a:cs typeface="Verdana"/>
              </a:rPr>
              <a:t>nulo;</a:t>
            </a:r>
            <a:endParaRPr sz="2100">
              <a:latin typeface="Verdana"/>
              <a:cs typeface="Verdana"/>
            </a:endParaRPr>
          </a:p>
          <a:p>
            <a:pPr>
              <a:spcBef>
                <a:spcPts val="980"/>
              </a:spcBef>
            </a:pPr>
            <a:endParaRPr sz="2100">
              <a:latin typeface="Verdana"/>
              <a:cs typeface="Verdana"/>
            </a:endParaRPr>
          </a:p>
          <a:p>
            <a:pPr marL="50800"/>
            <a:r>
              <a:rPr sz="2000" spc="150" dirty="0">
                <a:latin typeface="Tahoma"/>
                <a:cs typeface="Tahoma"/>
              </a:rPr>
              <a:t>Regra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95" dirty="0">
                <a:latin typeface="Tahoma"/>
                <a:cs typeface="Tahoma"/>
              </a:rPr>
              <a:t>2: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145" dirty="0">
                <a:latin typeface="Tahoma"/>
                <a:cs typeface="Tahoma"/>
              </a:rPr>
              <a:t>Integridade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130" dirty="0">
                <a:latin typeface="Tahoma"/>
                <a:cs typeface="Tahoma"/>
              </a:rPr>
              <a:t>Referencial</a:t>
            </a:r>
            <a:endParaRPr sz="2000">
              <a:latin typeface="Tahoma"/>
              <a:cs typeface="Tahoma"/>
            </a:endParaRPr>
          </a:p>
          <a:p>
            <a:pPr marL="393065" marR="43180" indent="-56515">
              <a:lnSpc>
                <a:spcPct val="123900"/>
              </a:lnSpc>
              <a:spcBef>
                <a:spcPts val="30"/>
              </a:spcBef>
            </a:pPr>
            <a:r>
              <a:rPr sz="2100" i="1" spc="-240" dirty="0">
                <a:latin typeface="Verdana"/>
                <a:cs typeface="Verdana"/>
              </a:rPr>
              <a:t>Seja</a:t>
            </a:r>
            <a:r>
              <a:rPr sz="2100" i="1" spc="-100" dirty="0">
                <a:latin typeface="Verdana"/>
                <a:cs typeface="Verdana"/>
              </a:rPr>
              <a:t> </a:t>
            </a:r>
            <a:r>
              <a:rPr sz="2100" i="1" spc="-175" dirty="0">
                <a:latin typeface="Verdana"/>
                <a:cs typeface="Verdana"/>
              </a:rPr>
              <a:t>F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295" dirty="0">
                <a:latin typeface="Verdana"/>
                <a:cs typeface="Verdana"/>
              </a:rPr>
              <a:t>um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conjunto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de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195" dirty="0">
                <a:latin typeface="Verdana"/>
                <a:cs typeface="Verdana"/>
              </a:rPr>
              <a:t>atributos</a:t>
            </a:r>
            <a:r>
              <a:rPr sz="2100" i="1" spc="-95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de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75" dirty="0">
                <a:latin typeface="Verdana"/>
                <a:cs typeface="Verdana"/>
              </a:rPr>
              <a:t>uma</a:t>
            </a:r>
            <a:r>
              <a:rPr sz="2100" i="1" spc="-95" dirty="0">
                <a:latin typeface="Verdana"/>
                <a:cs typeface="Verdana"/>
              </a:rPr>
              <a:t> </a:t>
            </a:r>
            <a:r>
              <a:rPr sz="2100" i="1" spc="-195" dirty="0">
                <a:latin typeface="Verdana"/>
                <a:cs typeface="Verdana"/>
              </a:rPr>
              <a:t>relação</a:t>
            </a:r>
            <a:r>
              <a:rPr sz="2100" i="1" spc="-95" dirty="0">
                <a:latin typeface="Verdana"/>
                <a:cs typeface="Verdana"/>
              </a:rPr>
              <a:t> </a:t>
            </a:r>
            <a:r>
              <a:rPr sz="2100" i="1" spc="-135" dirty="0">
                <a:latin typeface="Verdana"/>
                <a:cs typeface="Verdana"/>
              </a:rPr>
              <a:t>R</a:t>
            </a:r>
            <a:r>
              <a:rPr sz="2025" i="1" spc="-202" baseline="-20576" dirty="0">
                <a:latin typeface="Verdana"/>
                <a:cs typeface="Verdana"/>
              </a:rPr>
              <a:t>1</a:t>
            </a:r>
            <a:r>
              <a:rPr sz="2025" i="1" spc="225" baseline="-20576" dirty="0">
                <a:latin typeface="Verdana"/>
                <a:cs typeface="Verdana"/>
              </a:rPr>
              <a:t> </a:t>
            </a:r>
            <a:r>
              <a:rPr sz="2100" i="1" spc="-40" dirty="0">
                <a:latin typeface="Verdana"/>
                <a:cs typeface="Verdana"/>
              </a:rPr>
              <a:t>definido </a:t>
            </a:r>
            <a:r>
              <a:rPr sz="2100" i="1" spc="-210" dirty="0">
                <a:latin typeface="Verdana"/>
                <a:cs typeface="Verdana"/>
              </a:rPr>
              <a:t>sobre</a:t>
            </a:r>
            <a:r>
              <a:rPr sz="2100" i="1" spc="-9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os</a:t>
            </a:r>
            <a:r>
              <a:rPr sz="2100" i="1" spc="-100" dirty="0">
                <a:latin typeface="Verdana"/>
                <a:cs typeface="Verdana"/>
              </a:rPr>
              <a:t> </a:t>
            </a:r>
            <a:r>
              <a:rPr sz="2100" i="1" spc="-265" dirty="0">
                <a:latin typeface="Verdana"/>
                <a:cs typeface="Verdana"/>
              </a:rPr>
              <a:t>mesmos</a:t>
            </a:r>
            <a:r>
              <a:rPr sz="2100" i="1" spc="-80" dirty="0">
                <a:latin typeface="Verdana"/>
                <a:cs typeface="Verdana"/>
              </a:rPr>
              <a:t> </a:t>
            </a:r>
            <a:r>
              <a:rPr sz="2100" i="1" spc="-210" dirty="0">
                <a:latin typeface="Verdana"/>
                <a:cs typeface="Verdana"/>
              </a:rPr>
              <a:t>domínios</a:t>
            </a:r>
            <a:r>
              <a:rPr sz="2100" i="1" spc="-10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dos</a:t>
            </a:r>
            <a:r>
              <a:rPr sz="2100" i="1" spc="-80" dirty="0">
                <a:latin typeface="Verdana"/>
                <a:cs typeface="Verdana"/>
              </a:rPr>
              <a:t> </a:t>
            </a:r>
            <a:r>
              <a:rPr sz="2100" i="1" spc="-190" dirty="0">
                <a:latin typeface="Verdana"/>
                <a:cs typeface="Verdana"/>
              </a:rPr>
              <a:t>atributos</a:t>
            </a:r>
            <a:r>
              <a:rPr sz="2100" i="1" spc="-100" dirty="0">
                <a:latin typeface="Verdana"/>
                <a:cs typeface="Verdana"/>
              </a:rPr>
              <a:t> </a:t>
            </a:r>
            <a:r>
              <a:rPr sz="2100" i="1" spc="-220" dirty="0">
                <a:latin typeface="Verdana"/>
                <a:cs typeface="Verdana"/>
              </a:rPr>
              <a:t>da</a:t>
            </a:r>
            <a:r>
              <a:rPr sz="2100" i="1" spc="-85" dirty="0">
                <a:latin typeface="Verdana"/>
                <a:cs typeface="Verdana"/>
              </a:rPr>
              <a:t> </a:t>
            </a:r>
            <a:r>
              <a:rPr sz="2100" i="1" spc="-225" dirty="0">
                <a:latin typeface="Verdana"/>
                <a:cs typeface="Verdana"/>
              </a:rPr>
              <a:t>chave</a:t>
            </a:r>
            <a:r>
              <a:rPr sz="2100" i="1" spc="-85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primária</a:t>
            </a:r>
            <a:r>
              <a:rPr sz="2100" i="1" spc="-85" dirty="0">
                <a:latin typeface="Verdana"/>
                <a:cs typeface="Verdana"/>
              </a:rPr>
              <a:t> </a:t>
            </a:r>
            <a:r>
              <a:rPr sz="2100" i="1" spc="-280" dirty="0">
                <a:latin typeface="Verdana"/>
                <a:cs typeface="Verdana"/>
              </a:rPr>
              <a:t>K</a:t>
            </a:r>
            <a:r>
              <a:rPr sz="2100" i="1" spc="-90" dirty="0">
                <a:latin typeface="Verdana"/>
                <a:cs typeface="Verdana"/>
              </a:rPr>
              <a:t> </a:t>
            </a:r>
            <a:r>
              <a:rPr sz="2100" i="1" spc="-45" dirty="0">
                <a:latin typeface="Verdana"/>
                <a:cs typeface="Verdana"/>
              </a:rPr>
              <a:t>de </a:t>
            </a:r>
            <a:r>
              <a:rPr sz="2100" i="1" spc="-270" dirty="0">
                <a:latin typeface="Verdana"/>
                <a:cs typeface="Verdana"/>
              </a:rPr>
              <a:t>uma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190" dirty="0">
                <a:latin typeface="Verdana"/>
                <a:cs typeface="Verdana"/>
              </a:rPr>
              <a:t>relação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45" dirty="0">
                <a:latin typeface="Verdana"/>
                <a:cs typeface="Verdana"/>
              </a:rPr>
              <a:t>R</a:t>
            </a:r>
            <a:r>
              <a:rPr sz="2025" i="1" spc="-67" baseline="-20576" dirty="0">
                <a:latin typeface="Verdana"/>
                <a:cs typeface="Verdana"/>
              </a:rPr>
              <a:t>2</a:t>
            </a:r>
            <a:r>
              <a:rPr sz="2100" i="1" spc="-45" dirty="0">
                <a:latin typeface="Verdana"/>
                <a:cs typeface="Verdana"/>
              </a:rPr>
              <a:t>.</a:t>
            </a:r>
            <a:r>
              <a:rPr sz="2100" i="1" spc="110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Para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qualquer</a:t>
            </a:r>
            <a:r>
              <a:rPr sz="2100" i="1" spc="-120" dirty="0">
                <a:latin typeface="Verdana"/>
                <a:cs typeface="Verdana"/>
              </a:rPr>
              <a:t> </a:t>
            </a:r>
            <a:r>
              <a:rPr sz="2100" i="1" spc="-195" dirty="0">
                <a:latin typeface="Verdana"/>
                <a:cs typeface="Verdana"/>
              </a:rPr>
              <a:t>tupla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60" dirty="0">
                <a:latin typeface="Verdana"/>
                <a:cs typeface="Verdana"/>
              </a:rPr>
              <a:t>t</a:t>
            </a:r>
            <a:r>
              <a:rPr sz="2025" i="1" spc="-89" baseline="-20576" dirty="0">
                <a:latin typeface="Verdana"/>
                <a:cs typeface="Verdana"/>
              </a:rPr>
              <a:t>1</a:t>
            </a:r>
            <a:r>
              <a:rPr sz="2025" i="1" spc="165" baseline="-20576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de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185" dirty="0">
                <a:latin typeface="Verdana"/>
                <a:cs typeface="Verdana"/>
              </a:rPr>
              <a:t>R</a:t>
            </a:r>
            <a:r>
              <a:rPr sz="2025" i="1" spc="-277" baseline="-20576" dirty="0">
                <a:latin typeface="Verdana"/>
                <a:cs typeface="Verdana"/>
              </a:rPr>
              <a:t>1</a:t>
            </a:r>
            <a:r>
              <a:rPr sz="2100" i="1" spc="-185" dirty="0">
                <a:latin typeface="Verdana"/>
                <a:cs typeface="Verdana"/>
              </a:rPr>
              <a:t>,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185" dirty="0">
                <a:latin typeface="Verdana"/>
                <a:cs typeface="Verdana"/>
              </a:rPr>
              <a:t>t</a:t>
            </a:r>
            <a:r>
              <a:rPr sz="2025" i="1" spc="-277" baseline="-20576" dirty="0">
                <a:latin typeface="Verdana"/>
                <a:cs typeface="Verdana"/>
              </a:rPr>
              <a:t>1</a:t>
            </a:r>
            <a:r>
              <a:rPr sz="2100" i="1" spc="-185" dirty="0">
                <a:latin typeface="Verdana"/>
                <a:cs typeface="Verdana"/>
              </a:rPr>
              <a:t>[F]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260" dirty="0">
                <a:latin typeface="Verdana"/>
                <a:cs typeface="Verdana"/>
              </a:rPr>
              <a:t>=</a:t>
            </a:r>
            <a:r>
              <a:rPr sz="2100" i="1" spc="-135" dirty="0">
                <a:latin typeface="Verdana"/>
                <a:cs typeface="Verdana"/>
              </a:rPr>
              <a:t> </a:t>
            </a:r>
            <a:r>
              <a:rPr sz="2100" i="1" spc="-10" dirty="0">
                <a:latin typeface="Verdana"/>
                <a:cs typeface="Verdana"/>
              </a:rPr>
              <a:t>t</a:t>
            </a:r>
            <a:r>
              <a:rPr sz="2025" i="1" spc="-15" baseline="-20576" dirty="0">
                <a:latin typeface="Verdana"/>
                <a:cs typeface="Verdana"/>
              </a:rPr>
              <a:t>2</a:t>
            </a:r>
            <a:r>
              <a:rPr sz="2100" i="1" spc="-10" dirty="0">
                <a:latin typeface="Verdana"/>
                <a:cs typeface="Verdana"/>
              </a:rPr>
              <a:t>[k], </a:t>
            </a:r>
            <a:r>
              <a:rPr sz="2100" i="1" spc="-215" dirty="0">
                <a:latin typeface="Verdana"/>
                <a:cs typeface="Verdana"/>
              </a:rPr>
              <a:t>onde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dirty="0">
                <a:latin typeface="Verdana"/>
                <a:cs typeface="Verdana"/>
              </a:rPr>
              <a:t>t</a:t>
            </a:r>
            <a:r>
              <a:rPr sz="2025" i="1" baseline="-20576" dirty="0">
                <a:latin typeface="Verdana"/>
                <a:cs typeface="Verdana"/>
              </a:rPr>
              <a:t>2</a:t>
            </a:r>
            <a:r>
              <a:rPr sz="2025" i="1" spc="675" baseline="-20576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é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229" dirty="0">
                <a:latin typeface="Verdana"/>
                <a:cs typeface="Verdana"/>
              </a:rPr>
              <a:t>alguma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195" dirty="0">
                <a:latin typeface="Verdana"/>
                <a:cs typeface="Verdana"/>
              </a:rPr>
              <a:t>tupla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de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190" dirty="0">
                <a:latin typeface="Verdana"/>
                <a:cs typeface="Verdana"/>
              </a:rPr>
              <a:t>R</a:t>
            </a:r>
            <a:r>
              <a:rPr sz="2025" i="1" spc="-284" baseline="-20576" dirty="0">
                <a:latin typeface="Verdana"/>
                <a:cs typeface="Verdana"/>
              </a:rPr>
              <a:t>2</a:t>
            </a:r>
            <a:r>
              <a:rPr sz="2100" i="1" spc="-190" dirty="0">
                <a:latin typeface="Verdana"/>
                <a:cs typeface="Verdana"/>
              </a:rPr>
              <a:t>,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onde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280" dirty="0">
                <a:latin typeface="Verdana"/>
                <a:cs typeface="Verdana"/>
              </a:rPr>
              <a:t>K</a:t>
            </a:r>
            <a:r>
              <a:rPr sz="2100" i="1" spc="-120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é</a:t>
            </a:r>
            <a:r>
              <a:rPr sz="2100" i="1" spc="-130" dirty="0">
                <a:latin typeface="Verdana"/>
                <a:cs typeface="Verdana"/>
              </a:rPr>
              <a:t> </a:t>
            </a:r>
            <a:r>
              <a:rPr sz="2100" i="1" spc="-220" dirty="0">
                <a:latin typeface="Verdana"/>
                <a:cs typeface="Verdana"/>
              </a:rPr>
              <a:t>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20" dirty="0">
                <a:latin typeface="Verdana"/>
                <a:cs typeface="Verdana"/>
              </a:rPr>
              <a:t>chave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primária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de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25" dirty="0">
                <a:latin typeface="Verdana"/>
                <a:cs typeface="Verdana"/>
              </a:rPr>
              <a:t>R</a:t>
            </a:r>
            <a:r>
              <a:rPr sz="2025" i="1" spc="-37" baseline="-20576" dirty="0">
                <a:latin typeface="Verdana"/>
                <a:cs typeface="Verdana"/>
              </a:rPr>
              <a:t>2</a:t>
            </a:r>
            <a:r>
              <a:rPr sz="2025" i="1" spc="750" baseline="-20576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e</a:t>
            </a:r>
            <a:r>
              <a:rPr sz="2100" i="1" spc="-105" dirty="0">
                <a:latin typeface="Verdana"/>
                <a:cs typeface="Verdana"/>
              </a:rPr>
              <a:t> </a:t>
            </a:r>
            <a:r>
              <a:rPr sz="2100" i="1" spc="-175" dirty="0">
                <a:latin typeface="Verdana"/>
                <a:cs typeface="Verdana"/>
              </a:rPr>
              <a:t>F</a:t>
            </a:r>
            <a:r>
              <a:rPr sz="2100" i="1" spc="-105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é</a:t>
            </a:r>
            <a:r>
              <a:rPr sz="2100" i="1" spc="-120" dirty="0">
                <a:latin typeface="Verdana"/>
                <a:cs typeface="Verdana"/>
              </a:rPr>
              <a:t> </a:t>
            </a:r>
            <a:r>
              <a:rPr sz="2100" i="1" spc="-220" dirty="0">
                <a:latin typeface="Verdana"/>
                <a:cs typeface="Verdana"/>
              </a:rPr>
              <a:t>a</a:t>
            </a:r>
            <a:r>
              <a:rPr sz="2100" i="1" spc="-95" dirty="0">
                <a:latin typeface="Verdana"/>
                <a:cs typeface="Verdana"/>
              </a:rPr>
              <a:t> </a:t>
            </a:r>
            <a:r>
              <a:rPr sz="2100" i="1" spc="-225" dirty="0">
                <a:latin typeface="Verdana"/>
                <a:cs typeface="Verdana"/>
              </a:rPr>
              <a:t>chave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195" dirty="0">
                <a:latin typeface="Verdana"/>
                <a:cs typeface="Verdana"/>
              </a:rPr>
              <a:t>estrangeira</a:t>
            </a:r>
            <a:r>
              <a:rPr sz="2100" i="1" spc="-10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de</a:t>
            </a:r>
            <a:r>
              <a:rPr sz="2100" i="1" spc="-100" dirty="0">
                <a:latin typeface="Verdana"/>
                <a:cs typeface="Verdana"/>
              </a:rPr>
              <a:t> </a:t>
            </a:r>
            <a:r>
              <a:rPr sz="2100" i="1" spc="-25" dirty="0">
                <a:latin typeface="Verdana"/>
                <a:cs typeface="Verdana"/>
              </a:rPr>
              <a:t>R</a:t>
            </a:r>
            <a:r>
              <a:rPr sz="2025" i="1" spc="-37" baseline="-20576" dirty="0">
                <a:latin typeface="Verdana"/>
                <a:cs typeface="Verdana"/>
              </a:rPr>
              <a:t>1.</a:t>
            </a:r>
            <a:endParaRPr sz="2025" baseline="-20576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97281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Modelo</a:t>
            </a:r>
            <a:r>
              <a:rPr spc="-60" dirty="0"/>
              <a:t> </a:t>
            </a:r>
            <a:r>
              <a:rPr spc="-10" dirty="0"/>
              <a:t>Relacional </a:t>
            </a:r>
            <a:r>
              <a:rPr dirty="0"/>
              <a:t>Integridade</a:t>
            </a:r>
            <a:r>
              <a:rPr spc="-110" dirty="0"/>
              <a:t> </a:t>
            </a:r>
            <a:r>
              <a:rPr dirty="0"/>
              <a:t>da</a:t>
            </a:r>
            <a:r>
              <a:rPr spc="-85" dirty="0"/>
              <a:t> </a:t>
            </a:r>
            <a:r>
              <a:rPr spc="-10" dirty="0"/>
              <a:t>Entidade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4" y="2442184"/>
            <a:ext cx="7107555" cy="141795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4965" marR="5080" indent="-342900" algn="just">
              <a:lnSpc>
                <a:spcPct val="85800"/>
              </a:lnSpc>
              <a:spcBef>
                <a:spcPts val="705"/>
              </a:spcBef>
              <a:buSzPct val="56716"/>
              <a:buFont typeface="Segoe UI Symbol"/>
              <a:buChar char="■"/>
              <a:tabLst>
                <a:tab pos="354965" algn="l"/>
                <a:tab pos="356235" algn="l"/>
              </a:tabLst>
            </a:pPr>
            <a:r>
              <a:rPr sz="3350" dirty="0">
                <a:solidFill>
                  <a:srgbClr val="3232CC"/>
                </a:solidFill>
                <a:latin typeface="Verdana"/>
                <a:cs typeface="Verdana"/>
              </a:rPr>
              <a:t>	</a:t>
            </a:r>
            <a:r>
              <a:rPr sz="3350" i="1" spc="-390" dirty="0">
                <a:latin typeface="Verdana"/>
                <a:cs typeface="Verdana"/>
              </a:rPr>
              <a:t>A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40" dirty="0">
                <a:latin typeface="Verdana"/>
                <a:cs typeface="Verdana"/>
              </a:rPr>
              <a:t>chave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20" dirty="0">
                <a:latin typeface="Verdana"/>
                <a:cs typeface="Verdana"/>
              </a:rPr>
              <a:t>primária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25" dirty="0">
                <a:latin typeface="Verdana"/>
                <a:cs typeface="Verdana"/>
              </a:rPr>
              <a:t>de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10" dirty="0">
                <a:latin typeface="Verdana"/>
                <a:cs typeface="Verdana"/>
              </a:rPr>
              <a:t>qualquer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00" dirty="0">
                <a:latin typeface="Verdana"/>
                <a:cs typeface="Verdana"/>
              </a:rPr>
              <a:t>relação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35" dirty="0">
                <a:latin typeface="Verdana"/>
                <a:cs typeface="Verdana"/>
              </a:rPr>
              <a:t>não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25" dirty="0">
                <a:latin typeface="Verdana"/>
                <a:cs typeface="Verdana"/>
              </a:rPr>
              <a:t>pode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10" dirty="0">
                <a:latin typeface="Verdana"/>
                <a:cs typeface="Verdana"/>
              </a:rPr>
              <a:t>ser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05" dirty="0">
                <a:latin typeface="Verdana"/>
                <a:cs typeface="Verdana"/>
              </a:rPr>
              <a:t>nula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455" dirty="0">
                <a:latin typeface="Verdana"/>
                <a:cs typeface="Verdana"/>
              </a:rPr>
              <a:t>em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75" dirty="0">
                <a:latin typeface="Verdana"/>
                <a:cs typeface="Verdana"/>
              </a:rPr>
              <a:t>nenhuma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00" dirty="0">
                <a:latin typeface="Verdana"/>
                <a:cs typeface="Verdana"/>
              </a:rPr>
              <a:t>tupla</a:t>
            </a:r>
            <a:r>
              <a:rPr sz="3350" i="1" spc="-200" dirty="0">
                <a:latin typeface="Verdana"/>
                <a:cs typeface="Verdana"/>
              </a:rPr>
              <a:t> </a:t>
            </a:r>
            <a:r>
              <a:rPr sz="3350" i="1" spc="-335" dirty="0">
                <a:latin typeface="Verdana"/>
                <a:cs typeface="Verdana"/>
              </a:rPr>
              <a:t>dessa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00" dirty="0">
                <a:latin typeface="Verdana"/>
                <a:cs typeface="Verdana"/>
              </a:rPr>
              <a:t>relação</a:t>
            </a:r>
            <a:endParaRPr sz="33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70193" y="3954780"/>
            <a:ext cx="8357870" cy="3270885"/>
          </a:xfrm>
          <a:custGeom>
            <a:avLst/>
            <a:gdLst/>
            <a:ahLst/>
            <a:cxnLst/>
            <a:rect l="l" t="t" r="r" b="b"/>
            <a:pathLst>
              <a:path w="8357870" h="3270884">
                <a:moveTo>
                  <a:pt x="0" y="0"/>
                </a:moveTo>
                <a:lnTo>
                  <a:pt x="0" y="3270503"/>
                </a:lnTo>
                <a:lnTo>
                  <a:pt x="8357615" y="3270503"/>
                </a:lnTo>
                <a:lnTo>
                  <a:pt x="8357615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34156" y="4120386"/>
            <a:ext cx="871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Nome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9046" y="4025899"/>
            <a:ext cx="52959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b="1" spc="-25" dirty="0">
                <a:latin typeface="Arial"/>
                <a:cs typeface="Arial"/>
              </a:rPr>
              <a:t>CIC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75089" y="4080763"/>
            <a:ext cx="122301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b="1" spc="-10" dirty="0">
                <a:latin typeface="Arial"/>
                <a:cs typeface="Arial"/>
              </a:rPr>
              <a:t>Telefone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3699" y="4923533"/>
            <a:ext cx="19939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José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Almeida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28415" y="5802881"/>
            <a:ext cx="6921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10" dirty="0">
                <a:latin typeface="Arial MT"/>
                <a:cs typeface="Arial MT"/>
              </a:rPr>
              <a:t>Maria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48299" y="4873242"/>
            <a:ext cx="188848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10" dirty="0">
                <a:latin typeface="Arial MT"/>
                <a:cs typeface="Arial MT"/>
              </a:rPr>
              <a:t>062.360.718-</a:t>
            </a:r>
            <a:r>
              <a:rPr sz="2100" spc="-25" dirty="0">
                <a:latin typeface="Arial MT"/>
                <a:cs typeface="Arial MT"/>
              </a:rPr>
              <a:t>29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33059" y="6587741"/>
            <a:ext cx="188848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10" dirty="0">
                <a:latin typeface="Arial MT"/>
                <a:cs typeface="Arial MT"/>
              </a:rPr>
              <a:t>343.564.786-</a:t>
            </a:r>
            <a:r>
              <a:rPr sz="2100" spc="-25" dirty="0">
                <a:latin typeface="Arial MT"/>
                <a:cs typeface="Arial MT"/>
              </a:rPr>
              <a:t>98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66529" y="4858002"/>
            <a:ext cx="969010" cy="602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75"/>
              </a:lnSpc>
              <a:spcBef>
                <a:spcPts val="95"/>
              </a:spcBef>
            </a:pPr>
            <a:r>
              <a:rPr sz="1900" spc="-20" dirty="0">
                <a:latin typeface="Arial MT"/>
                <a:cs typeface="Arial MT"/>
              </a:rPr>
              <a:t>016-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ts val="2275"/>
              </a:lnSpc>
            </a:pPr>
            <a:r>
              <a:rPr sz="1900" spc="-10" dirty="0">
                <a:latin typeface="Arial MT"/>
                <a:cs typeface="Arial MT"/>
              </a:rPr>
              <a:t>2761112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65005" y="5620002"/>
            <a:ext cx="969010" cy="602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75"/>
              </a:lnSpc>
              <a:spcBef>
                <a:spcPts val="95"/>
              </a:spcBef>
            </a:pPr>
            <a:r>
              <a:rPr sz="1900" spc="-20" dirty="0">
                <a:latin typeface="Arial MT"/>
                <a:cs typeface="Arial MT"/>
              </a:rPr>
              <a:t>011-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ts val="2275"/>
              </a:lnSpc>
            </a:pPr>
            <a:r>
              <a:rPr sz="1900" spc="-10" dirty="0">
                <a:latin typeface="Arial MT"/>
                <a:cs typeface="Arial MT"/>
              </a:rPr>
              <a:t>8548620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65005" y="6610602"/>
            <a:ext cx="969010" cy="602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75"/>
              </a:lnSpc>
              <a:spcBef>
                <a:spcPts val="95"/>
              </a:spcBef>
            </a:pPr>
            <a:r>
              <a:rPr sz="1900" spc="-20" dirty="0">
                <a:latin typeface="Arial MT"/>
                <a:cs typeface="Arial MT"/>
              </a:rPr>
              <a:t>016-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ts val="2275"/>
              </a:lnSpc>
            </a:pPr>
            <a:r>
              <a:rPr sz="1900" spc="-10" dirty="0">
                <a:latin typeface="Arial MT"/>
                <a:cs typeface="Arial MT"/>
              </a:rPr>
              <a:t>2761112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827013" y="3885692"/>
            <a:ext cx="8451850" cy="3434715"/>
            <a:chOff x="947413" y="3885691"/>
            <a:chExt cx="8451850" cy="3434715"/>
          </a:xfrm>
        </p:grpSpPr>
        <p:sp>
          <p:nvSpPr>
            <p:cNvPr id="16" name="object 16"/>
            <p:cNvSpPr/>
            <p:nvPr/>
          </p:nvSpPr>
          <p:spPr>
            <a:xfrm>
              <a:off x="3058667" y="3948683"/>
              <a:ext cx="0" cy="3260090"/>
            </a:xfrm>
            <a:custGeom>
              <a:avLst/>
              <a:gdLst/>
              <a:ahLst/>
              <a:cxnLst/>
              <a:rect l="l" t="t" r="r" b="b"/>
              <a:pathLst>
                <a:path h="3260090">
                  <a:moveTo>
                    <a:pt x="0" y="0"/>
                  </a:moveTo>
                  <a:lnTo>
                    <a:pt x="0" y="3259835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49695" y="3936491"/>
              <a:ext cx="0" cy="3317875"/>
            </a:xfrm>
            <a:custGeom>
              <a:avLst/>
              <a:gdLst/>
              <a:ahLst/>
              <a:cxnLst/>
              <a:rect l="l" t="t" r="r" b="b"/>
              <a:pathLst>
                <a:path h="3317875">
                  <a:moveTo>
                    <a:pt x="0" y="0"/>
                  </a:moveTo>
                  <a:lnTo>
                    <a:pt x="0" y="3317747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98213" y="4632959"/>
              <a:ext cx="8350250" cy="1704339"/>
            </a:xfrm>
            <a:custGeom>
              <a:avLst/>
              <a:gdLst/>
              <a:ahLst/>
              <a:cxnLst/>
              <a:rect l="l" t="t" r="r" b="b"/>
              <a:pathLst>
                <a:path w="8350250" h="1704339">
                  <a:moveTo>
                    <a:pt x="8350001" y="0"/>
                  </a:moveTo>
                  <a:lnTo>
                    <a:pt x="3047" y="0"/>
                  </a:lnTo>
                </a:path>
                <a:path w="8350250" h="1704339">
                  <a:moveTo>
                    <a:pt x="8276849" y="839723"/>
                  </a:moveTo>
                  <a:lnTo>
                    <a:pt x="0" y="839723"/>
                  </a:lnTo>
                </a:path>
                <a:path w="8350250" h="1704339">
                  <a:moveTo>
                    <a:pt x="8276849" y="1703831"/>
                  </a:moveTo>
                  <a:lnTo>
                    <a:pt x="4571" y="1703831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43799" y="3951731"/>
              <a:ext cx="0" cy="3317875"/>
            </a:xfrm>
            <a:custGeom>
              <a:avLst/>
              <a:gdLst/>
              <a:ahLst/>
              <a:cxnLst/>
              <a:rect l="l" t="t" r="r" b="b"/>
              <a:pathLst>
                <a:path h="3317875">
                  <a:moveTo>
                    <a:pt x="0" y="0"/>
                  </a:moveTo>
                  <a:lnTo>
                    <a:pt x="0" y="3317747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488421" y="4062474"/>
            <a:ext cx="1702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Sobrenome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69421" y="5048501"/>
            <a:ext cx="686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Biasi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07520" y="5872985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Ruiz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15140" y="6587741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Dias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044692" y="4457700"/>
            <a:ext cx="558165" cy="0"/>
          </a:xfrm>
          <a:custGeom>
            <a:avLst/>
            <a:gdLst/>
            <a:ahLst/>
            <a:cxnLst/>
            <a:rect l="l" t="t" r="r" b="b"/>
            <a:pathLst>
              <a:path w="558164">
                <a:moveTo>
                  <a:pt x="557783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050279" y="5737349"/>
            <a:ext cx="7651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20" dirty="0">
                <a:latin typeface="Arial MT"/>
                <a:cs typeface="Arial MT"/>
              </a:rPr>
              <a:t>NULO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21380" y="6601457"/>
            <a:ext cx="7245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spc="-10" dirty="0">
                <a:latin typeface="Arial MT"/>
                <a:cs typeface="Arial MT"/>
              </a:rPr>
              <a:t>Maria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735320" y="5554979"/>
            <a:ext cx="1432560" cy="685800"/>
          </a:xfrm>
          <a:custGeom>
            <a:avLst/>
            <a:gdLst/>
            <a:ahLst/>
            <a:cxnLst/>
            <a:rect l="l" t="t" r="r" b="b"/>
            <a:pathLst>
              <a:path w="1432560" h="685800">
                <a:moveTo>
                  <a:pt x="1402079" y="0"/>
                </a:moveTo>
                <a:lnTo>
                  <a:pt x="30479" y="685799"/>
                </a:lnTo>
              </a:path>
              <a:path w="1432560" h="685800">
                <a:moveTo>
                  <a:pt x="0" y="124967"/>
                </a:moveTo>
                <a:lnTo>
                  <a:pt x="1432559" y="673607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63286" y="1556004"/>
            <a:ext cx="8543925" cy="896619"/>
            <a:chOff x="583685" y="1556003"/>
            <a:chExt cx="8543925" cy="8966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293" y="1556003"/>
              <a:ext cx="315537" cy="4739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685" y="1904999"/>
              <a:ext cx="8543549" cy="547115"/>
            </a:xfrm>
            <a:prstGeom prst="rect">
              <a:avLst/>
            </a:prstGeom>
          </p:spPr>
        </p:pic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94195" y="4345432"/>
          <a:ext cx="5078730" cy="2559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845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9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Departamento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FF989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2875" algn="ctr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Á</a:t>
                      </a:r>
                      <a:r>
                        <a:rPr sz="1900" spc="-20" dirty="0">
                          <a:latin typeface="Arial MT"/>
                          <a:cs typeface="Arial MT"/>
                        </a:rPr>
                        <a:t>rea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6065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48895" algn="ctr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DM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FF9898"/>
                      </a:solidFill>
                      <a:prstDash val="solid"/>
                    </a:lnT>
                    <a:lnB w="57150">
                      <a:solidFill>
                        <a:srgbClr val="FF989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86677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Matem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Ò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tica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R="86360"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DC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431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FF9898"/>
                      </a:solidFill>
                      <a:prstDash val="solid"/>
                    </a:lnT>
                    <a:lnB w="57150">
                      <a:solidFill>
                        <a:srgbClr val="FF989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852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Computação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620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DEP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FF9898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64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Produção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828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6393688" y="3721608"/>
            <a:ext cx="2024380" cy="3243580"/>
          </a:xfrm>
          <a:custGeom>
            <a:avLst/>
            <a:gdLst/>
            <a:ahLst/>
            <a:cxnLst/>
            <a:rect l="l" t="t" r="r" b="b"/>
            <a:pathLst>
              <a:path w="2024379" h="3243579">
                <a:moveTo>
                  <a:pt x="1011935" y="0"/>
                </a:moveTo>
                <a:lnTo>
                  <a:pt x="938209" y="4250"/>
                </a:lnTo>
                <a:lnTo>
                  <a:pt x="865896" y="16805"/>
                </a:lnTo>
                <a:lnTo>
                  <a:pt x="795180" y="37374"/>
                </a:lnTo>
                <a:lnTo>
                  <a:pt x="726246" y="65664"/>
                </a:lnTo>
                <a:lnTo>
                  <a:pt x="659279" y="101382"/>
                </a:lnTo>
                <a:lnTo>
                  <a:pt x="626591" y="121936"/>
                </a:lnTo>
                <a:lnTo>
                  <a:pt x="594463" y="144237"/>
                </a:lnTo>
                <a:lnTo>
                  <a:pt x="562920" y="168250"/>
                </a:lnTo>
                <a:lnTo>
                  <a:pt x="531984" y="193937"/>
                </a:lnTo>
                <a:lnTo>
                  <a:pt x="501678" y="221262"/>
                </a:lnTo>
                <a:lnTo>
                  <a:pt x="472025" y="250188"/>
                </a:lnTo>
                <a:lnTo>
                  <a:pt x="443048" y="280680"/>
                </a:lnTo>
                <a:lnTo>
                  <a:pt x="414771" y="312700"/>
                </a:lnTo>
                <a:lnTo>
                  <a:pt x="387217" y="346212"/>
                </a:lnTo>
                <a:lnTo>
                  <a:pt x="360408" y="381179"/>
                </a:lnTo>
                <a:lnTo>
                  <a:pt x="334367" y="417566"/>
                </a:lnTo>
                <a:lnTo>
                  <a:pt x="309119" y="455334"/>
                </a:lnTo>
                <a:lnTo>
                  <a:pt x="284685" y="494449"/>
                </a:lnTo>
                <a:lnTo>
                  <a:pt x="261089" y="534872"/>
                </a:lnTo>
                <a:lnTo>
                  <a:pt x="238354" y="576569"/>
                </a:lnTo>
                <a:lnTo>
                  <a:pt x="216503" y="619502"/>
                </a:lnTo>
                <a:lnTo>
                  <a:pt x="195559" y="663634"/>
                </a:lnTo>
                <a:lnTo>
                  <a:pt x="175546" y="708930"/>
                </a:lnTo>
                <a:lnTo>
                  <a:pt x="156485" y="755353"/>
                </a:lnTo>
                <a:lnTo>
                  <a:pt x="138401" y="802865"/>
                </a:lnTo>
                <a:lnTo>
                  <a:pt x="121317" y="851431"/>
                </a:lnTo>
                <a:lnTo>
                  <a:pt x="105255" y="901015"/>
                </a:lnTo>
                <a:lnTo>
                  <a:pt x="90238" y="951579"/>
                </a:lnTo>
                <a:lnTo>
                  <a:pt x="76291" y="1003087"/>
                </a:lnTo>
                <a:lnTo>
                  <a:pt x="63435" y="1055502"/>
                </a:lnTo>
                <a:lnTo>
                  <a:pt x="51694" y="1108789"/>
                </a:lnTo>
                <a:lnTo>
                  <a:pt x="41090" y="1162910"/>
                </a:lnTo>
                <a:lnTo>
                  <a:pt x="31648" y="1217829"/>
                </a:lnTo>
                <a:lnTo>
                  <a:pt x="23390" y="1273509"/>
                </a:lnTo>
                <a:lnTo>
                  <a:pt x="16339" y="1329914"/>
                </a:lnTo>
                <a:lnTo>
                  <a:pt x="10518" y="1387008"/>
                </a:lnTo>
                <a:lnTo>
                  <a:pt x="5951" y="1444753"/>
                </a:lnTo>
                <a:lnTo>
                  <a:pt x="2660" y="1503114"/>
                </a:lnTo>
                <a:lnTo>
                  <a:pt x="668" y="1562054"/>
                </a:lnTo>
                <a:lnTo>
                  <a:pt x="0" y="1621535"/>
                </a:lnTo>
                <a:lnTo>
                  <a:pt x="668" y="1680920"/>
                </a:lnTo>
                <a:lnTo>
                  <a:pt x="2660" y="1739771"/>
                </a:lnTo>
                <a:lnTo>
                  <a:pt x="5951" y="1798052"/>
                </a:lnTo>
                <a:lnTo>
                  <a:pt x="10518" y="1855726"/>
                </a:lnTo>
                <a:lnTo>
                  <a:pt x="16339" y="1912755"/>
                </a:lnTo>
                <a:lnTo>
                  <a:pt x="23390" y="1969104"/>
                </a:lnTo>
                <a:lnTo>
                  <a:pt x="31648" y="2024735"/>
                </a:lnTo>
                <a:lnTo>
                  <a:pt x="41090" y="2079612"/>
                </a:lnTo>
                <a:lnTo>
                  <a:pt x="51694" y="2133697"/>
                </a:lnTo>
                <a:lnTo>
                  <a:pt x="63435" y="2186954"/>
                </a:lnTo>
                <a:lnTo>
                  <a:pt x="76291" y="2239346"/>
                </a:lnTo>
                <a:lnTo>
                  <a:pt x="90238" y="2290837"/>
                </a:lnTo>
                <a:lnTo>
                  <a:pt x="105255" y="2341388"/>
                </a:lnTo>
                <a:lnTo>
                  <a:pt x="121317" y="2390964"/>
                </a:lnTo>
                <a:lnTo>
                  <a:pt x="138401" y="2439528"/>
                </a:lnTo>
                <a:lnTo>
                  <a:pt x="156485" y="2487043"/>
                </a:lnTo>
                <a:lnTo>
                  <a:pt x="175546" y="2533472"/>
                </a:lnTo>
                <a:lnTo>
                  <a:pt x="195559" y="2578778"/>
                </a:lnTo>
                <a:lnTo>
                  <a:pt x="216503" y="2622925"/>
                </a:lnTo>
                <a:lnTo>
                  <a:pt x="238354" y="2665875"/>
                </a:lnTo>
                <a:lnTo>
                  <a:pt x="261089" y="2707592"/>
                </a:lnTo>
                <a:lnTo>
                  <a:pt x="284685" y="2748038"/>
                </a:lnTo>
                <a:lnTo>
                  <a:pt x="309119" y="2787178"/>
                </a:lnTo>
                <a:lnTo>
                  <a:pt x="334367" y="2824974"/>
                </a:lnTo>
                <a:lnTo>
                  <a:pt x="360408" y="2861390"/>
                </a:lnTo>
                <a:lnTo>
                  <a:pt x="387217" y="2896388"/>
                </a:lnTo>
                <a:lnTo>
                  <a:pt x="414771" y="2929932"/>
                </a:lnTo>
                <a:lnTo>
                  <a:pt x="443048" y="2961985"/>
                </a:lnTo>
                <a:lnTo>
                  <a:pt x="472025" y="2992510"/>
                </a:lnTo>
                <a:lnTo>
                  <a:pt x="501678" y="3021471"/>
                </a:lnTo>
                <a:lnTo>
                  <a:pt x="531984" y="3048829"/>
                </a:lnTo>
                <a:lnTo>
                  <a:pt x="562920" y="3074550"/>
                </a:lnTo>
                <a:lnTo>
                  <a:pt x="594463" y="3098595"/>
                </a:lnTo>
                <a:lnTo>
                  <a:pt x="626591" y="3120929"/>
                </a:lnTo>
                <a:lnTo>
                  <a:pt x="659279" y="3141513"/>
                </a:lnTo>
                <a:lnTo>
                  <a:pt x="692505" y="3160312"/>
                </a:lnTo>
                <a:lnTo>
                  <a:pt x="760479" y="3192406"/>
                </a:lnTo>
                <a:lnTo>
                  <a:pt x="830327" y="3216915"/>
                </a:lnTo>
                <a:lnTo>
                  <a:pt x="901864" y="3233545"/>
                </a:lnTo>
                <a:lnTo>
                  <a:pt x="974907" y="3242001"/>
                </a:lnTo>
                <a:lnTo>
                  <a:pt x="1011935" y="3243071"/>
                </a:lnTo>
                <a:lnTo>
                  <a:pt x="1048964" y="3242001"/>
                </a:lnTo>
                <a:lnTo>
                  <a:pt x="1122007" y="3233545"/>
                </a:lnTo>
                <a:lnTo>
                  <a:pt x="1193544" y="3216915"/>
                </a:lnTo>
                <a:lnTo>
                  <a:pt x="1263392" y="3192406"/>
                </a:lnTo>
                <a:lnTo>
                  <a:pt x="1331366" y="3160312"/>
                </a:lnTo>
                <a:lnTo>
                  <a:pt x="1364592" y="3141513"/>
                </a:lnTo>
                <a:lnTo>
                  <a:pt x="1397280" y="3120929"/>
                </a:lnTo>
                <a:lnTo>
                  <a:pt x="1429408" y="3098595"/>
                </a:lnTo>
                <a:lnTo>
                  <a:pt x="1460951" y="3074550"/>
                </a:lnTo>
                <a:lnTo>
                  <a:pt x="1491887" y="3048829"/>
                </a:lnTo>
                <a:lnTo>
                  <a:pt x="1522193" y="3021471"/>
                </a:lnTo>
                <a:lnTo>
                  <a:pt x="1551846" y="2992510"/>
                </a:lnTo>
                <a:lnTo>
                  <a:pt x="1580823" y="2961985"/>
                </a:lnTo>
                <a:lnTo>
                  <a:pt x="1609100" y="2929932"/>
                </a:lnTo>
                <a:lnTo>
                  <a:pt x="1636654" y="2896388"/>
                </a:lnTo>
                <a:lnTo>
                  <a:pt x="1663463" y="2861390"/>
                </a:lnTo>
                <a:lnTo>
                  <a:pt x="1689504" y="2824974"/>
                </a:lnTo>
                <a:lnTo>
                  <a:pt x="1714752" y="2787178"/>
                </a:lnTo>
                <a:lnTo>
                  <a:pt x="1739186" y="2748038"/>
                </a:lnTo>
                <a:lnTo>
                  <a:pt x="1762782" y="2707592"/>
                </a:lnTo>
                <a:lnTo>
                  <a:pt x="1785517" y="2665875"/>
                </a:lnTo>
                <a:lnTo>
                  <a:pt x="1807368" y="2622925"/>
                </a:lnTo>
                <a:lnTo>
                  <a:pt x="1828312" y="2578778"/>
                </a:lnTo>
                <a:lnTo>
                  <a:pt x="1848325" y="2533472"/>
                </a:lnTo>
                <a:lnTo>
                  <a:pt x="1867386" y="2487043"/>
                </a:lnTo>
                <a:lnTo>
                  <a:pt x="1885470" y="2439528"/>
                </a:lnTo>
                <a:lnTo>
                  <a:pt x="1902554" y="2390964"/>
                </a:lnTo>
                <a:lnTo>
                  <a:pt x="1918616" y="2341388"/>
                </a:lnTo>
                <a:lnTo>
                  <a:pt x="1933633" y="2290837"/>
                </a:lnTo>
                <a:lnTo>
                  <a:pt x="1947580" y="2239346"/>
                </a:lnTo>
                <a:lnTo>
                  <a:pt x="1960436" y="2186954"/>
                </a:lnTo>
                <a:lnTo>
                  <a:pt x="1972177" y="2133697"/>
                </a:lnTo>
                <a:lnTo>
                  <a:pt x="1982781" y="2079612"/>
                </a:lnTo>
                <a:lnTo>
                  <a:pt x="1992223" y="2024735"/>
                </a:lnTo>
                <a:lnTo>
                  <a:pt x="2000481" y="1969104"/>
                </a:lnTo>
                <a:lnTo>
                  <a:pt x="2007532" y="1912755"/>
                </a:lnTo>
                <a:lnTo>
                  <a:pt x="2013353" y="1855726"/>
                </a:lnTo>
                <a:lnTo>
                  <a:pt x="2017920" y="1798052"/>
                </a:lnTo>
                <a:lnTo>
                  <a:pt x="2021211" y="1739771"/>
                </a:lnTo>
                <a:lnTo>
                  <a:pt x="2023202" y="1680920"/>
                </a:lnTo>
                <a:lnTo>
                  <a:pt x="2023871" y="1621535"/>
                </a:lnTo>
                <a:lnTo>
                  <a:pt x="2023202" y="1562054"/>
                </a:lnTo>
                <a:lnTo>
                  <a:pt x="2021211" y="1503114"/>
                </a:lnTo>
                <a:lnTo>
                  <a:pt x="2017920" y="1444753"/>
                </a:lnTo>
                <a:lnTo>
                  <a:pt x="2013353" y="1387008"/>
                </a:lnTo>
                <a:lnTo>
                  <a:pt x="2007532" y="1329914"/>
                </a:lnTo>
                <a:lnTo>
                  <a:pt x="2000481" y="1273509"/>
                </a:lnTo>
                <a:lnTo>
                  <a:pt x="1992223" y="1217829"/>
                </a:lnTo>
                <a:lnTo>
                  <a:pt x="1982781" y="1162910"/>
                </a:lnTo>
                <a:lnTo>
                  <a:pt x="1972177" y="1108789"/>
                </a:lnTo>
                <a:lnTo>
                  <a:pt x="1960436" y="1055502"/>
                </a:lnTo>
                <a:lnTo>
                  <a:pt x="1947580" y="1003087"/>
                </a:lnTo>
                <a:lnTo>
                  <a:pt x="1933633" y="951579"/>
                </a:lnTo>
                <a:lnTo>
                  <a:pt x="1918616" y="901015"/>
                </a:lnTo>
                <a:lnTo>
                  <a:pt x="1902554" y="851431"/>
                </a:lnTo>
                <a:lnTo>
                  <a:pt x="1885470" y="802865"/>
                </a:lnTo>
                <a:lnTo>
                  <a:pt x="1867386" y="755353"/>
                </a:lnTo>
                <a:lnTo>
                  <a:pt x="1848325" y="708930"/>
                </a:lnTo>
                <a:lnTo>
                  <a:pt x="1828312" y="663634"/>
                </a:lnTo>
                <a:lnTo>
                  <a:pt x="1807368" y="619502"/>
                </a:lnTo>
                <a:lnTo>
                  <a:pt x="1785517" y="576569"/>
                </a:lnTo>
                <a:lnTo>
                  <a:pt x="1762782" y="534872"/>
                </a:lnTo>
                <a:lnTo>
                  <a:pt x="1739186" y="494449"/>
                </a:lnTo>
                <a:lnTo>
                  <a:pt x="1714752" y="455334"/>
                </a:lnTo>
                <a:lnTo>
                  <a:pt x="1689504" y="417566"/>
                </a:lnTo>
                <a:lnTo>
                  <a:pt x="1663463" y="381179"/>
                </a:lnTo>
                <a:lnTo>
                  <a:pt x="1636654" y="346212"/>
                </a:lnTo>
                <a:lnTo>
                  <a:pt x="1609100" y="312700"/>
                </a:lnTo>
                <a:lnTo>
                  <a:pt x="1580823" y="280680"/>
                </a:lnTo>
                <a:lnTo>
                  <a:pt x="1551846" y="250188"/>
                </a:lnTo>
                <a:lnTo>
                  <a:pt x="1522193" y="221262"/>
                </a:lnTo>
                <a:lnTo>
                  <a:pt x="1491887" y="193937"/>
                </a:lnTo>
                <a:lnTo>
                  <a:pt x="1460951" y="168250"/>
                </a:lnTo>
                <a:lnTo>
                  <a:pt x="1429408" y="144237"/>
                </a:lnTo>
                <a:lnTo>
                  <a:pt x="1397280" y="121936"/>
                </a:lnTo>
                <a:lnTo>
                  <a:pt x="1364592" y="101382"/>
                </a:lnTo>
                <a:lnTo>
                  <a:pt x="1331366" y="82612"/>
                </a:lnTo>
                <a:lnTo>
                  <a:pt x="1263392" y="50572"/>
                </a:lnTo>
                <a:lnTo>
                  <a:pt x="1193544" y="26106"/>
                </a:lnTo>
                <a:lnTo>
                  <a:pt x="1122007" y="9507"/>
                </a:lnTo>
                <a:lnTo>
                  <a:pt x="1048964" y="1068"/>
                </a:lnTo>
                <a:lnTo>
                  <a:pt x="1011935" y="0"/>
                </a:lnTo>
                <a:close/>
              </a:path>
            </a:pathLst>
          </a:custGeom>
          <a:ln w="76199">
            <a:solidFill>
              <a:srgbClr val="F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36742" y="4653787"/>
            <a:ext cx="1901825" cy="10001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10"/>
              </a:spcBef>
            </a:pPr>
            <a:r>
              <a:rPr sz="3200" spc="-10" dirty="0">
                <a:latin typeface="Times New Roman"/>
                <a:cs typeface="Times New Roman"/>
              </a:rPr>
              <a:t>Integridade Referencial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25769" y="871721"/>
            <a:ext cx="8115300" cy="2560320"/>
          </a:xfrm>
          <a:custGeom>
            <a:avLst/>
            <a:gdLst/>
            <a:ahLst/>
            <a:cxnLst/>
            <a:rect l="l" t="t" r="r" b="b"/>
            <a:pathLst>
              <a:path w="8115300" h="2560320">
                <a:moveTo>
                  <a:pt x="8115299" y="2560319"/>
                </a:moveTo>
                <a:lnTo>
                  <a:pt x="8115299" y="0"/>
                </a:lnTo>
                <a:lnTo>
                  <a:pt x="0" y="0"/>
                </a:lnTo>
                <a:lnTo>
                  <a:pt x="0" y="2560319"/>
                </a:lnTo>
                <a:lnTo>
                  <a:pt x="8115299" y="25603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500369" y="846321"/>
          <a:ext cx="8242300" cy="2559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6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9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8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845">
                <a:tc>
                  <a:txBody>
                    <a:bodyPr/>
                    <a:lstStyle/>
                    <a:p>
                      <a:pPr marL="661035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900" b="1" spc="-20" dirty="0">
                          <a:latin typeface="Arial"/>
                          <a:cs typeface="Arial"/>
                        </a:rPr>
                        <a:t>Nome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4224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8430" algn="ctr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900" b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CIC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7145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900" b="1" spc="-10" dirty="0">
                          <a:latin typeface="Arial"/>
                          <a:cs typeface="Arial"/>
                        </a:rPr>
                        <a:t>Telefone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5811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8470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900" b="1" spc="-10" dirty="0">
                          <a:latin typeface="Arial"/>
                          <a:cs typeface="Arial"/>
                        </a:rPr>
                        <a:t>Depto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5176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FF989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José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de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Almeida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9596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062.360.718-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29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204470" algn="r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016-2761112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1750"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6921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FF9898"/>
                      </a:solidFill>
                      <a:prstDash val="solid"/>
                    </a:lnT>
                    <a:lnB w="76200">
                      <a:solidFill>
                        <a:srgbClr val="FF989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454025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Maria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Dias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2352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2072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172.334.098-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02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476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213995" algn="r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011-8548620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635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080"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FF9898"/>
                      </a:solidFill>
                      <a:prstDash val="solid"/>
                    </a:lnT>
                    <a:lnB w="81787">
                      <a:solidFill>
                        <a:srgbClr val="FF989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9751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Maria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0725">
                        <a:lnSpc>
                          <a:spcPct val="100000"/>
                        </a:lnSpc>
                        <a:spcBef>
                          <a:spcPts val="164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343.564.786-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98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828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1135" algn="r"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016-2761112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20383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ct val="100000"/>
                        </a:lnSpc>
                        <a:spcBef>
                          <a:spcPts val="1664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DEP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11454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81787">
                      <a:solidFill>
                        <a:srgbClr val="FF9898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9220707" y="673602"/>
            <a:ext cx="1316990" cy="2952115"/>
          </a:xfrm>
          <a:custGeom>
            <a:avLst/>
            <a:gdLst/>
            <a:ahLst/>
            <a:cxnLst/>
            <a:rect l="l" t="t" r="r" b="b"/>
            <a:pathLst>
              <a:path w="1316990" h="2952115">
                <a:moveTo>
                  <a:pt x="658367" y="0"/>
                </a:moveTo>
                <a:lnTo>
                  <a:pt x="599952" y="5704"/>
                </a:lnTo>
                <a:lnTo>
                  <a:pt x="542978" y="22499"/>
                </a:lnTo>
                <a:lnTo>
                  <a:pt x="487657" y="49907"/>
                </a:lnTo>
                <a:lnTo>
                  <a:pt x="434203" y="87449"/>
                </a:lnTo>
                <a:lnTo>
                  <a:pt x="382826" y="134648"/>
                </a:lnTo>
                <a:lnTo>
                  <a:pt x="333740" y="191026"/>
                </a:lnTo>
                <a:lnTo>
                  <a:pt x="310122" y="222507"/>
                </a:lnTo>
                <a:lnTo>
                  <a:pt x="287157" y="256103"/>
                </a:lnTo>
                <a:lnTo>
                  <a:pt x="264870" y="291756"/>
                </a:lnTo>
                <a:lnTo>
                  <a:pt x="243289" y="329404"/>
                </a:lnTo>
                <a:lnTo>
                  <a:pt x="222439" y="368988"/>
                </a:lnTo>
                <a:lnTo>
                  <a:pt x="202348" y="410449"/>
                </a:lnTo>
                <a:lnTo>
                  <a:pt x="183042" y="453726"/>
                </a:lnTo>
                <a:lnTo>
                  <a:pt x="164547" y="498760"/>
                </a:lnTo>
                <a:lnTo>
                  <a:pt x="146890" y="545491"/>
                </a:lnTo>
                <a:lnTo>
                  <a:pt x="130097" y="593859"/>
                </a:lnTo>
                <a:lnTo>
                  <a:pt x="114196" y="643805"/>
                </a:lnTo>
                <a:lnTo>
                  <a:pt x="99212" y="695269"/>
                </a:lnTo>
                <a:lnTo>
                  <a:pt x="85173" y="748191"/>
                </a:lnTo>
                <a:lnTo>
                  <a:pt x="72104" y="802512"/>
                </a:lnTo>
                <a:lnTo>
                  <a:pt x="60032" y="858171"/>
                </a:lnTo>
                <a:lnTo>
                  <a:pt x="48984" y="915109"/>
                </a:lnTo>
                <a:lnTo>
                  <a:pt x="38987" y="973265"/>
                </a:lnTo>
                <a:lnTo>
                  <a:pt x="30066" y="1032582"/>
                </a:lnTo>
                <a:lnTo>
                  <a:pt x="22248" y="1092998"/>
                </a:lnTo>
                <a:lnTo>
                  <a:pt x="15561" y="1154453"/>
                </a:lnTo>
                <a:lnTo>
                  <a:pt x="10029" y="1216889"/>
                </a:lnTo>
                <a:lnTo>
                  <a:pt x="5681" y="1280245"/>
                </a:lnTo>
                <a:lnTo>
                  <a:pt x="2542" y="1344462"/>
                </a:lnTo>
                <a:lnTo>
                  <a:pt x="640" y="1409479"/>
                </a:lnTo>
                <a:lnTo>
                  <a:pt x="0" y="1475238"/>
                </a:lnTo>
                <a:lnTo>
                  <a:pt x="640" y="1540999"/>
                </a:lnTo>
                <a:lnTo>
                  <a:pt x="2542" y="1606025"/>
                </a:lnTo>
                <a:lnTo>
                  <a:pt x="5681" y="1670257"/>
                </a:lnTo>
                <a:lnTo>
                  <a:pt x="10029" y="1733634"/>
                </a:lnTo>
                <a:lnTo>
                  <a:pt x="15561" y="1796096"/>
                </a:lnTo>
                <a:lnTo>
                  <a:pt x="22248" y="1857582"/>
                </a:lnTo>
                <a:lnTo>
                  <a:pt x="30066" y="1918034"/>
                </a:lnTo>
                <a:lnTo>
                  <a:pt x="38987" y="1977389"/>
                </a:lnTo>
                <a:lnTo>
                  <a:pt x="48984" y="2035590"/>
                </a:lnTo>
                <a:lnTo>
                  <a:pt x="60032" y="2092574"/>
                </a:lnTo>
                <a:lnTo>
                  <a:pt x="72104" y="2148283"/>
                </a:lnTo>
                <a:lnTo>
                  <a:pt x="85173" y="2202656"/>
                </a:lnTo>
                <a:lnTo>
                  <a:pt x="99212" y="2255634"/>
                </a:lnTo>
                <a:lnTo>
                  <a:pt x="114196" y="2307155"/>
                </a:lnTo>
                <a:lnTo>
                  <a:pt x="130097" y="2357159"/>
                </a:lnTo>
                <a:lnTo>
                  <a:pt x="146890" y="2405588"/>
                </a:lnTo>
                <a:lnTo>
                  <a:pt x="164547" y="2452380"/>
                </a:lnTo>
                <a:lnTo>
                  <a:pt x="183042" y="2497475"/>
                </a:lnTo>
                <a:lnTo>
                  <a:pt x="202348" y="2540814"/>
                </a:lnTo>
                <a:lnTo>
                  <a:pt x="222439" y="2582336"/>
                </a:lnTo>
                <a:lnTo>
                  <a:pt x="243289" y="2621981"/>
                </a:lnTo>
                <a:lnTo>
                  <a:pt x="264870" y="2659689"/>
                </a:lnTo>
                <a:lnTo>
                  <a:pt x="287157" y="2695400"/>
                </a:lnTo>
                <a:lnTo>
                  <a:pt x="310122" y="2729054"/>
                </a:lnTo>
                <a:lnTo>
                  <a:pt x="333740" y="2760591"/>
                </a:lnTo>
                <a:lnTo>
                  <a:pt x="382826" y="2817071"/>
                </a:lnTo>
                <a:lnTo>
                  <a:pt x="434203" y="2864361"/>
                </a:lnTo>
                <a:lnTo>
                  <a:pt x="487657" y="2901979"/>
                </a:lnTo>
                <a:lnTo>
                  <a:pt x="542978" y="2929444"/>
                </a:lnTo>
                <a:lnTo>
                  <a:pt x="599952" y="2946276"/>
                </a:lnTo>
                <a:lnTo>
                  <a:pt x="658367" y="2951994"/>
                </a:lnTo>
                <a:lnTo>
                  <a:pt x="687742" y="2950554"/>
                </a:lnTo>
                <a:lnTo>
                  <a:pt x="745463" y="2939219"/>
                </a:lnTo>
                <a:lnTo>
                  <a:pt x="801637" y="2917011"/>
                </a:lnTo>
                <a:lnTo>
                  <a:pt x="856051" y="2884409"/>
                </a:lnTo>
                <a:lnTo>
                  <a:pt x="908494" y="2841895"/>
                </a:lnTo>
                <a:lnTo>
                  <a:pt x="958751" y="2789950"/>
                </a:lnTo>
                <a:lnTo>
                  <a:pt x="1006612" y="2729054"/>
                </a:lnTo>
                <a:lnTo>
                  <a:pt x="1029578" y="2695400"/>
                </a:lnTo>
                <a:lnTo>
                  <a:pt x="1051865" y="2659689"/>
                </a:lnTo>
                <a:lnTo>
                  <a:pt x="1073446" y="2621981"/>
                </a:lnTo>
                <a:lnTo>
                  <a:pt x="1094296" y="2582336"/>
                </a:lnTo>
                <a:lnTo>
                  <a:pt x="1114387" y="2540814"/>
                </a:lnTo>
                <a:lnTo>
                  <a:pt x="1133693" y="2497475"/>
                </a:lnTo>
                <a:lnTo>
                  <a:pt x="1152188" y="2452380"/>
                </a:lnTo>
                <a:lnTo>
                  <a:pt x="1169845" y="2405588"/>
                </a:lnTo>
                <a:lnTo>
                  <a:pt x="1186638" y="2357159"/>
                </a:lnTo>
                <a:lnTo>
                  <a:pt x="1202539" y="2307155"/>
                </a:lnTo>
                <a:lnTo>
                  <a:pt x="1217523" y="2255634"/>
                </a:lnTo>
                <a:lnTo>
                  <a:pt x="1231562" y="2202656"/>
                </a:lnTo>
                <a:lnTo>
                  <a:pt x="1244631" y="2148283"/>
                </a:lnTo>
                <a:lnTo>
                  <a:pt x="1256703" y="2092574"/>
                </a:lnTo>
                <a:lnTo>
                  <a:pt x="1267751" y="2035590"/>
                </a:lnTo>
                <a:lnTo>
                  <a:pt x="1277748" y="1977389"/>
                </a:lnTo>
                <a:lnTo>
                  <a:pt x="1286669" y="1918034"/>
                </a:lnTo>
                <a:lnTo>
                  <a:pt x="1294487" y="1857582"/>
                </a:lnTo>
                <a:lnTo>
                  <a:pt x="1301174" y="1796096"/>
                </a:lnTo>
                <a:lnTo>
                  <a:pt x="1306706" y="1733634"/>
                </a:lnTo>
                <a:lnTo>
                  <a:pt x="1311054" y="1670257"/>
                </a:lnTo>
                <a:lnTo>
                  <a:pt x="1314193" y="1606025"/>
                </a:lnTo>
                <a:lnTo>
                  <a:pt x="1316095" y="1540999"/>
                </a:lnTo>
                <a:lnTo>
                  <a:pt x="1316735" y="1475238"/>
                </a:lnTo>
                <a:lnTo>
                  <a:pt x="1316095" y="1409479"/>
                </a:lnTo>
                <a:lnTo>
                  <a:pt x="1314193" y="1344462"/>
                </a:lnTo>
                <a:lnTo>
                  <a:pt x="1311054" y="1280245"/>
                </a:lnTo>
                <a:lnTo>
                  <a:pt x="1306706" y="1216889"/>
                </a:lnTo>
                <a:lnTo>
                  <a:pt x="1301174" y="1154453"/>
                </a:lnTo>
                <a:lnTo>
                  <a:pt x="1294487" y="1092998"/>
                </a:lnTo>
                <a:lnTo>
                  <a:pt x="1286669" y="1032582"/>
                </a:lnTo>
                <a:lnTo>
                  <a:pt x="1277748" y="973265"/>
                </a:lnTo>
                <a:lnTo>
                  <a:pt x="1267751" y="915109"/>
                </a:lnTo>
                <a:lnTo>
                  <a:pt x="1256703" y="858171"/>
                </a:lnTo>
                <a:lnTo>
                  <a:pt x="1244631" y="802512"/>
                </a:lnTo>
                <a:lnTo>
                  <a:pt x="1231562" y="748191"/>
                </a:lnTo>
                <a:lnTo>
                  <a:pt x="1217523" y="695269"/>
                </a:lnTo>
                <a:lnTo>
                  <a:pt x="1202539" y="643805"/>
                </a:lnTo>
                <a:lnTo>
                  <a:pt x="1186638" y="593859"/>
                </a:lnTo>
                <a:lnTo>
                  <a:pt x="1169845" y="545491"/>
                </a:lnTo>
                <a:lnTo>
                  <a:pt x="1152188" y="498760"/>
                </a:lnTo>
                <a:lnTo>
                  <a:pt x="1133693" y="453726"/>
                </a:lnTo>
                <a:lnTo>
                  <a:pt x="1114387" y="410449"/>
                </a:lnTo>
                <a:lnTo>
                  <a:pt x="1094296" y="368988"/>
                </a:lnTo>
                <a:lnTo>
                  <a:pt x="1073446" y="329404"/>
                </a:lnTo>
                <a:lnTo>
                  <a:pt x="1051865" y="291756"/>
                </a:lnTo>
                <a:lnTo>
                  <a:pt x="1029578" y="256103"/>
                </a:lnTo>
                <a:lnTo>
                  <a:pt x="1006612" y="222507"/>
                </a:lnTo>
                <a:lnTo>
                  <a:pt x="982995" y="191026"/>
                </a:lnTo>
                <a:lnTo>
                  <a:pt x="933909" y="134648"/>
                </a:lnTo>
                <a:lnTo>
                  <a:pt x="882532" y="87449"/>
                </a:lnTo>
                <a:lnTo>
                  <a:pt x="829078" y="49907"/>
                </a:lnTo>
                <a:lnTo>
                  <a:pt x="773757" y="22499"/>
                </a:lnTo>
                <a:lnTo>
                  <a:pt x="716783" y="5704"/>
                </a:lnTo>
                <a:lnTo>
                  <a:pt x="658367" y="0"/>
                </a:lnTo>
                <a:close/>
              </a:path>
            </a:pathLst>
          </a:custGeom>
          <a:ln w="76199">
            <a:solidFill>
              <a:srgbClr val="F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39608" y="3598165"/>
            <a:ext cx="1892935" cy="545465"/>
          </a:xfrm>
          <a:custGeom>
            <a:avLst/>
            <a:gdLst/>
            <a:ahLst/>
            <a:cxnLst/>
            <a:rect l="l" t="t" r="r" b="b"/>
            <a:pathLst>
              <a:path w="1892934" h="545464">
                <a:moveTo>
                  <a:pt x="0" y="496823"/>
                </a:moveTo>
                <a:lnTo>
                  <a:pt x="55262" y="502432"/>
                </a:lnTo>
                <a:lnTo>
                  <a:pt x="110457" y="507987"/>
                </a:lnTo>
                <a:lnTo>
                  <a:pt x="165537" y="513417"/>
                </a:lnTo>
                <a:lnTo>
                  <a:pt x="220454" y="518650"/>
                </a:lnTo>
                <a:lnTo>
                  <a:pt x="275160" y="523612"/>
                </a:lnTo>
                <a:lnTo>
                  <a:pt x="329606" y="528233"/>
                </a:lnTo>
                <a:lnTo>
                  <a:pt x="383745" y="532440"/>
                </a:lnTo>
                <a:lnTo>
                  <a:pt x="437528" y="536161"/>
                </a:lnTo>
                <a:lnTo>
                  <a:pt x="490908" y="539324"/>
                </a:lnTo>
                <a:lnTo>
                  <a:pt x="543836" y="541856"/>
                </a:lnTo>
                <a:lnTo>
                  <a:pt x="596264" y="543686"/>
                </a:lnTo>
                <a:lnTo>
                  <a:pt x="648145" y="544742"/>
                </a:lnTo>
                <a:lnTo>
                  <a:pt x="699429" y="544951"/>
                </a:lnTo>
                <a:lnTo>
                  <a:pt x="750070" y="544240"/>
                </a:lnTo>
                <a:lnTo>
                  <a:pt x="800018" y="542539"/>
                </a:lnTo>
                <a:lnTo>
                  <a:pt x="849226" y="539775"/>
                </a:lnTo>
                <a:lnTo>
                  <a:pt x="897645" y="535875"/>
                </a:lnTo>
                <a:lnTo>
                  <a:pt x="945229" y="530768"/>
                </a:lnTo>
                <a:lnTo>
                  <a:pt x="991927" y="524382"/>
                </a:lnTo>
                <a:lnTo>
                  <a:pt x="1037693" y="516644"/>
                </a:lnTo>
                <a:lnTo>
                  <a:pt x="1082479" y="507481"/>
                </a:lnTo>
                <a:lnTo>
                  <a:pt x="1126235" y="496823"/>
                </a:lnTo>
                <a:lnTo>
                  <a:pt x="1176080" y="481837"/>
                </a:lnTo>
                <a:lnTo>
                  <a:pt x="1225874" y="463156"/>
                </a:lnTo>
                <a:lnTo>
                  <a:pt x="1275440" y="441212"/>
                </a:lnTo>
                <a:lnTo>
                  <a:pt x="1324600" y="416439"/>
                </a:lnTo>
                <a:lnTo>
                  <a:pt x="1373178" y="389270"/>
                </a:lnTo>
                <a:lnTo>
                  <a:pt x="1420996" y="360139"/>
                </a:lnTo>
                <a:lnTo>
                  <a:pt x="1467877" y="329479"/>
                </a:lnTo>
                <a:lnTo>
                  <a:pt x="1513644" y="297724"/>
                </a:lnTo>
                <a:lnTo>
                  <a:pt x="1558118" y="265305"/>
                </a:lnTo>
                <a:lnTo>
                  <a:pt x="1601124" y="232658"/>
                </a:lnTo>
                <a:lnTo>
                  <a:pt x="1642483" y="200214"/>
                </a:lnTo>
                <a:lnTo>
                  <a:pt x="1682018" y="168407"/>
                </a:lnTo>
                <a:lnTo>
                  <a:pt x="1719553" y="137671"/>
                </a:lnTo>
                <a:lnTo>
                  <a:pt x="1754909" y="108439"/>
                </a:lnTo>
                <a:lnTo>
                  <a:pt x="1787909" y="81144"/>
                </a:lnTo>
                <a:lnTo>
                  <a:pt x="1818376" y="56219"/>
                </a:lnTo>
                <a:lnTo>
                  <a:pt x="1846133" y="34098"/>
                </a:lnTo>
                <a:lnTo>
                  <a:pt x="1871003" y="15214"/>
                </a:lnTo>
                <a:lnTo>
                  <a:pt x="1892807" y="0"/>
                </a:lnTo>
              </a:path>
            </a:pathLst>
          </a:custGeom>
          <a:ln w="76199">
            <a:solidFill>
              <a:srgbClr val="FF7C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68366" y="2710686"/>
            <a:ext cx="5488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400" dirty="0"/>
              <a:t>Mapeamento</a:t>
            </a:r>
            <a:r>
              <a:rPr sz="5400" spc="-260" dirty="0"/>
              <a:t> </a:t>
            </a:r>
            <a:r>
              <a:rPr sz="5400" spc="-25" dirty="0"/>
              <a:t>MER</a:t>
            </a:r>
            <a:endParaRPr sz="54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Tipo</a:t>
            </a:r>
            <a:r>
              <a:rPr spc="-7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entidades</a:t>
            </a:r>
            <a:r>
              <a:rPr spc="-80" dirty="0"/>
              <a:t> </a:t>
            </a:r>
            <a:r>
              <a:rPr spc="-10" dirty="0"/>
              <a:t>regulares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5678" y="3841494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21426" y="2670047"/>
            <a:ext cx="1882139" cy="699770"/>
          </a:xfrm>
          <a:custGeom>
            <a:avLst/>
            <a:gdLst/>
            <a:ahLst/>
            <a:cxnLst/>
            <a:rect l="l" t="t" r="r" b="b"/>
            <a:pathLst>
              <a:path w="1882139" h="699770">
                <a:moveTo>
                  <a:pt x="0" y="0"/>
                </a:moveTo>
                <a:lnTo>
                  <a:pt x="0" y="699515"/>
                </a:lnTo>
                <a:lnTo>
                  <a:pt x="1882139" y="699515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50920" y="2860038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056117" y="2670047"/>
            <a:ext cx="1882139" cy="699770"/>
          </a:xfrm>
          <a:custGeom>
            <a:avLst/>
            <a:gdLst/>
            <a:ahLst/>
            <a:cxnLst/>
            <a:rect l="l" t="t" r="r" b="b"/>
            <a:pathLst>
              <a:path w="1882140" h="699770">
                <a:moveTo>
                  <a:pt x="0" y="0"/>
                </a:moveTo>
                <a:lnTo>
                  <a:pt x="0" y="699515"/>
                </a:lnTo>
                <a:lnTo>
                  <a:pt x="1882139" y="699515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38002" y="2860038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25820" y="2578607"/>
            <a:ext cx="1835150" cy="925194"/>
          </a:xfrm>
          <a:custGeom>
            <a:avLst/>
            <a:gdLst/>
            <a:ahLst/>
            <a:cxnLst/>
            <a:rect l="l" t="t" r="r" b="b"/>
            <a:pathLst>
              <a:path w="1835150" h="925195">
                <a:moveTo>
                  <a:pt x="915923" y="4571"/>
                </a:moveTo>
                <a:lnTo>
                  <a:pt x="0" y="452627"/>
                </a:lnTo>
                <a:lnTo>
                  <a:pt x="925067" y="925067"/>
                </a:lnTo>
                <a:lnTo>
                  <a:pt x="1834895" y="443483"/>
                </a:lnTo>
                <a:lnTo>
                  <a:pt x="906779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91380" y="3037331"/>
            <a:ext cx="1237615" cy="0"/>
          </a:xfrm>
          <a:custGeom>
            <a:avLst/>
            <a:gdLst/>
            <a:ahLst/>
            <a:cxnLst/>
            <a:rect l="l" t="t" r="r" b="b"/>
            <a:pathLst>
              <a:path w="1237614">
                <a:moveTo>
                  <a:pt x="123748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34808" y="3037331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26351" y="2917950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R1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1920" y="3835398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40067" y="3864354"/>
            <a:ext cx="6775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R11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20197" y="3946650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46433" y="3960366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54597" y="3375659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0"/>
                </a:moveTo>
                <a:lnTo>
                  <a:pt x="0" y="3703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27500" y="3389376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34123" y="3500627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0"/>
                </a:moveTo>
                <a:lnTo>
                  <a:pt x="0" y="3703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400540" y="3389376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500867" y="3389376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2804661" y="5705856"/>
          <a:ext cx="2459990" cy="1043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7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3305">
                <a:tc>
                  <a:txBody>
                    <a:bodyPr/>
                    <a:lstStyle/>
                    <a:p>
                      <a:pPr marL="255904">
                        <a:lnSpc>
                          <a:spcPct val="100000"/>
                        </a:lnSpc>
                        <a:spcBef>
                          <a:spcPts val="2440"/>
                        </a:spcBef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0988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2765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115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3545332" y="4076700"/>
            <a:ext cx="247650" cy="1014094"/>
          </a:xfrm>
          <a:custGeom>
            <a:avLst/>
            <a:gdLst/>
            <a:ahLst/>
            <a:cxnLst/>
            <a:rect l="l" t="t" r="r" b="b"/>
            <a:pathLst>
              <a:path w="247650" h="1014095">
                <a:moveTo>
                  <a:pt x="70239" y="831204"/>
                </a:moveTo>
                <a:lnTo>
                  <a:pt x="0" y="771144"/>
                </a:lnTo>
                <a:lnTo>
                  <a:pt x="67056" y="961535"/>
                </a:lnTo>
                <a:lnTo>
                  <a:pt x="67056" y="856488"/>
                </a:lnTo>
                <a:lnTo>
                  <a:pt x="70239" y="831204"/>
                </a:lnTo>
                <a:close/>
              </a:path>
              <a:path w="247650" h="1014095">
                <a:moveTo>
                  <a:pt x="144852" y="841211"/>
                </a:moveTo>
                <a:lnTo>
                  <a:pt x="105156" y="861060"/>
                </a:lnTo>
                <a:lnTo>
                  <a:pt x="70239" y="831204"/>
                </a:lnTo>
                <a:lnTo>
                  <a:pt x="67056" y="856488"/>
                </a:lnTo>
                <a:lnTo>
                  <a:pt x="67984" y="871728"/>
                </a:lnTo>
                <a:lnTo>
                  <a:pt x="74485" y="884682"/>
                </a:lnTo>
                <a:lnTo>
                  <a:pt x="85272" y="894207"/>
                </a:lnTo>
                <a:lnTo>
                  <a:pt x="99060" y="899160"/>
                </a:lnTo>
                <a:lnTo>
                  <a:pt x="114514" y="898207"/>
                </a:lnTo>
                <a:lnTo>
                  <a:pt x="127825" y="891540"/>
                </a:lnTo>
                <a:lnTo>
                  <a:pt x="137421" y="880300"/>
                </a:lnTo>
                <a:lnTo>
                  <a:pt x="141732" y="865632"/>
                </a:lnTo>
                <a:lnTo>
                  <a:pt x="144852" y="841211"/>
                </a:lnTo>
                <a:close/>
              </a:path>
              <a:path w="247650" h="1014095">
                <a:moveTo>
                  <a:pt x="227076" y="800100"/>
                </a:moveTo>
                <a:lnTo>
                  <a:pt x="144852" y="841211"/>
                </a:lnTo>
                <a:lnTo>
                  <a:pt x="141732" y="865632"/>
                </a:lnTo>
                <a:lnTo>
                  <a:pt x="137421" y="880300"/>
                </a:lnTo>
                <a:lnTo>
                  <a:pt x="127825" y="891540"/>
                </a:lnTo>
                <a:lnTo>
                  <a:pt x="114514" y="898207"/>
                </a:lnTo>
                <a:lnTo>
                  <a:pt x="99060" y="899160"/>
                </a:lnTo>
                <a:lnTo>
                  <a:pt x="85272" y="894207"/>
                </a:lnTo>
                <a:lnTo>
                  <a:pt x="74485" y="884682"/>
                </a:lnTo>
                <a:lnTo>
                  <a:pt x="67984" y="871728"/>
                </a:lnTo>
                <a:lnTo>
                  <a:pt x="67056" y="856488"/>
                </a:lnTo>
                <a:lnTo>
                  <a:pt x="67056" y="961535"/>
                </a:lnTo>
                <a:lnTo>
                  <a:pt x="85272" y="1013257"/>
                </a:lnTo>
                <a:lnTo>
                  <a:pt x="85272" y="1013567"/>
                </a:lnTo>
                <a:lnTo>
                  <a:pt x="227076" y="800100"/>
                </a:lnTo>
                <a:close/>
              </a:path>
              <a:path w="247650" h="1014095">
                <a:moveTo>
                  <a:pt x="208788" y="340845"/>
                </a:moveTo>
                <a:lnTo>
                  <a:pt x="208788" y="76200"/>
                </a:lnTo>
                <a:lnTo>
                  <a:pt x="196596" y="76200"/>
                </a:lnTo>
                <a:lnTo>
                  <a:pt x="181641" y="73247"/>
                </a:lnTo>
                <a:lnTo>
                  <a:pt x="169545" y="65151"/>
                </a:lnTo>
                <a:lnTo>
                  <a:pt x="167155" y="61580"/>
                </a:lnTo>
                <a:lnTo>
                  <a:pt x="70239" y="831204"/>
                </a:lnTo>
                <a:lnTo>
                  <a:pt x="105156" y="861060"/>
                </a:lnTo>
                <a:lnTo>
                  <a:pt x="144852" y="841211"/>
                </a:lnTo>
                <a:lnTo>
                  <a:pt x="208788" y="340845"/>
                </a:lnTo>
                <a:close/>
              </a:path>
              <a:path w="247650" h="1014095">
                <a:moveTo>
                  <a:pt x="247173" y="34694"/>
                </a:moveTo>
                <a:lnTo>
                  <a:pt x="224409" y="3238"/>
                </a:lnTo>
                <a:lnTo>
                  <a:pt x="208788" y="0"/>
                </a:lnTo>
                <a:lnTo>
                  <a:pt x="196596" y="0"/>
                </a:lnTo>
                <a:lnTo>
                  <a:pt x="181641" y="2952"/>
                </a:lnTo>
                <a:lnTo>
                  <a:pt x="169545" y="11049"/>
                </a:lnTo>
                <a:lnTo>
                  <a:pt x="161448" y="23145"/>
                </a:lnTo>
                <a:lnTo>
                  <a:pt x="158496" y="38100"/>
                </a:lnTo>
                <a:lnTo>
                  <a:pt x="161448" y="53054"/>
                </a:lnTo>
                <a:lnTo>
                  <a:pt x="167155" y="61580"/>
                </a:lnTo>
                <a:lnTo>
                  <a:pt x="170688" y="33528"/>
                </a:lnTo>
                <a:lnTo>
                  <a:pt x="208788" y="76200"/>
                </a:lnTo>
                <a:lnTo>
                  <a:pt x="208788" y="340845"/>
                </a:lnTo>
                <a:lnTo>
                  <a:pt x="246888" y="42672"/>
                </a:lnTo>
                <a:lnTo>
                  <a:pt x="247173" y="34694"/>
                </a:lnTo>
                <a:close/>
              </a:path>
              <a:path w="247650" h="1014095">
                <a:moveTo>
                  <a:pt x="208788" y="76200"/>
                </a:moveTo>
                <a:lnTo>
                  <a:pt x="170688" y="33528"/>
                </a:lnTo>
                <a:lnTo>
                  <a:pt x="167155" y="61580"/>
                </a:lnTo>
                <a:lnTo>
                  <a:pt x="169545" y="65151"/>
                </a:lnTo>
                <a:lnTo>
                  <a:pt x="181641" y="73247"/>
                </a:lnTo>
                <a:lnTo>
                  <a:pt x="196596" y="76200"/>
                </a:lnTo>
                <a:lnTo>
                  <a:pt x="208788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8821419" y="5771388"/>
          <a:ext cx="2461260" cy="104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1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7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94335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80365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7048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9746489" y="4229100"/>
            <a:ext cx="227329" cy="951230"/>
          </a:xfrm>
          <a:custGeom>
            <a:avLst/>
            <a:gdLst/>
            <a:ahLst/>
            <a:cxnLst/>
            <a:rect l="l" t="t" r="r" b="b"/>
            <a:pathLst>
              <a:path w="227329" h="951229">
                <a:moveTo>
                  <a:pt x="156972" y="887234"/>
                </a:moveTo>
                <a:lnTo>
                  <a:pt x="156972" y="797052"/>
                </a:lnTo>
                <a:lnTo>
                  <a:pt x="155084" y="811812"/>
                </a:lnTo>
                <a:lnTo>
                  <a:pt x="155084" y="811481"/>
                </a:lnTo>
                <a:lnTo>
                  <a:pt x="148018" y="823722"/>
                </a:lnTo>
                <a:lnTo>
                  <a:pt x="136612" y="832627"/>
                </a:lnTo>
                <a:lnTo>
                  <a:pt x="121920" y="836676"/>
                </a:lnTo>
                <a:lnTo>
                  <a:pt x="107584" y="835485"/>
                </a:lnTo>
                <a:lnTo>
                  <a:pt x="95250" y="828294"/>
                </a:lnTo>
                <a:lnTo>
                  <a:pt x="86344" y="816530"/>
                </a:lnTo>
                <a:lnTo>
                  <a:pt x="82296" y="801624"/>
                </a:lnTo>
                <a:lnTo>
                  <a:pt x="80493" y="777958"/>
                </a:lnTo>
                <a:lnTo>
                  <a:pt x="0" y="731520"/>
                </a:lnTo>
                <a:lnTo>
                  <a:pt x="131064" y="950976"/>
                </a:lnTo>
                <a:lnTo>
                  <a:pt x="156972" y="887234"/>
                </a:lnTo>
                <a:close/>
              </a:path>
              <a:path w="227329" h="951229">
                <a:moveTo>
                  <a:pt x="155084" y="771538"/>
                </a:moveTo>
                <a:lnTo>
                  <a:pt x="100584" y="35052"/>
                </a:lnTo>
                <a:lnTo>
                  <a:pt x="74652" y="1833"/>
                </a:lnTo>
                <a:lnTo>
                  <a:pt x="59436" y="0"/>
                </a:lnTo>
                <a:lnTo>
                  <a:pt x="44743" y="4071"/>
                </a:lnTo>
                <a:lnTo>
                  <a:pt x="33337" y="13144"/>
                </a:lnTo>
                <a:lnTo>
                  <a:pt x="26217" y="25931"/>
                </a:lnTo>
                <a:lnTo>
                  <a:pt x="24384" y="41148"/>
                </a:lnTo>
                <a:lnTo>
                  <a:pt x="80493" y="777958"/>
                </a:lnTo>
                <a:lnTo>
                  <a:pt x="118872" y="800100"/>
                </a:lnTo>
                <a:lnTo>
                  <a:pt x="155084" y="771538"/>
                </a:lnTo>
                <a:close/>
              </a:path>
              <a:path w="227329" h="951229">
                <a:moveTo>
                  <a:pt x="156972" y="797052"/>
                </a:moveTo>
                <a:lnTo>
                  <a:pt x="155084" y="771538"/>
                </a:lnTo>
                <a:lnTo>
                  <a:pt x="118872" y="800100"/>
                </a:lnTo>
                <a:lnTo>
                  <a:pt x="80493" y="777958"/>
                </a:lnTo>
                <a:lnTo>
                  <a:pt x="86344" y="816530"/>
                </a:lnTo>
                <a:lnTo>
                  <a:pt x="121920" y="836676"/>
                </a:lnTo>
                <a:lnTo>
                  <a:pt x="136612" y="832627"/>
                </a:lnTo>
                <a:lnTo>
                  <a:pt x="148018" y="823722"/>
                </a:lnTo>
                <a:lnTo>
                  <a:pt x="155084" y="811481"/>
                </a:lnTo>
                <a:lnTo>
                  <a:pt x="155084" y="811812"/>
                </a:lnTo>
                <a:lnTo>
                  <a:pt x="156972" y="797052"/>
                </a:lnTo>
                <a:close/>
              </a:path>
              <a:path w="227329" h="951229">
                <a:moveTo>
                  <a:pt x="227076" y="714756"/>
                </a:moveTo>
                <a:lnTo>
                  <a:pt x="155084" y="771538"/>
                </a:lnTo>
                <a:lnTo>
                  <a:pt x="156972" y="797052"/>
                </a:lnTo>
                <a:lnTo>
                  <a:pt x="156972" y="887234"/>
                </a:lnTo>
                <a:lnTo>
                  <a:pt x="227076" y="7147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331464" y="5161277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97338" y="5283198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Tipos</a:t>
            </a:r>
            <a:r>
              <a:rPr spc="-85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dirty="0"/>
              <a:t>entidades</a:t>
            </a:r>
            <a:r>
              <a:rPr spc="-70" dirty="0"/>
              <a:t> </a:t>
            </a:r>
            <a:r>
              <a:rPr spc="-10" dirty="0"/>
              <a:t>fracas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686039" y="5812536"/>
          <a:ext cx="3374390" cy="1043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0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3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854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533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37820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9405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438899" y="4345939"/>
            <a:ext cx="1839595" cy="1497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R11</a:t>
            </a:r>
            <a:endParaRPr sz="2800">
              <a:latin typeface="Arial MT"/>
              <a:cs typeface="Arial MT"/>
            </a:endParaRPr>
          </a:p>
          <a:p>
            <a:pPr>
              <a:spcBef>
                <a:spcPts val="1470"/>
              </a:spcBef>
            </a:pPr>
            <a:endParaRPr sz="2800">
              <a:latin typeface="Arial MT"/>
              <a:cs typeface="Arial MT"/>
            </a:endParaRPr>
          </a:p>
          <a:p>
            <a:pPr marR="5080" algn="r"/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12020" y="4203193"/>
            <a:ext cx="228600" cy="1396365"/>
          </a:xfrm>
          <a:custGeom>
            <a:avLst/>
            <a:gdLst/>
            <a:ahLst/>
            <a:cxnLst/>
            <a:rect l="l" t="t" r="r" b="b"/>
            <a:pathLst>
              <a:path w="228600" h="1396364">
                <a:moveTo>
                  <a:pt x="155448" y="1326955"/>
                </a:moveTo>
                <a:lnTo>
                  <a:pt x="155448" y="1242060"/>
                </a:lnTo>
                <a:lnTo>
                  <a:pt x="153400" y="1257038"/>
                </a:lnTo>
                <a:lnTo>
                  <a:pt x="145923" y="1269301"/>
                </a:lnTo>
                <a:lnTo>
                  <a:pt x="134445" y="1277850"/>
                </a:lnTo>
                <a:lnTo>
                  <a:pt x="120396" y="1281684"/>
                </a:lnTo>
                <a:lnTo>
                  <a:pt x="105179" y="1279612"/>
                </a:lnTo>
                <a:lnTo>
                  <a:pt x="92392" y="1271968"/>
                </a:lnTo>
                <a:lnTo>
                  <a:pt x="83319" y="1260038"/>
                </a:lnTo>
                <a:lnTo>
                  <a:pt x="79248" y="1245108"/>
                </a:lnTo>
                <a:lnTo>
                  <a:pt x="78012" y="1220085"/>
                </a:lnTo>
                <a:lnTo>
                  <a:pt x="0" y="1173480"/>
                </a:lnTo>
                <a:lnTo>
                  <a:pt x="124968" y="1395984"/>
                </a:lnTo>
                <a:lnTo>
                  <a:pt x="155448" y="1326955"/>
                </a:lnTo>
                <a:close/>
              </a:path>
              <a:path w="228600" h="1396364">
                <a:moveTo>
                  <a:pt x="154179" y="1216338"/>
                </a:moveTo>
                <a:lnTo>
                  <a:pt x="96012" y="36576"/>
                </a:lnTo>
                <a:lnTo>
                  <a:pt x="70080" y="2714"/>
                </a:lnTo>
                <a:lnTo>
                  <a:pt x="54864" y="0"/>
                </a:lnTo>
                <a:lnTo>
                  <a:pt x="40814" y="4071"/>
                </a:lnTo>
                <a:lnTo>
                  <a:pt x="29337" y="13144"/>
                </a:lnTo>
                <a:lnTo>
                  <a:pt x="21859" y="25931"/>
                </a:lnTo>
                <a:lnTo>
                  <a:pt x="19812" y="41148"/>
                </a:lnTo>
                <a:lnTo>
                  <a:pt x="78012" y="1220085"/>
                </a:lnTo>
                <a:lnTo>
                  <a:pt x="117348" y="1243584"/>
                </a:lnTo>
                <a:lnTo>
                  <a:pt x="154179" y="1216338"/>
                </a:lnTo>
                <a:close/>
              </a:path>
              <a:path w="228600" h="1396364">
                <a:moveTo>
                  <a:pt x="155448" y="1242060"/>
                </a:moveTo>
                <a:lnTo>
                  <a:pt x="154179" y="1216338"/>
                </a:lnTo>
                <a:lnTo>
                  <a:pt x="117348" y="1243584"/>
                </a:lnTo>
                <a:lnTo>
                  <a:pt x="78012" y="1220085"/>
                </a:lnTo>
                <a:lnTo>
                  <a:pt x="83319" y="1260038"/>
                </a:lnTo>
                <a:lnTo>
                  <a:pt x="120396" y="1281684"/>
                </a:lnTo>
                <a:lnTo>
                  <a:pt x="134445" y="1277850"/>
                </a:lnTo>
                <a:lnTo>
                  <a:pt x="145923" y="1269301"/>
                </a:lnTo>
                <a:lnTo>
                  <a:pt x="153400" y="1257038"/>
                </a:lnTo>
                <a:lnTo>
                  <a:pt x="155448" y="1242060"/>
                </a:lnTo>
                <a:close/>
              </a:path>
              <a:path w="228600" h="1396364">
                <a:moveTo>
                  <a:pt x="228600" y="1161288"/>
                </a:moveTo>
                <a:lnTo>
                  <a:pt x="154179" y="1216338"/>
                </a:lnTo>
                <a:lnTo>
                  <a:pt x="155448" y="1242060"/>
                </a:lnTo>
                <a:lnTo>
                  <a:pt x="155448" y="1326955"/>
                </a:lnTo>
                <a:lnTo>
                  <a:pt x="228600" y="1161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854948" y="2633472"/>
            <a:ext cx="2289175" cy="919480"/>
          </a:xfrm>
          <a:custGeom>
            <a:avLst/>
            <a:gdLst/>
            <a:ahLst/>
            <a:cxnLst/>
            <a:rect l="l" t="t" r="r" b="b"/>
            <a:pathLst>
              <a:path w="2289175" h="919479">
                <a:moveTo>
                  <a:pt x="0" y="0"/>
                </a:moveTo>
                <a:lnTo>
                  <a:pt x="0" y="918971"/>
                </a:lnTo>
                <a:lnTo>
                  <a:pt x="2289047" y="918971"/>
                </a:lnTo>
                <a:lnTo>
                  <a:pt x="2289047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36665" y="2752344"/>
            <a:ext cx="1879600" cy="701040"/>
          </a:xfrm>
          <a:custGeom>
            <a:avLst/>
            <a:gdLst/>
            <a:ahLst/>
            <a:cxnLst/>
            <a:rect l="l" t="t" r="r" b="b"/>
            <a:pathLst>
              <a:path w="1879600" h="701039">
                <a:moveTo>
                  <a:pt x="0" y="0"/>
                </a:moveTo>
                <a:lnTo>
                  <a:pt x="0" y="701039"/>
                </a:lnTo>
                <a:lnTo>
                  <a:pt x="1879091" y="701039"/>
                </a:lnTo>
                <a:lnTo>
                  <a:pt x="187909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64636" y="2942334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65259" y="2752344"/>
            <a:ext cx="1879600" cy="580928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 marR="67945" algn="ctr">
              <a:spcBef>
                <a:spcPts val="1170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66995" y="2469642"/>
            <a:ext cx="3125470" cy="1306195"/>
            <a:chOff x="2787395" y="2469641"/>
            <a:chExt cx="3125470" cy="1306195"/>
          </a:xfrm>
        </p:grpSpPr>
        <p:sp>
          <p:nvSpPr>
            <p:cNvPr id="11" name="object 11"/>
            <p:cNvSpPr/>
            <p:nvPr/>
          </p:nvSpPr>
          <p:spPr>
            <a:xfrm>
              <a:off x="4059935" y="2488691"/>
              <a:ext cx="1833880" cy="1268095"/>
            </a:xfrm>
            <a:custGeom>
              <a:avLst/>
              <a:gdLst/>
              <a:ahLst/>
              <a:cxnLst/>
              <a:rect l="l" t="t" r="r" b="b"/>
              <a:pathLst>
                <a:path w="1833879" h="1268095">
                  <a:moveTo>
                    <a:pt x="914399" y="7619"/>
                  </a:moveTo>
                  <a:lnTo>
                    <a:pt x="0" y="620267"/>
                  </a:lnTo>
                  <a:lnTo>
                    <a:pt x="923543" y="1267967"/>
                  </a:lnTo>
                  <a:lnTo>
                    <a:pt x="1833371" y="606551"/>
                  </a:lnTo>
                  <a:lnTo>
                    <a:pt x="903731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5495" y="3118103"/>
              <a:ext cx="1236345" cy="0"/>
            </a:xfrm>
            <a:custGeom>
              <a:avLst/>
              <a:gdLst/>
              <a:ahLst/>
              <a:cxnLst/>
              <a:rect l="l" t="t" r="r" b="b"/>
              <a:pathLst>
                <a:path w="1236345">
                  <a:moveTo>
                    <a:pt x="1235963" y="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598919" y="2924046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R1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45636" y="3917694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29342" y="4025898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71361" y="3457956"/>
            <a:ext cx="0" cy="368935"/>
          </a:xfrm>
          <a:custGeom>
            <a:avLst/>
            <a:gdLst/>
            <a:ahLst/>
            <a:cxnLst/>
            <a:rect l="l" t="t" r="r" b="b"/>
            <a:pathLst>
              <a:path h="368935">
                <a:moveTo>
                  <a:pt x="0" y="0"/>
                </a:moveTo>
                <a:lnTo>
                  <a:pt x="0" y="36880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41216" y="3470147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67651" y="4012691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0"/>
                </a:moveTo>
                <a:lnTo>
                  <a:pt x="0" y="3703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409683" y="3567683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0"/>
                </a:moveTo>
                <a:lnTo>
                  <a:pt x="0" y="3703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506964" y="3552444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0"/>
                </a:moveTo>
                <a:lnTo>
                  <a:pt x="0" y="3703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5629401" y="2317241"/>
            <a:ext cx="3210560" cy="1637030"/>
            <a:chOff x="3749801" y="2317241"/>
            <a:chExt cx="3210560" cy="1637030"/>
          </a:xfrm>
        </p:grpSpPr>
        <p:sp>
          <p:nvSpPr>
            <p:cNvPr id="22" name="object 22"/>
            <p:cNvSpPr/>
            <p:nvPr/>
          </p:nvSpPr>
          <p:spPr>
            <a:xfrm>
              <a:off x="5902451" y="2980943"/>
              <a:ext cx="1057910" cy="117475"/>
            </a:xfrm>
            <a:custGeom>
              <a:avLst/>
              <a:gdLst/>
              <a:ahLst/>
              <a:cxnLst/>
              <a:rect l="l" t="t" r="r" b="b"/>
              <a:pathLst>
                <a:path w="1057909" h="117475">
                  <a:moveTo>
                    <a:pt x="13715" y="0"/>
                  </a:moveTo>
                  <a:lnTo>
                    <a:pt x="1057655" y="0"/>
                  </a:lnTo>
                </a:path>
                <a:path w="1057909" h="117475">
                  <a:moveTo>
                    <a:pt x="0" y="117347"/>
                  </a:moveTo>
                  <a:lnTo>
                    <a:pt x="1042415" y="117347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68851" y="2336291"/>
              <a:ext cx="2360930" cy="1598930"/>
            </a:xfrm>
            <a:custGeom>
              <a:avLst/>
              <a:gdLst/>
              <a:ahLst/>
              <a:cxnLst/>
              <a:rect l="l" t="t" r="r" b="b"/>
              <a:pathLst>
                <a:path w="2360929" h="1598929">
                  <a:moveTo>
                    <a:pt x="1176527" y="9143"/>
                  </a:moveTo>
                  <a:lnTo>
                    <a:pt x="0" y="781811"/>
                  </a:lnTo>
                  <a:lnTo>
                    <a:pt x="1188719" y="1598675"/>
                  </a:lnTo>
                  <a:lnTo>
                    <a:pt x="2360675" y="765047"/>
                  </a:lnTo>
                  <a:lnTo>
                    <a:pt x="1164335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352529" y="4041138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75788" y="3878070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A1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888481" y="4283965"/>
            <a:ext cx="434340" cy="24765"/>
          </a:xfrm>
          <a:custGeom>
            <a:avLst/>
            <a:gdLst/>
            <a:ahLst/>
            <a:cxnLst/>
            <a:rect l="l" t="t" r="r" b="b"/>
            <a:pathLst>
              <a:path w="434340" h="24764">
                <a:moveTo>
                  <a:pt x="434333" y="24378"/>
                </a:moveTo>
                <a:lnTo>
                  <a:pt x="434333" y="0"/>
                </a:lnTo>
                <a:lnTo>
                  <a:pt x="0" y="0"/>
                </a:lnTo>
                <a:lnTo>
                  <a:pt x="0" y="24378"/>
                </a:lnTo>
                <a:lnTo>
                  <a:pt x="434333" y="24378"/>
                </a:lnTo>
                <a:close/>
              </a:path>
            </a:pathLst>
          </a:custGeom>
          <a:solidFill>
            <a:srgbClr val="7E00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366399"/>
          </a:xfrm>
          <a:prstGeom prst="rect">
            <a:avLst/>
          </a:prstGeom>
        </p:spPr>
        <p:txBody>
          <a:bodyPr vert="horz" wrap="square" lIns="0" tIns="6978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Tipos</a:t>
            </a:r>
            <a:r>
              <a:rPr sz="4300" spc="-75" dirty="0"/>
              <a:t> </a:t>
            </a:r>
            <a:r>
              <a:rPr sz="4300" dirty="0"/>
              <a:t>de</a:t>
            </a:r>
            <a:r>
              <a:rPr sz="4300" spc="-90" dirty="0"/>
              <a:t> </a:t>
            </a:r>
            <a:r>
              <a:rPr sz="4300" dirty="0"/>
              <a:t>relacionamentos</a:t>
            </a:r>
            <a:r>
              <a:rPr sz="4300" spc="-75" dirty="0"/>
              <a:t> </a:t>
            </a:r>
            <a:r>
              <a:rPr sz="4300" dirty="0"/>
              <a:t>1</a:t>
            </a:r>
            <a:r>
              <a:rPr sz="4300" spc="-90" dirty="0"/>
              <a:t> </a:t>
            </a:r>
            <a:r>
              <a:rPr sz="4300" dirty="0"/>
              <a:t>x</a:t>
            </a:r>
            <a:r>
              <a:rPr sz="4300" spc="-70" dirty="0"/>
              <a:t> </a:t>
            </a:r>
            <a:r>
              <a:rPr sz="4300" spc="-50" dirty="0"/>
              <a:t>1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2741669" y="3698238"/>
            <a:ext cx="4451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06185" y="2592323"/>
            <a:ext cx="1835150" cy="683260"/>
          </a:xfrm>
          <a:custGeom>
            <a:avLst/>
            <a:gdLst/>
            <a:ahLst/>
            <a:cxnLst/>
            <a:rect l="l" t="t" r="r" b="b"/>
            <a:pathLst>
              <a:path w="1835150" h="683260">
                <a:moveTo>
                  <a:pt x="0" y="0"/>
                </a:moveTo>
                <a:lnTo>
                  <a:pt x="0" y="682751"/>
                </a:lnTo>
                <a:lnTo>
                  <a:pt x="1834895" y="682751"/>
                </a:lnTo>
                <a:lnTo>
                  <a:pt x="1834895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18916" y="2776219"/>
            <a:ext cx="2546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886952" y="2590800"/>
            <a:ext cx="1835150" cy="684530"/>
          </a:xfrm>
          <a:custGeom>
            <a:avLst/>
            <a:gdLst/>
            <a:ahLst/>
            <a:cxnLst/>
            <a:rect l="l" t="t" r="r" b="b"/>
            <a:pathLst>
              <a:path w="1835150" h="684529">
                <a:moveTo>
                  <a:pt x="0" y="0"/>
                </a:moveTo>
                <a:lnTo>
                  <a:pt x="0" y="684275"/>
                </a:lnTo>
                <a:lnTo>
                  <a:pt x="1834895" y="684275"/>
                </a:lnTo>
                <a:lnTo>
                  <a:pt x="1834895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745978" y="2776219"/>
            <a:ext cx="2546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34379" y="2502408"/>
            <a:ext cx="1790700" cy="902335"/>
          </a:xfrm>
          <a:custGeom>
            <a:avLst/>
            <a:gdLst/>
            <a:ahLst/>
            <a:cxnLst/>
            <a:rect l="l" t="t" r="r" b="b"/>
            <a:pathLst>
              <a:path w="1790700" h="902335">
                <a:moveTo>
                  <a:pt x="893063" y="4571"/>
                </a:moveTo>
                <a:lnTo>
                  <a:pt x="0" y="441959"/>
                </a:lnTo>
                <a:lnTo>
                  <a:pt x="902207" y="902207"/>
                </a:lnTo>
                <a:lnTo>
                  <a:pt x="1790699" y="432815"/>
                </a:lnTo>
                <a:lnTo>
                  <a:pt x="883919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30420" y="2948939"/>
            <a:ext cx="1207135" cy="0"/>
          </a:xfrm>
          <a:custGeom>
            <a:avLst/>
            <a:gdLst/>
            <a:ahLst/>
            <a:cxnLst/>
            <a:rect l="l" t="t" r="r" b="b"/>
            <a:pathLst>
              <a:path w="1207135">
                <a:moveTo>
                  <a:pt x="120700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97647" y="2948939"/>
            <a:ext cx="1303020" cy="0"/>
          </a:xfrm>
          <a:custGeom>
            <a:avLst/>
            <a:gdLst/>
            <a:ahLst/>
            <a:cxnLst/>
            <a:rect l="l" t="t" r="r" b="b"/>
            <a:pathLst>
              <a:path w="1303020">
                <a:moveTo>
                  <a:pt x="0" y="0"/>
                </a:moveTo>
                <a:lnTo>
                  <a:pt x="1303019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19670" y="2834131"/>
            <a:ext cx="40005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-25" dirty="0">
                <a:solidFill>
                  <a:srgbClr val="0000FF"/>
                </a:solidFill>
                <a:latin typeface="Arial MT"/>
                <a:cs typeface="Arial MT"/>
              </a:rPr>
              <a:t>R1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92295" y="3727194"/>
            <a:ext cx="4451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33386" y="3756150"/>
            <a:ext cx="6540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5" dirty="0">
                <a:solidFill>
                  <a:srgbClr val="7E00FF"/>
                </a:solidFill>
                <a:latin typeface="Arial MT"/>
                <a:cs typeface="Arial MT"/>
              </a:rPr>
              <a:t>R11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47984" y="3835398"/>
            <a:ext cx="4451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34785" y="3279647"/>
            <a:ext cx="0" cy="363220"/>
          </a:xfrm>
          <a:custGeom>
            <a:avLst/>
            <a:gdLst/>
            <a:ahLst/>
            <a:cxnLst/>
            <a:rect l="l" t="t" r="r" b="b"/>
            <a:pathLst>
              <a:path h="363220">
                <a:moveTo>
                  <a:pt x="0" y="0"/>
                </a:moveTo>
                <a:lnTo>
                  <a:pt x="0" y="36271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80255" y="3293365"/>
            <a:ext cx="0" cy="361315"/>
          </a:xfrm>
          <a:custGeom>
            <a:avLst/>
            <a:gdLst/>
            <a:ahLst/>
            <a:cxnLst/>
            <a:rect l="l" t="t" r="r" b="b"/>
            <a:pathLst>
              <a:path h="361314">
                <a:moveTo>
                  <a:pt x="0" y="0"/>
                </a:moveTo>
                <a:lnTo>
                  <a:pt x="0" y="36118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719823" y="3400044"/>
            <a:ext cx="0" cy="363220"/>
          </a:xfrm>
          <a:custGeom>
            <a:avLst/>
            <a:gdLst/>
            <a:ahLst/>
            <a:cxnLst/>
            <a:rect l="l" t="t" r="r" b="b"/>
            <a:pathLst>
              <a:path h="363220">
                <a:moveTo>
                  <a:pt x="0" y="0"/>
                </a:moveTo>
                <a:lnTo>
                  <a:pt x="0" y="36271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223755" y="3293365"/>
            <a:ext cx="0" cy="361315"/>
          </a:xfrm>
          <a:custGeom>
            <a:avLst/>
            <a:gdLst/>
            <a:ahLst/>
            <a:cxnLst/>
            <a:rect l="l" t="t" r="r" b="b"/>
            <a:pathLst>
              <a:path h="361314">
                <a:moveTo>
                  <a:pt x="0" y="0"/>
                </a:moveTo>
                <a:lnTo>
                  <a:pt x="0" y="36118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295128" y="3293365"/>
            <a:ext cx="0" cy="361315"/>
          </a:xfrm>
          <a:custGeom>
            <a:avLst/>
            <a:gdLst/>
            <a:ahLst/>
            <a:cxnLst/>
            <a:rect l="l" t="t" r="r" b="b"/>
            <a:pathLst>
              <a:path h="361314">
                <a:moveTo>
                  <a:pt x="0" y="0"/>
                </a:moveTo>
                <a:lnTo>
                  <a:pt x="0" y="36118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70931" y="2538476"/>
            <a:ext cx="312229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945765" algn="l"/>
              </a:tabLst>
            </a:pPr>
            <a:r>
              <a:rPr sz="2300" spc="-50" dirty="0">
                <a:solidFill>
                  <a:srgbClr val="FF007E"/>
                </a:solidFill>
                <a:latin typeface="Arial MT"/>
                <a:cs typeface="Arial MT"/>
              </a:rPr>
              <a:t>1</a:t>
            </a:r>
            <a:r>
              <a:rPr sz="2300" dirty="0">
                <a:solidFill>
                  <a:srgbClr val="FF007E"/>
                </a:solidFill>
                <a:latin typeface="Arial MT"/>
                <a:cs typeface="Arial MT"/>
              </a:rPr>
              <a:t>	</a:t>
            </a:r>
            <a:r>
              <a:rPr sz="3450" spc="-75" baseline="2415" dirty="0">
                <a:solidFill>
                  <a:srgbClr val="FF007E"/>
                </a:solidFill>
                <a:latin typeface="Arial MT"/>
                <a:cs typeface="Arial MT"/>
              </a:rPr>
              <a:t>1</a:t>
            </a:r>
            <a:endParaRPr sz="3450" baseline="2415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146788" y="3849114"/>
            <a:ext cx="4451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51042" y="5459981"/>
            <a:ext cx="2546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700">
              <a:latin typeface="Arial MT"/>
              <a:cs typeface="Arial MT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2653786" y="5879592"/>
          <a:ext cx="4147185" cy="1019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1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9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452120">
                        <a:lnSpc>
                          <a:spcPct val="100000"/>
                        </a:lnSpc>
                      </a:pPr>
                      <a:r>
                        <a:rPr sz="27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A1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1841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357505">
                        <a:lnSpc>
                          <a:spcPct val="100000"/>
                        </a:lnSpc>
                      </a:pPr>
                      <a:r>
                        <a:rPr sz="27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A2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ct val="100000"/>
                        </a:lnSpc>
                      </a:pPr>
                      <a:r>
                        <a:rPr sz="27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R11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275590">
                        <a:lnSpc>
                          <a:spcPct val="100000"/>
                        </a:lnSpc>
                      </a:pPr>
                      <a:r>
                        <a:rPr sz="27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B1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3683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410709" y="4022598"/>
            <a:ext cx="894715" cy="1738630"/>
          </a:xfrm>
          <a:custGeom>
            <a:avLst/>
            <a:gdLst/>
            <a:ahLst/>
            <a:cxnLst/>
            <a:rect l="l" t="t" r="r" b="b"/>
            <a:pathLst>
              <a:path w="894714" h="1738629">
                <a:moveTo>
                  <a:pt x="45504" y="1561976"/>
                </a:moveTo>
                <a:lnTo>
                  <a:pt x="0" y="1482090"/>
                </a:lnTo>
                <a:lnTo>
                  <a:pt x="0" y="1738122"/>
                </a:lnTo>
                <a:lnTo>
                  <a:pt x="29718" y="1715944"/>
                </a:lnTo>
                <a:lnTo>
                  <a:pt x="29718" y="1600009"/>
                </a:lnTo>
                <a:lnTo>
                  <a:pt x="33528" y="1585722"/>
                </a:lnTo>
                <a:lnTo>
                  <a:pt x="45504" y="1561976"/>
                </a:lnTo>
                <a:close/>
              </a:path>
              <a:path w="894714" h="1738629">
                <a:moveTo>
                  <a:pt x="113343" y="1596953"/>
                </a:moveTo>
                <a:lnTo>
                  <a:pt x="68580" y="1602486"/>
                </a:lnTo>
                <a:lnTo>
                  <a:pt x="45504" y="1561976"/>
                </a:lnTo>
                <a:lnTo>
                  <a:pt x="33528" y="1585722"/>
                </a:lnTo>
                <a:lnTo>
                  <a:pt x="29718" y="1600009"/>
                </a:lnTo>
                <a:lnTo>
                  <a:pt x="31623" y="1614297"/>
                </a:lnTo>
                <a:lnTo>
                  <a:pt x="38671" y="1626870"/>
                </a:lnTo>
                <a:lnTo>
                  <a:pt x="50292" y="1636014"/>
                </a:lnTo>
                <a:lnTo>
                  <a:pt x="65460" y="1639824"/>
                </a:lnTo>
                <a:lnTo>
                  <a:pt x="80200" y="1637919"/>
                </a:lnTo>
                <a:lnTo>
                  <a:pt x="92940" y="1630870"/>
                </a:lnTo>
                <a:lnTo>
                  <a:pt x="102108" y="1619250"/>
                </a:lnTo>
                <a:lnTo>
                  <a:pt x="113343" y="1596953"/>
                </a:lnTo>
                <a:close/>
              </a:path>
              <a:path w="894714" h="1738629">
                <a:moveTo>
                  <a:pt x="204216" y="1585722"/>
                </a:moveTo>
                <a:lnTo>
                  <a:pt x="113343" y="1596953"/>
                </a:lnTo>
                <a:lnTo>
                  <a:pt x="102108" y="1619250"/>
                </a:lnTo>
                <a:lnTo>
                  <a:pt x="92940" y="1630870"/>
                </a:lnTo>
                <a:lnTo>
                  <a:pt x="80200" y="1637919"/>
                </a:lnTo>
                <a:lnTo>
                  <a:pt x="65460" y="1639824"/>
                </a:lnTo>
                <a:lnTo>
                  <a:pt x="50292" y="1636014"/>
                </a:lnTo>
                <a:lnTo>
                  <a:pt x="38671" y="1626870"/>
                </a:lnTo>
                <a:lnTo>
                  <a:pt x="31623" y="1614297"/>
                </a:lnTo>
                <a:lnTo>
                  <a:pt x="29718" y="1600009"/>
                </a:lnTo>
                <a:lnTo>
                  <a:pt x="29718" y="1715944"/>
                </a:lnTo>
                <a:lnTo>
                  <a:pt x="204216" y="1585722"/>
                </a:lnTo>
                <a:close/>
              </a:path>
              <a:path w="894714" h="1738629">
                <a:moveTo>
                  <a:pt x="894683" y="40457"/>
                </a:moveTo>
                <a:lnTo>
                  <a:pt x="893064" y="25717"/>
                </a:lnTo>
                <a:lnTo>
                  <a:pt x="885729" y="12977"/>
                </a:lnTo>
                <a:lnTo>
                  <a:pt x="873252" y="3810"/>
                </a:lnTo>
                <a:lnTo>
                  <a:pt x="858964" y="0"/>
                </a:lnTo>
                <a:lnTo>
                  <a:pt x="844677" y="1905"/>
                </a:lnTo>
                <a:lnTo>
                  <a:pt x="832104" y="8953"/>
                </a:lnTo>
                <a:lnTo>
                  <a:pt x="822960" y="20574"/>
                </a:lnTo>
                <a:lnTo>
                  <a:pt x="45504" y="1561976"/>
                </a:lnTo>
                <a:lnTo>
                  <a:pt x="68580" y="1602486"/>
                </a:lnTo>
                <a:lnTo>
                  <a:pt x="113343" y="1596953"/>
                </a:lnTo>
                <a:lnTo>
                  <a:pt x="890016" y="55626"/>
                </a:lnTo>
                <a:lnTo>
                  <a:pt x="894683" y="404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264906" y="5444741"/>
            <a:ext cx="2546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700">
              <a:latin typeface="Arial MT"/>
              <a:cs typeface="Arial MT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7007859" y="5908548"/>
          <a:ext cx="3975100" cy="1019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9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7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B1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272415">
                        <a:lnSpc>
                          <a:spcPct val="100000"/>
                        </a:lnSpc>
                      </a:pPr>
                      <a:r>
                        <a:rPr sz="27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B2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3020"/>
                        </a:spcBef>
                      </a:pPr>
                      <a:r>
                        <a:rPr sz="27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R11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3835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045"/>
                        </a:spcBef>
                      </a:pPr>
                      <a:r>
                        <a:rPr sz="27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38671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object 27"/>
          <p:cNvSpPr/>
          <p:nvPr/>
        </p:nvSpPr>
        <p:spPr>
          <a:xfrm>
            <a:off x="7313661" y="3987785"/>
            <a:ext cx="808355" cy="1712595"/>
          </a:xfrm>
          <a:custGeom>
            <a:avLst/>
            <a:gdLst/>
            <a:ahLst/>
            <a:cxnLst/>
            <a:rect l="l" t="t" r="r" b="b"/>
            <a:pathLst>
              <a:path w="808354" h="1712595">
                <a:moveTo>
                  <a:pt x="759505" y="1534637"/>
                </a:moveTo>
                <a:lnTo>
                  <a:pt x="72151" y="21859"/>
                </a:lnTo>
                <a:lnTo>
                  <a:pt x="63865" y="10001"/>
                </a:lnTo>
                <a:lnTo>
                  <a:pt x="51577" y="2428"/>
                </a:lnTo>
                <a:lnTo>
                  <a:pt x="37004" y="0"/>
                </a:lnTo>
                <a:lnTo>
                  <a:pt x="21859" y="3571"/>
                </a:lnTo>
                <a:lnTo>
                  <a:pt x="10001" y="12501"/>
                </a:lnTo>
                <a:lnTo>
                  <a:pt x="2428" y="24717"/>
                </a:lnTo>
                <a:lnTo>
                  <a:pt x="0" y="38933"/>
                </a:lnTo>
                <a:lnTo>
                  <a:pt x="3571" y="53863"/>
                </a:lnTo>
                <a:lnTo>
                  <a:pt x="690779" y="1566321"/>
                </a:lnTo>
                <a:lnTo>
                  <a:pt x="735091" y="1573291"/>
                </a:lnTo>
                <a:lnTo>
                  <a:pt x="759505" y="1534637"/>
                </a:lnTo>
                <a:close/>
              </a:path>
              <a:path w="808354" h="1712595">
                <a:moveTo>
                  <a:pt x="773715" y="1691629"/>
                </a:moveTo>
                <a:lnTo>
                  <a:pt x="773715" y="1572339"/>
                </a:lnTo>
                <a:lnTo>
                  <a:pt x="771286" y="1586626"/>
                </a:lnTo>
                <a:lnTo>
                  <a:pt x="763714" y="1599199"/>
                </a:lnTo>
                <a:lnTo>
                  <a:pt x="751855" y="1608343"/>
                </a:lnTo>
                <a:lnTo>
                  <a:pt x="736711" y="1611915"/>
                </a:lnTo>
                <a:lnTo>
                  <a:pt x="722137" y="1609486"/>
                </a:lnTo>
                <a:lnTo>
                  <a:pt x="709850" y="1601914"/>
                </a:lnTo>
                <a:lnTo>
                  <a:pt x="701563" y="1590055"/>
                </a:lnTo>
                <a:lnTo>
                  <a:pt x="690779" y="1566321"/>
                </a:lnTo>
                <a:lnTo>
                  <a:pt x="599455" y="1551955"/>
                </a:lnTo>
                <a:lnTo>
                  <a:pt x="773715" y="1691629"/>
                </a:lnTo>
                <a:close/>
              </a:path>
              <a:path w="808354" h="1712595">
                <a:moveTo>
                  <a:pt x="773715" y="1572339"/>
                </a:moveTo>
                <a:lnTo>
                  <a:pt x="770143" y="1558051"/>
                </a:lnTo>
                <a:lnTo>
                  <a:pt x="759505" y="1534637"/>
                </a:lnTo>
                <a:lnTo>
                  <a:pt x="735091" y="1573291"/>
                </a:lnTo>
                <a:lnTo>
                  <a:pt x="690779" y="1566321"/>
                </a:lnTo>
                <a:lnTo>
                  <a:pt x="701563" y="1590055"/>
                </a:lnTo>
                <a:lnTo>
                  <a:pt x="709850" y="1601914"/>
                </a:lnTo>
                <a:lnTo>
                  <a:pt x="722137" y="1609486"/>
                </a:lnTo>
                <a:lnTo>
                  <a:pt x="736711" y="1611915"/>
                </a:lnTo>
                <a:lnTo>
                  <a:pt x="751855" y="1608343"/>
                </a:lnTo>
                <a:lnTo>
                  <a:pt x="763714" y="1599199"/>
                </a:lnTo>
                <a:lnTo>
                  <a:pt x="771286" y="1586626"/>
                </a:lnTo>
                <a:lnTo>
                  <a:pt x="773715" y="1572339"/>
                </a:lnTo>
                <a:close/>
              </a:path>
              <a:path w="808354" h="1712595">
                <a:moveTo>
                  <a:pt x="808243" y="1457467"/>
                </a:moveTo>
                <a:lnTo>
                  <a:pt x="759505" y="1534637"/>
                </a:lnTo>
                <a:lnTo>
                  <a:pt x="770143" y="1558051"/>
                </a:lnTo>
                <a:lnTo>
                  <a:pt x="773715" y="1572339"/>
                </a:lnTo>
                <a:lnTo>
                  <a:pt x="773715" y="1691629"/>
                </a:lnTo>
                <a:lnTo>
                  <a:pt x="799099" y="1711975"/>
                </a:lnTo>
                <a:lnTo>
                  <a:pt x="808243" y="14574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77582" y="4612638"/>
            <a:ext cx="5397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OU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366399"/>
          </a:xfrm>
          <a:prstGeom prst="rect">
            <a:avLst/>
          </a:prstGeom>
        </p:spPr>
        <p:txBody>
          <a:bodyPr vert="horz" wrap="square" lIns="0" tIns="6978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Tipos</a:t>
            </a:r>
            <a:r>
              <a:rPr sz="4300" spc="-75" dirty="0"/>
              <a:t> </a:t>
            </a:r>
            <a:r>
              <a:rPr sz="4300" dirty="0"/>
              <a:t>de</a:t>
            </a:r>
            <a:r>
              <a:rPr sz="4300" spc="-90" dirty="0"/>
              <a:t> </a:t>
            </a:r>
            <a:r>
              <a:rPr sz="4300" dirty="0"/>
              <a:t>relacionamentos</a:t>
            </a:r>
            <a:r>
              <a:rPr sz="4300" spc="-75" dirty="0"/>
              <a:t> </a:t>
            </a:r>
            <a:r>
              <a:rPr sz="4300" dirty="0"/>
              <a:t>1</a:t>
            </a:r>
            <a:r>
              <a:rPr sz="4300" spc="-90" dirty="0"/>
              <a:t> </a:t>
            </a:r>
            <a:r>
              <a:rPr sz="4300" dirty="0"/>
              <a:t>x</a:t>
            </a:r>
            <a:r>
              <a:rPr sz="4300" spc="-70" dirty="0"/>
              <a:t> </a:t>
            </a:r>
            <a:r>
              <a:rPr sz="4300" spc="-50" dirty="0"/>
              <a:t>N</a:t>
            </a:r>
            <a:endParaRPr sz="4300"/>
          </a:p>
        </p:txBody>
      </p:sp>
      <p:sp>
        <p:nvSpPr>
          <p:cNvPr id="3" name="object 3"/>
          <p:cNvSpPr/>
          <p:nvPr/>
        </p:nvSpPr>
        <p:spPr>
          <a:xfrm>
            <a:off x="2804661" y="2840735"/>
            <a:ext cx="1885314" cy="701040"/>
          </a:xfrm>
          <a:custGeom>
            <a:avLst/>
            <a:gdLst/>
            <a:ahLst/>
            <a:cxnLst/>
            <a:rect l="l" t="t" r="r" b="b"/>
            <a:pathLst>
              <a:path w="1885314" h="701039">
                <a:moveTo>
                  <a:pt x="0" y="0"/>
                </a:moveTo>
                <a:lnTo>
                  <a:pt x="0" y="701039"/>
                </a:lnTo>
                <a:lnTo>
                  <a:pt x="1885187" y="701039"/>
                </a:lnTo>
                <a:lnTo>
                  <a:pt x="1885187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35680" y="3029202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43924" y="2837689"/>
            <a:ext cx="1882139" cy="702945"/>
          </a:xfrm>
          <a:custGeom>
            <a:avLst/>
            <a:gdLst/>
            <a:ahLst/>
            <a:cxnLst/>
            <a:rect l="l" t="t" r="r" b="b"/>
            <a:pathLst>
              <a:path w="1882140" h="702945">
                <a:moveTo>
                  <a:pt x="0" y="0"/>
                </a:moveTo>
                <a:lnTo>
                  <a:pt x="0" y="702563"/>
                </a:lnTo>
                <a:lnTo>
                  <a:pt x="1882139" y="702563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24285" y="3029202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12103" y="2747772"/>
            <a:ext cx="1836420" cy="927100"/>
          </a:xfrm>
          <a:custGeom>
            <a:avLst/>
            <a:gdLst/>
            <a:ahLst/>
            <a:cxnLst/>
            <a:rect l="l" t="t" r="r" b="b"/>
            <a:pathLst>
              <a:path w="1836420" h="927100">
                <a:moveTo>
                  <a:pt x="917447" y="4571"/>
                </a:moveTo>
                <a:lnTo>
                  <a:pt x="0" y="452627"/>
                </a:lnTo>
                <a:lnTo>
                  <a:pt x="926591" y="926591"/>
                </a:lnTo>
                <a:lnTo>
                  <a:pt x="1836419" y="445007"/>
                </a:lnTo>
                <a:lnTo>
                  <a:pt x="908303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76139" y="3206495"/>
            <a:ext cx="1239520" cy="0"/>
          </a:xfrm>
          <a:custGeom>
            <a:avLst/>
            <a:gdLst/>
            <a:ahLst/>
            <a:cxnLst/>
            <a:rect l="l" t="t" r="r" b="b"/>
            <a:pathLst>
              <a:path w="1239520">
                <a:moveTo>
                  <a:pt x="1239011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19567" y="3206495"/>
            <a:ext cx="1338580" cy="0"/>
          </a:xfrm>
          <a:custGeom>
            <a:avLst/>
            <a:gdLst/>
            <a:ahLst/>
            <a:cxnLst/>
            <a:rect l="l" t="t" r="r" b="b"/>
            <a:pathLst>
              <a:path w="1338579">
                <a:moveTo>
                  <a:pt x="0" y="0"/>
                </a:moveTo>
                <a:lnTo>
                  <a:pt x="1338071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612634" y="3087114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R1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6680" y="4006086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24827" y="4035042"/>
            <a:ext cx="6775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R11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08006" y="4117338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39357" y="3544823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13783" y="3558539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20407" y="3669791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0"/>
                </a:moveTo>
                <a:lnTo>
                  <a:pt x="0" y="3703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389871" y="3558539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488676" y="3558539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230367" y="2785363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FF007E"/>
                </a:solidFill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15882" y="2771646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FF007E"/>
                </a:solidFill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335765" y="4129530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86456" y="4048758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92694" y="5290817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6639051" y="5667756"/>
          <a:ext cx="4340860" cy="1082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3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7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7110">
                <a:tc>
                  <a:txBody>
                    <a:bodyPr/>
                    <a:lstStyle/>
                    <a:p>
                      <a:pPr marL="306070">
                        <a:lnSpc>
                          <a:spcPct val="100000"/>
                        </a:lnSpc>
                        <a:spcBef>
                          <a:spcPts val="2620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32740" marB="0"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473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37820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020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R11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83540" marB="0">
                    <a:lnL w="76200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7513637" y="4053649"/>
            <a:ext cx="986790" cy="1370330"/>
          </a:xfrm>
          <a:custGeom>
            <a:avLst/>
            <a:gdLst/>
            <a:ahLst/>
            <a:cxnLst/>
            <a:rect l="l" t="t" r="r" b="b"/>
            <a:pathLst>
              <a:path w="986790" h="1370329">
                <a:moveTo>
                  <a:pt x="914129" y="1204028"/>
                </a:moveTo>
                <a:lnTo>
                  <a:pt x="68770" y="15430"/>
                </a:lnTo>
                <a:lnTo>
                  <a:pt x="57864" y="5214"/>
                </a:lnTo>
                <a:lnTo>
                  <a:pt x="44386" y="0"/>
                </a:lnTo>
                <a:lnTo>
                  <a:pt x="29765" y="214"/>
                </a:lnTo>
                <a:lnTo>
                  <a:pt x="15430" y="6286"/>
                </a:lnTo>
                <a:lnTo>
                  <a:pt x="5214" y="17406"/>
                </a:lnTo>
                <a:lnTo>
                  <a:pt x="0" y="31242"/>
                </a:lnTo>
                <a:lnTo>
                  <a:pt x="214" y="45934"/>
                </a:lnTo>
                <a:lnTo>
                  <a:pt x="6286" y="59626"/>
                </a:lnTo>
                <a:lnTo>
                  <a:pt x="851740" y="1248358"/>
                </a:lnTo>
                <a:lnTo>
                  <a:pt x="897826" y="1246822"/>
                </a:lnTo>
                <a:lnTo>
                  <a:pt x="914129" y="1204028"/>
                </a:lnTo>
                <a:close/>
              </a:path>
              <a:path w="986790" h="1370329">
                <a:moveTo>
                  <a:pt x="935164" y="1343359"/>
                </a:moveTo>
                <a:lnTo>
                  <a:pt x="935164" y="1252918"/>
                </a:lnTo>
                <a:lnTo>
                  <a:pt x="930021" y="1266396"/>
                </a:lnTo>
                <a:lnTo>
                  <a:pt x="919162" y="1277302"/>
                </a:lnTo>
                <a:lnTo>
                  <a:pt x="905470" y="1283589"/>
                </a:lnTo>
                <a:lnTo>
                  <a:pt x="890778" y="1284160"/>
                </a:lnTo>
                <a:lnTo>
                  <a:pt x="876942" y="1279017"/>
                </a:lnTo>
                <a:lnTo>
                  <a:pt x="865822" y="1268158"/>
                </a:lnTo>
                <a:lnTo>
                  <a:pt x="851740" y="1248358"/>
                </a:lnTo>
                <a:lnTo>
                  <a:pt x="760666" y="1251394"/>
                </a:lnTo>
                <a:lnTo>
                  <a:pt x="935164" y="1343359"/>
                </a:lnTo>
                <a:close/>
              </a:path>
              <a:path w="986790" h="1370329">
                <a:moveTo>
                  <a:pt x="935164" y="1252918"/>
                </a:moveTo>
                <a:lnTo>
                  <a:pt x="934593" y="1238297"/>
                </a:lnTo>
                <a:lnTo>
                  <a:pt x="928306" y="1223962"/>
                </a:lnTo>
                <a:lnTo>
                  <a:pt x="914129" y="1204028"/>
                </a:lnTo>
                <a:lnTo>
                  <a:pt x="897826" y="1246822"/>
                </a:lnTo>
                <a:lnTo>
                  <a:pt x="851740" y="1248358"/>
                </a:lnTo>
                <a:lnTo>
                  <a:pt x="865822" y="1268158"/>
                </a:lnTo>
                <a:lnTo>
                  <a:pt x="876942" y="1279017"/>
                </a:lnTo>
                <a:lnTo>
                  <a:pt x="890778" y="1284160"/>
                </a:lnTo>
                <a:lnTo>
                  <a:pt x="905470" y="1283589"/>
                </a:lnTo>
                <a:lnTo>
                  <a:pt x="919162" y="1277302"/>
                </a:lnTo>
                <a:lnTo>
                  <a:pt x="930021" y="1266396"/>
                </a:lnTo>
                <a:lnTo>
                  <a:pt x="935164" y="1252918"/>
                </a:lnTo>
                <a:close/>
              </a:path>
              <a:path w="986790" h="1370329">
                <a:moveTo>
                  <a:pt x="986218" y="1370266"/>
                </a:moveTo>
                <a:lnTo>
                  <a:pt x="946594" y="1118806"/>
                </a:lnTo>
                <a:lnTo>
                  <a:pt x="914129" y="1204028"/>
                </a:lnTo>
                <a:lnTo>
                  <a:pt x="928306" y="1223962"/>
                </a:lnTo>
                <a:lnTo>
                  <a:pt x="934593" y="1238297"/>
                </a:lnTo>
                <a:lnTo>
                  <a:pt x="935164" y="1252918"/>
                </a:lnTo>
                <a:lnTo>
                  <a:pt x="935164" y="1343359"/>
                </a:lnTo>
                <a:lnTo>
                  <a:pt x="986218" y="13702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367041"/>
          </a:xfrm>
          <a:prstGeom prst="rect">
            <a:avLst/>
          </a:prstGeom>
        </p:spPr>
        <p:txBody>
          <a:bodyPr vert="horz" wrap="square" lIns="0" tIns="713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Tipos</a:t>
            </a:r>
            <a:r>
              <a:rPr sz="4200" spc="-55" dirty="0"/>
              <a:t> </a:t>
            </a:r>
            <a:r>
              <a:rPr sz="4200" dirty="0"/>
              <a:t>de</a:t>
            </a:r>
            <a:r>
              <a:rPr sz="4200" spc="-55" dirty="0"/>
              <a:t> </a:t>
            </a:r>
            <a:r>
              <a:rPr sz="4200" dirty="0"/>
              <a:t>relacionamentos</a:t>
            </a:r>
            <a:r>
              <a:rPr sz="4200" spc="-70" dirty="0"/>
              <a:t> </a:t>
            </a:r>
            <a:r>
              <a:rPr sz="4200" dirty="0"/>
              <a:t>M</a:t>
            </a:r>
            <a:r>
              <a:rPr sz="4200" spc="-60" dirty="0"/>
              <a:t> </a:t>
            </a:r>
            <a:r>
              <a:rPr sz="4200" dirty="0"/>
              <a:t>x</a:t>
            </a:r>
            <a:r>
              <a:rPr sz="4200" spc="-55" dirty="0"/>
              <a:t> </a:t>
            </a:r>
            <a:r>
              <a:rPr sz="4200" spc="-50" dirty="0"/>
              <a:t>N</a:t>
            </a:r>
            <a:endParaRPr sz="4200"/>
          </a:p>
        </p:txBody>
      </p:sp>
      <p:sp>
        <p:nvSpPr>
          <p:cNvPr id="3" name="object 3"/>
          <p:cNvSpPr/>
          <p:nvPr/>
        </p:nvSpPr>
        <p:spPr>
          <a:xfrm>
            <a:off x="2883910" y="2747773"/>
            <a:ext cx="1884045" cy="702945"/>
          </a:xfrm>
          <a:custGeom>
            <a:avLst/>
            <a:gdLst/>
            <a:ahLst/>
            <a:cxnLst/>
            <a:rect l="l" t="t" r="r" b="b"/>
            <a:pathLst>
              <a:path w="1884045" h="702945">
                <a:moveTo>
                  <a:pt x="0" y="0"/>
                </a:moveTo>
                <a:lnTo>
                  <a:pt x="0" y="702563"/>
                </a:lnTo>
                <a:lnTo>
                  <a:pt x="1883663" y="702563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21647" y="2746247"/>
            <a:ext cx="1885314" cy="701040"/>
          </a:xfrm>
          <a:custGeom>
            <a:avLst/>
            <a:gdLst/>
            <a:ahLst/>
            <a:cxnLst/>
            <a:rect l="l" t="t" r="r" b="b"/>
            <a:pathLst>
              <a:path w="1885315" h="701039">
                <a:moveTo>
                  <a:pt x="0" y="0"/>
                </a:moveTo>
                <a:lnTo>
                  <a:pt x="0" y="701039"/>
                </a:lnTo>
                <a:lnTo>
                  <a:pt x="1885187" y="701039"/>
                </a:lnTo>
                <a:lnTo>
                  <a:pt x="1885187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89827" y="2656331"/>
            <a:ext cx="1836420" cy="927100"/>
          </a:xfrm>
          <a:custGeom>
            <a:avLst/>
            <a:gdLst/>
            <a:ahLst/>
            <a:cxnLst/>
            <a:rect l="l" t="t" r="r" b="b"/>
            <a:pathLst>
              <a:path w="1836420" h="927100">
                <a:moveTo>
                  <a:pt x="917447" y="4571"/>
                </a:moveTo>
                <a:lnTo>
                  <a:pt x="0" y="452627"/>
                </a:lnTo>
                <a:lnTo>
                  <a:pt x="926591" y="926591"/>
                </a:lnTo>
                <a:lnTo>
                  <a:pt x="1836419" y="443483"/>
                </a:lnTo>
                <a:lnTo>
                  <a:pt x="908303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53863" y="3115055"/>
            <a:ext cx="1239520" cy="0"/>
          </a:xfrm>
          <a:custGeom>
            <a:avLst/>
            <a:gdLst/>
            <a:ahLst/>
            <a:cxnLst/>
            <a:rect l="l" t="t" r="r" b="b"/>
            <a:pathLst>
              <a:path w="1239520">
                <a:moveTo>
                  <a:pt x="1239011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98816" y="3115055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90358" y="2995674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R1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4404" y="3914646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21778" y="4038090"/>
            <a:ext cx="6775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R11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85730" y="4024374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17081" y="3453383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0"/>
                </a:moveTo>
                <a:lnTo>
                  <a:pt x="0" y="3703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91507" y="3467100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98132" y="3578351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0"/>
                </a:moveTo>
                <a:lnTo>
                  <a:pt x="0" y="3703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467595" y="3467100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567923" y="3467100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266942" y="2693922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FF007E"/>
                </a:solidFill>
                <a:latin typeface="Arial MT"/>
                <a:cs typeface="Arial MT"/>
              </a:rPr>
              <a:t>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93606" y="2680207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FF007E"/>
                </a:solidFill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13489" y="4038090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24955" y="5438645"/>
            <a:ext cx="47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R1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5902960" y="5882639"/>
          <a:ext cx="3377565" cy="104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0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4960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84480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27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R11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8382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7455749" y="3971378"/>
            <a:ext cx="384810" cy="1562735"/>
          </a:xfrm>
          <a:custGeom>
            <a:avLst/>
            <a:gdLst/>
            <a:ahLst/>
            <a:cxnLst/>
            <a:rect l="l" t="t" r="r" b="b"/>
            <a:pathLst>
              <a:path w="384810" h="1562735">
                <a:moveTo>
                  <a:pt x="317473" y="1381590"/>
                </a:moveTo>
                <a:lnTo>
                  <a:pt x="74842" y="30646"/>
                </a:lnTo>
                <a:lnTo>
                  <a:pt x="68794" y="16240"/>
                </a:lnTo>
                <a:lnTo>
                  <a:pt x="58459" y="5691"/>
                </a:lnTo>
                <a:lnTo>
                  <a:pt x="45267" y="0"/>
                </a:lnTo>
                <a:lnTo>
                  <a:pt x="30646" y="166"/>
                </a:lnTo>
                <a:lnTo>
                  <a:pt x="16240" y="5357"/>
                </a:lnTo>
                <a:lnTo>
                  <a:pt x="5691" y="15406"/>
                </a:lnTo>
                <a:lnTo>
                  <a:pt x="0" y="28884"/>
                </a:lnTo>
                <a:lnTo>
                  <a:pt x="166" y="44362"/>
                </a:lnTo>
                <a:lnTo>
                  <a:pt x="242648" y="1394478"/>
                </a:lnTo>
                <a:lnTo>
                  <a:pt x="285154" y="1412914"/>
                </a:lnTo>
                <a:lnTo>
                  <a:pt x="317473" y="1381590"/>
                </a:lnTo>
                <a:close/>
              </a:path>
              <a:path w="384810" h="1562735">
                <a:moveTo>
                  <a:pt x="321897" y="1530372"/>
                </a:moveTo>
                <a:lnTo>
                  <a:pt x="321897" y="1420772"/>
                </a:lnTo>
                <a:lnTo>
                  <a:pt x="316206" y="1434250"/>
                </a:lnTo>
                <a:lnTo>
                  <a:pt x="305657" y="1444299"/>
                </a:lnTo>
                <a:lnTo>
                  <a:pt x="291250" y="1449490"/>
                </a:lnTo>
                <a:lnTo>
                  <a:pt x="285154" y="1449560"/>
                </a:lnTo>
                <a:lnTo>
                  <a:pt x="276629" y="1449657"/>
                </a:lnTo>
                <a:lnTo>
                  <a:pt x="263437" y="1443966"/>
                </a:lnTo>
                <a:lnTo>
                  <a:pt x="253103" y="1433417"/>
                </a:lnTo>
                <a:lnTo>
                  <a:pt x="247054" y="1419010"/>
                </a:lnTo>
                <a:lnTo>
                  <a:pt x="242648" y="1394478"/>
                </a:lnTo>
                <a:lnTo>
                  <a:pt x="158662" y="1358050"/>
                </a:lnTo>
                <a:lnTo>
                  <a:pt x="312586" y="1562266"/>
                </a:lnTo>
                <a:lnTo>
                  <a:pt x="321897" y="1530372"/>
                </a:lnTo>
                <a:close/>
              </a:path>
              <a:path w="384810" h="1562735">
                <a:moveTo>
                  <a:pt x="321897" y="1420772"/>
                </a:moveTo>
                <a:lnTo>
                  <a:pt x="321730" y="1405294"/>
                </a:lnTo>
                <a:lnTo>
                  <a:pt x="317473" y="1381590"/>
                </a:lnTo>
                <a:lnTo>
                  <a:pt x="285154" y="1412914"/>
                </a:lnTo>
                <a:lnTo>
                  <a:pt x="242648" y="1394478"/>
                </a:lnTo>
                <a:lnTo>
                  <a:pt x="247054" y="1419010"/>
                </a:lnTo>
                <a:lnTo>
                  <a:pt x="253103" y="1433417"/>
                </a:lnTo>
                <a:lnTo>
                  <a:pt x="263437" y="1443966"/>
                </a:lnTo>
                <a:lnTo>
                  <a:pt x="276629" y="1449657"/>
                </a:lnTo>
                <a:lnTo>
                  <a:pt x="285154" y="1449560"/>
                </a:lnTo>
                <a:lnTo>
                  <a:pt x="291250" y="1449490"/>
                </a:lnTo>
                <a:lnTo>
                  <a:pt x="305657" y="1444299"/>
                </a:lnTo>
                <a:lnTo>
                  <a:pt x="316206" y="1434250"/>
                </a:lnTo>
                <a:lnTo>
                  <a:pt x="321897" y="1420772"/>
                </a:lnTo>
                <a:close/>
              </a:path>
              <a:path w="384810" h="1562735">
                <a:moveTo>
                  <a:pt x="384214" y="1316902"/>
                </a:moveTo>
                <a:lnTo>
                  <a:pt x="317473" y="1381590"/>
                </a:lnTo>
                <a:lnTo>
                  <a:pt x="321730" y="1405294"/>
                </a:lnTo>
                <a:lnTo>
                  <a:pt x="321897" y="1420772"/>
                </a:lnTo>
                <a:lnTo>
                  <a:pt x="321897" y="1530372"/>
                </a:lnTo>
                <a:lnTo>
                  <a:pt x="384214" y="13169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903214" y="3903978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25596" y="2835654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889233" y="2835654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1" y="731012"/>
            <a:ext cx="63188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Tipos</a:t>
            </a:r>
            <a:r>
              <a:rPr spc="-5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relacionamentos</a:t>
            </a:r>
          </a:p>
        </p:txBody>
      </p:sp>
      <p:sp>
        <p:nvSpPr>
          <p:cNvPr id="3" name="object 3"/>
          <p:cNvSpPr/>
          <p:nvPr/>
        </p:nvSpPr>
        <p:spPr>
          <a:xfrm>
            <a:off x="5611876" y="4334255"/>
            <a:ext cx="1880870" cy="698500"/>
          </a:xfrm>
          <a:custGeom>
            <a:avLst/>
            <a:gdLst/>
            <a:ahLst/>
            <a:cxnLst/>
            <a:rect l="l" t="t" r="r" b="b"/>
            <a:pathLst>
              <a:path w="1880870" h="698500">
                <a:moveTo>
                  <a:pt x="0" y="0"/>
                </a:moveTo>
                <a:lnTo>
                  <a:pt x="0" y="697991"/>
                </a:lnTo>
                <a:lnTo>
                  <a:pt x="1880615" y="697991"/>
                </a:lnTo>
                <a:lnTo>
                  <a:pt x="1880615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29170" y="4524246"/>
            <a:ext cx="28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C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22545" y="2439923"/>
            <a:ext cx="5017135" cy="925194"/>
          </a:xfrm>
          <a:custGeom>
            <a:avLst/>
            <a:gdLst/>
            <a:ahLst/>
            <a:cxnLst/>
            <a:rect l="l" t="t" r="r" b="b"/>
            <a:pathLst>
              <a:path w="5017134" h="925195">
                <a:moveTo>
                  <a:pt x="3133343" y="89915"/>
                </a:moveTo>
                <a:lnTo>
                  <a:pt x="3133343" y="792479"/>
                </a:lnTo>
                <a:lnTo>
                  <a:pt x="5017007" y="792479"/>
                </a:lnTo>
                <a:lnTo>
                  <a:pt x="5017007" y="89915"/>
                </a:lnTo>
                <a:lnTo>
                  <a:pt x="3133343" y="89915"/>
                </a:lnTo>
                <a:close/>
              </a:path>
              <a:path w="5017134" h="925195">
                <a:moveTo>
                  <a:pt x="917447" y="4571"/>
                </a:moveTo>
                <a:lnTo>
                  <a:pt x="0" y="452627"/>
                </a:lnTo>
                <a:lnTo>
                  <a:pt x="928115" y="925067"/>
                </a:lnTo>
                <a:lnTo>
                  <a:pt x="1837943" y="445007"/>
                </a:lnTo>
                <a:lnTo>
                  <a:pt x="908303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33056" y="2898647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67950" y="1403096"/>
            <a:ext cx="33229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400" dirty="0">
                <a:solidFill>
                  <a:srgbClr val="323299"/>
                </a:solidFill>
                <a:latin typeface="Tahoma"/>
                <a:cs typeface="Tahoma"/>
              </a:rPr>
              <a:t>Ternários</a:t>
            </a:r>
            <a:r>
              <a:rPr sz="4400" spc="-110" dirty="0">
                <a:solidFill>
                  <a:srgbClr val="323299"/>
                </a:solidFill>
                <a:latin typeface="Tahoma"/>
                <a:cs typeface="Tahoma"/>
              </a:rPr>
              <a:t>  </a:t>
            </a: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R11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11695" y="5498081"/>
            <a:ext cx="47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C2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19970" y="3809490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45047" y="5036820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14895" y="5052060"/>
            <a:ext cx="0" cy="368935"/>
          </a:xfrm>
          <a:custGeom>
            <a:avLst/>
            <a:gdLst/>
            <a:ahLst/>
            <a:cxnLst/>
            <a:rect l="l" t="t" r="r" b="b"/>
            <a:pathLst>
              <a:path h="368935">
                <a:moveTo>
                  <a:pt x="0" y="0"/>
                </a:moveTo>
                <a:lnTo>
                  <a:pt x="0" y="36880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200640" y="3250691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7512304" y="3140773"/>
            <a:ext cx="1851660" cy="2688590"/>
            <a:chOff x="5632704" y="3140773"/>
            <a:chExt cx="1851660" cy="2688590"/>
          </a:xfrm>
        </p:grpSpPr>
        <p:sp>
          <p:nvSpPr>
            <p:cNvPr id="14" name="object 14"/>
            <p:cNvSpPr/>
            <p:nvPr/>
          </p:nvSpPr>
          <p:spPr>
            <a:xfrm>
              <a:off x="7222235" y="3250691"/>
              <a:ext cx="0" cy="372110"/>
            </a:xfrm>
            <a:custGeom>
              <a:avLst/>
              <a:gdLst/>
              <a:ahLst/>
              <a:cxnLst/>
              <a:rect l="l" t="t" r="r" b="b"/>
              <a:pathLst>
                <a:path h="372110">
                  <a:moveTo>
                    <a:pt x="0" y="0"/>
                  </a:moveTo>
                  <a:lnTo>
                    <a:pt x="0" y="371855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32704" y="3140773"/>
              <a:ext cx="1851660" cy="2688590"/>
            </a:xfrm>
            <a:custGeom>
              <a:avLst/>
              <a:gdLst/>
              <a:ahLst/>
              <a:cxnLst/>
              <a:rect l="l" t="t" r="r" b="b"/>
              <a:pathLst>
                <a:path w="1851659" h="2688590">
                  <a:moveTo>
                    <a:pt x="1783762" y="2519445"/>
                  </a:moveTo>
                  <a:lnTo>
                    <a:pt x="68580" y="15430"/>
                  </a:lnTo>
                  <a:lnTo>
                    <a:pt x="58340" y="5214"/>
                  </a:lnTo>
                  <a:lnTo>
                    <a:pt x="44958" y="0"/>
                  </a:lnTo>
                  <a:lnTo>
                    <a:pt x="30432" y="214"/>
                  </a:lnTo>
                  <a:lnTo>
                    <a:pt x="16764" y="6286"/>
                  </a:lnTo>
                  <a:lnTo>
                    <a:pt x="5667" y="17192"/>
                  </a:lnTo>
                  <a:lnTo>
                    <a:pt x="0" y="30670"/>
                  </a:lnTo>
                  <a:lnTo>
                    <a:pt x="0" y="45178"/>
                  </a:lnTo>
                  <a:lnTo>
                    <a:pt x="6096" y="59626"/>
                  </a:lnTo>
                  <a:lnTo>
                    <a:pt x="1719381" y="2563077"/>
                  </a:lnTo>
                  <a:lnTo>
                    <a:pt x="1766316" y="2562034"/>
                  </a:lnTo>
                  <a:lnTo>
                    <a:pt x="1783762" y="2519445"/>
                  </a:lnTo>
                  <a:close/>
                </a:path>
                <a:path w="1851659" h="2688590">
                  <a:moveTo>
                    <a:pt x="1803511" y="2661813"/>
                  </a:moveTo>
                  <a:lnTo>
                    <a:pt x="1803511" y="2555033"/>
                  </a:lnTo>
                  <a:lnTo>
                    <a:pt x="1803273" y="2569654"/>
                  </a:lnTo>
                  <a:lnTo>
                    <a:pt x="1797891" y="2583132"/>
                  </a:lnTo>
                  <a:lnTo>
                    <a:pt x="1787652" y="2594038"/>
                  </a:lnTo>
                  <a:lnTo>
                    <a:pt x="1773959" y="2600110"/>
                  </a:lnTo>
                  <a:lnTo>
                    <a:pt x="1766316" y="2600222"/>
                  </a:lnTo>
                  <a:lnTo>
                    <a:pt x="1759267" y="2600325"/>
                  </a:lnTo>
                  <a:lnTo>
                    <a:pt x="1745432" y="2595110"/>
                  </a:lnTo>
                  <a:lnTo>
                    <a:pt x="1734312" y="2584894"/>
                  </a:lnTo>
                  <a:lnTo>
                    <a:pt x="1719381" y="2563077"/>
                  </a:lnTo>
                  <a:lnTo>
                    <a:pt x="1629156" y="2565082"/>
                  </a:lnTo>
                  <a:lnTo>
                    <a:pt x="1803511" y="2661813"/>
                  </a:lnTo>
                  <a:close/>
                </a:path>
                <a:path w="1851659" h="2688590">
                  <a:moveTo>
                    <a:pt x="1803511" y="2555033"/>
                  </a:moveTo>
                  <a:lnTo>
                    <a:pt x="1798320" y="2540698"/>
                  </a:lnTo>
                  <a:lnTo>
                    <a:pt x="1783762" y="2519445"/>
                  </a:lnTo>
                  <a:lnTo>
                    <a:pt x="1766316" y="2562034"/>
                  </a:lnTo>
                  <a:lnTo>
                    <a:pt x="1719381" y="2563077"/>
                  </a:lnTo>
                  <a:lnTo>
                    <a:pt x="1734312" y="2584894"/>
                  </a:lnTo>
                  <a:lnTo>
                    <a:pt x="1745432" y="2595110"/>
                  </a:lnTo>
                  <a:lnTo>
                    <a:pt x="1759267" y="2600325"/>
                  </a:lnTo>
                  <a:lnTo>
                    <a:pt x="1766316" y="2600222"/>
                  </a:lnTo>
                  <a:lnTo>
                    <a:pt x="1773959" y="2600110"/>
                  </a:lnTo>
                  <a:lnTo>
                    <a:pt x="1787652" y="2594038"/>
                  </a:lnTo>
                  <a:lnTo>
                    <a:pt x="1797891" y="2583132"/>
                  </a:lnTo>
                  <a:lnTo>
                    <a:pt x="1803273" y="2569654"/>
                  </a:lnTo>
                  <a:lnTo>
                    <a:pt x="1803511" y="2555033"/>
                  </a:lnTo>
                  <a:close/>
                </a:path>
                <a:path w="1851659" h="2688590">
                  <a:moveTo>
                    <a:pt x="1851660" y="2688526"/>
                  </a:moveTo>
                  <a:lnTo>
                    <a:pt x="1818132" y="2435542"/>
                  </a:lnTo>
                  <a:lnTo>
                    <a:pt x="1783762" y="2519445"/>
                  </a:lnTo>
                  <a:lnTo>
                    <a:pt x="1798320" y="2540698"/>
                  </a:lnTo>
                  <a:lnTo>
                    <a:pt x="1803511" y="2555033"/>
                  </a:lnTo>
                  <a:lnTo>
                    <a:pt x="1803511" y="2661813"/>
                  </a:lnTo>
                  <a:lnTo>
                    <a:pt x="1851660" y="26885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901182" y="2477515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FF007E"/>
                </a:solidFill>
                <a:latin typeface="Arial MT"/>
                <a:cs typeface="Arial MT"/>
              </a:rPr>
              <a:t>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27846" y="2463799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FF007E"/>
                </a:solidFill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17642" y="3699762"/>
            <a:ext cx="15703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123315" algn="l"/>
              </a:tabLst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r>
              <a:rPr sz="2800" dirty="0">
                <a:solidFill>
                  <a:srgbClr val="7E00FF"/>
                </a:solidFill>
                <a:latin typeface="Arial MT"/>
                <a:cs typeface="Arial MT"/>
              </a:rPr>
              <a:t>	</a:t>
            </a: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18150" y="2531364"/>
            <a:ext cx="1882139" cy="634789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201930" rIns="0" bIns="0" rtlCol="0">
            <a:spAutoFit/>
          </a:bodyPr>
          <a:lstStyle/>
          <a:p>
            <a:pPr marR="156210" algn="ctr">
              <a:spcBef>
                <a:spcPts val="1590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51321" y="3236975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575044" y="3421379"/>
            <a:ext cx="0" cy="873760"/>
          </a:xfrm>
          <a:custGeom>
            <a:avLst/>
            <a:gdLst/>
            <a:ahLst/>
            <a:cxnLst/>
            <a:rect l="l" t="t" r="r" b="b"/>
            <a:pathLst>
              <a:path h="873760">
                <a:moveTo>
                  <a:pt x="0" y="0"/>
                </a:moveTo>
                <a:lnTo>
                  <a:pt x="0" y="87325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24223" y="3250691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679947" y="5470649"/>
            <a:ext cx="47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C1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46205" y="3821682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57942" y="5607809"/>
            <a:ext cx="47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R1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6180328" y="6024371"/>
          <a:ext cx="4392295" cy="104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4051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55904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01625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C1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311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R11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8382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9637773" y="2721354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24599" y="2779266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R1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388104" y="2898647"/>
            <a:ext cx="1237615" cy="0"/>
          </a:xfrm>
          <a:custGeom>
            <a:avLst/>
            <a:gdLst/>
            <a:ahLst/>
            <a:cxnLst/>
            <a:rect l="l" t="t" r="r" b="b"/>
            <a:pathLst>
              <a:path w="1237614">
                <a:moveTo>
                  <a:pt x="123748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787895" y="3503166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FF007E"/>
                </a:solidFill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530847" y="2055875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28868" y="3048000"/>
            <a:ext cx="1882139" cy="701040"/>
          </a:xfrm>
          <a:custGeom>
            <a:avLst/>
            <a:gdLst/>
            <a:ahLst/>
            <a:cxnLst/>
            <a:rect l="l" t="t" r="r" b="b"/>
            <a:pathLst>
              <a:path w="1882139" h="701039">
                <a:moveTo>
                  <a:pt x="0" y="0"/>
                </a:moveTo>
                <a:lnTo>
                  <a:pt x="0" y="701039"/>
                </a:lnTo>
                <a:lnTo>
                  <a:pt x="1882139" y="701039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647686" y="3239514"/>
            <a:ext cx="28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C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64348" y="5519927"/>
            <a:ext cx="1882139" cy="701040"/>
          </a:xfrm>
          <a:custGeom>
            <a:avLst/>
            <a:gdLst/>
            <a:ahLst/>
            <a:cxnLst/>
            <a:rect l="l" t="t" r="r" b="b"/>
            <a:pathLst>
              <a:path w="1882140" h="701039">
                <a:moveTo>
                  <a:pt x="0" y="0"/>
                </a:moveTo>
                <a:lnTo>
                  <a:pt x="0" y="701039"/>
                </a:lnTo>
                <a:lnTo>
                  <a:pt x="1882139" y="701039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744709" y="5711441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65846" y="2207767"/>
            <a:ext cx="47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C2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28430" y="6796529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30620" y="2639567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00467" y="2654808"/>
            <a:ext cx="0" cy="368935"/>
          </a:xfrm>
          <a:custGeom>
            <a:avLst/>
            <a:gdLst/>
            <a:ahLst/>
            <a:cxnLst/>
            <a:rect l="l" t="t" r="r" b="b"/>
            <a:pathLst>
              <a:path h="368935">
                <a:moveTo>
                  <a:pt x="0" y="0"/>
                </a:moveTo>
                <a:lnTo>
                  <a:pt x="0" y="36880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19824" y="3782568"/>
            <a:ext cx="228600" cy="883919"/>
          </a:xfrm>
          <a:custGeom>
            <a:avLst/>
            <a:gdLst/>
            <a:ahLst/>
            <a:cxnLst/>
            <a:rect l="l" t="t" r="r" b="b"/>
            <a:pathLst>
              <a:path w="228600" h="883920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228600"/>
                </a:lnTo>
                <a:lnTo>
                  <a:pt x="76200" y="190500"/>
                </a:lnTo>
                <a:lnTo>
                  <a:pt x="79152" y="175545"/>
                </a:lnTo>
                <a:lnTo>
                  <a:pt x="87249" y="163449"/>
                </a:lnTo>
                <a:lnTo>
                  <a:pt x="99345" y="155352"/>
                </a:lnTo>
                <a:lnTo>
                  <a:pt x="114300" y="152400"/>
                </a:lnTo>
                <a:lnTo>
                  <a:pt x="129254" y="155352"/>
                </a:lnTo>
                <a:lnTo>
                  <a:pt x="141351" y="163449"/>
                </a:lnTo>
                <a:lnTo>
                  <a:pt x="149447" y="175545"/>
                </a:lnTo>
                <a:lnTo>
                  <a:pt x="152400" y="190500"/>
                </a:lnTo>
                <a:lnTo>
                  <a:pt x="152400" y="228600"/>
                </a:lnTo>
                <a:lnTo>
                  <a:pt x="228600" y="228600"/>
                </a:lnTo>
                <a:close/>
              </a:path>
              <a:path w="228600" h="883920">
                <a:moveTo>
                  <a:pt x="152400" y="228600"/>
                </a:moveTo>
                <a:lnTo>
                  <a:pt x="152400" y="190500"/>
                </a:lnTo>
                <a:lnTo>
                  <a:pt x="149447" y="175545"/>
                </a:lnTo>
                <a:lnTo>
                  <a:pt x="141351" y="163449"/>
                </a:lnTo>
                <a:lnTo>
                  <a:pt x="129254" y="155352"/>
                </a:lnTo>
                <a:lnTo>
                  <a:pt x="114300" y="152400"/>
                </a:lnTo>
                <a:lnTo>
                  <a:pt x="99345" y="155352"/>
                </a:lnTo>
                <a:lnTo>
                  <a:pt x="87249" y="163449"/>
                </a:lnTo>
                <a:lnTo>
                  <a:pt x="79152" y="175545"/>
                </a:lnTo>
                <a:lnTo>
                  <a:pt x="76200" y="190500"/>
                </a:lnTo>
                <a:lnTo>
                  <a:pt x="76200" y="228600"/>
                </a:lnTo>
                <a:lnTo>
                  <a:pt x="152400" y="228600"/>
                </a:lnTo>
                <a:close/>
              </a:path>
              <a:path w="228600" h="883920">
                <a:moveTo>
                  <a:pt x="152400" y="845820"/>
                </a:moveTo>
                <a:lnTo>
                  <a:pt x="152400" y="228600"/>
                </a:lnTo>
                <a:lnTo>
                  <a:pt x="76200" y="228600"/>
                </a:lnTo>
                <a:lnTo>
                  <a:pt x="76200" y="845820"/>
                </a:lnTo>
                <a:lnTo>
                  <a:pt x="79152" y="860774"/>
                </a:lnTo>
                <a:lnTo>
                  <a:pt x="87249" y="872871"/>
                </a:lnTo>
                <a:lnTo>
                  <a:pt x="99345" y="880967"/>
                </a:lnTo>
                <a:lnTo>
                  <a:pt x="114300" y="883920"/>
                </a:lnTo>
                <a:lnTo>
                  <a:pt x="129254" y="880967"/>
                </a:lnTo>
                <a:lnTo>
                  <a:pt x="141351" y="872871"/>
                </a:lnTo>
                <a:lnTo>
                  <a:pt x="149447" y="860774"/>
                </a:lnTo>
                <a:lnTo>
                  <a:pt x="152400" y="8458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208771" y="6240779"/>
            <a:ext cx="0" cy="372110"/>
          </a:xfrm>
          <a:custGeom>
            <a:avLst/>
            <a:gdLst/>
            <a:ahLst/>
            <a:cxnLst/>
            <a:rect l="l" t="t" r="r" b="b"/>
            <a:pathLst>
              <a:path h="372109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309100" y="6240779"/>
            <a:ext cx="0" cy="372110"/>
          </a:xfrm>
          <a:custGeom>
            <a:avLst/>
            <a:gdLst/>
            <a:ahLst/>
            <a:cxnLst/>
            <a:rect l="l" t="t" r="r" b="b"/>
            <a:pathLst>
              <a:path h="372109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250945" y="5562601"/>
            <a:ext cx="1884045" cy="634789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201930" rIns="0" bIns="0" rtlCol="0">
            <a:spAutoFit/>
          </a:bodyPr>
          <a:lstStyle/>
          <a:p>
            <a:pPr marR="151765" algn="ctr">
              <a:spcBef>
                <a:spcPts val="1590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89476" y="6727949"/>
            <a:ext cx="16325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185545" algn="l"/>
              </a:tabLst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r>
              <a:rPr sz="2800" dirty="0">
                <a:solidFill>
                  <a:srgbClr val="7E00FF"/>
                </a:solidFill>
                <a:latin typeface="Arial MT"/>
                <a:cs typeface="Arial MT"/>
              </a:rPr>
              <a:t>	</a:t>
            </a: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85639" y="6266688"/>
            <a:ext cx="0" cy="372110"/>
          </a:xfrm>
          <a:custGeom>
            <a:avLst/>
            <a:gdLst/>
            <a:ahLst/>
            <a:cxnLst/>
            <a:rect l="l" t="t" r="r" b="b"/>
            <a:pathLst>
              <a:path h="372109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58535" y="6281927"/>
            <a:ext cx="0" cy="372110"/>
          </a:xfrm>
          <a:custGeom>
            <a:avLst/>
            <a:gdLst/>
            <a:ahLst/>
            <a:cxnLst/>
            <a:rect l="l" t="t" r="r" b="b"/>
            <a:pathLst>
              <a:path h="372109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967983" y="2248915"/>
            <a:ext cx="47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C1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980684" y="2654808"/>
            <a:ext cx="454659" cy="24765"/>
          </a:xfrm>
          <a:custGeom>
            <a:avLst/>
            <a:gdLst/>
            <a:ahLst/>
            <a:cxnLst/>
            <a:rect l="l" t="t" r="r" b="b"/>
            <a:pathLst>
              <a:path w="454660" h="24764">
                <a:moveTo>
                  <a:pt x="454145" y="24378"/>
                </a:moveTo>
                <a:lnTo>
                  <a:pt x="454145" y="0"/>
                </a:lnTo>
                <a:lnTo>
                  <a:pt x="0" y="0"/>
                </a:lnTo>
                <a:lnTo>
                  <a:pt x="0" y="24378"/>
                </a:lnTo>
                <a:lnTo>
                  <a:pt x="454145" y="24378"/>
                </a:lnTo>
                <a:close/>
              </a:path>
            </a:pathLst>
          </a:custGeom>
          <a:solidFill>
            <a:srgbClr val="7E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044938" y="6784337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12767" y="2334768"/>
            <a:ext cx="6406515" cy="3237865"/>
            <a:chOff x="3233166" y="2334767"/>
            <a:chExt cx="6406515" cy="3237865"/>
          </a:xfrm>
        </p:grpSpPr>
        <p:sp>
          <p:nvSpPr>
            <p:cNvPr id="21" name="object 21"/>
            <p:cNvSpPr/>
            <p:nvPr/>
          </p:nvSpPr>
          <p:spPr>
            <a:xfrm>
              <a:off x="3252216" y="4709159"/>
              <a:ext cx="3808729" cy="844550"/>
            </a:xfrm>
            <a:custGeom>
              <a:avLst/>
              <a:gdLst/>
              <a:ahLst/>
              <a:cxnLst/>
              <a:rect l="l" t="t" r="r" b="b"/>
              <a:pathLst>
                <a:path w="3808729" h="844550">
                  <a:moveTo>
                    <a:pt x="310895" y="0"/>
                  </a:moveTo>
                  <a:lnTo>
                    <a:pt x="0" y="844295"/>
                  </a:lnTo>
                </a:path>
                <a:path w="3808729" h="844550">
                  <a:moveTo>
                    <a:pt x="2942843" y="3047"/>
                  </a:moveTo>
                  <a:lnTo>
                    <a:pt x="3808475" y="80314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64636" y="4695443"/>
              <a:ext cx="2667000" cy="0"/>
            </a:xfrm>
            <a:custGeom>
              <a:avLst/>
              <a:gdLst/>
              <a:ahLst/>
              <a:cxnLst/>
              <a:rect l="l" t="t" r="r" b="b"/>
              <a:pathLst>
                <a:path w="2667000">
                  <a:moveTo>
                    <a:pt x="0" y="0"/>
                  </a:moveTo>
                  <a:lnTo>
                    <a:pt x="2666999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52972" y="2372867"/>
              <a:ext cx="3348354" cy="2306320"/>
            </a:xfrm>
            <a:custGeom>
              <a:avLst/>
              <a:gdLst/>
              <a:ahLst/>
              <a:cxnLst/>
              <a:rect l="l" t="t" r="r" b="b"/>
              <a:pathLst>
                <a:path w="3348354" h="2306320">
                  <a:moveTo>
                    <a:pt x="1674875" y="0"/>
                  </a:moveTo>
                  <a:lnTo>
                    <a:pt x="1618463" y="642"/>
                  </a:lnTo>
                  <a:lnTo>
                    <a:pt x="1562517" y="2555"/>
                  </a:lnTo>
                  <a:lnTo>
                    <a:pt x="1507068" y="5718"/>
                  </a:lnTo>
                  <a:lnTo>
                    <a:pt x="1452144" y="10112"/>
                  </a:lnTo>
                  <a:lnTo>
                    <a:pt x="1397776" y="15717"/>
                  </a:lnTo>
                  <a:lnTo>
                    <a:pt x="1343993" y="22511"/>
                  </a:lnTo>
                  <a:lnTo>
                    <a:pt x="1290823" y="30475"/>
                  </a:lnTo>
                  <a:lnTo>
                    <a:pt x="1238296" y="39589"/>
                  </a:lnTo>
                  <a:lnTo>
                    <a:pt x="1186442" y="49832"/>
                  </a:lnTo>
                  <a:lnTo>
                    <a:pt x="1135289" y="61184"/>
                  </a:lnTo>
                  <a:lnTo>
                    <a:pt x="1084868" y="73625"/>
                  </a:lnTo>
                  <a:lnTo>
                    <a:pt x="1035206" y="87135"/>
                  </a:lnTo>
                  <a:lnTo>
                    <a:pt x="986334" y="101694"/>
                  </a:lnTo>
                  <a:lnTo>
                    <a:pt x="938281" y="117281"/>
                  </a:lnTo>
                  <a:lnTo>
                    <a:pt x="891077" y="133876"/>
                  </a:lnTo>
                  <a:lnTo>
                    <a:pt x="844749" y="151459"/>
                  </a:lnTo>
                  <a:lnTo>
                    <a:pt x="799329" y="170010"/>
                  </a:lnTo>
                  <a:lnTo>
                    <a:pt x="754845" y="189508"/>
                  </a:lnTo>
                  <a:lnTo>
                    <a:pt x="711326" y="209933"/>
                  </a:lnTo>
                  <a:lnTo>
                    <a:pt x="668801" y="231266"/>
                  </a:lnTo>
                  <a:lnTo>
                    <a:pt x="627301" y="253486"/>
                  </a:lnTo>
                  <a:lnTo>
                    <a:pt x="586854" y="276572"/>
                  </a:lnTo>
                  <a:lnTo>
                    <a:pt x="547490" y="300504"/>
                  </a:lnTo>
                  <a:lnTo>
                    <a:pt x="509237" y="325263"/>
                  </a:lnTo>
                  <a:lnTo>
                    <a:pt x="472126" y="350829"/>
                  </a:lnTo>
                  <a:lnTo>
                    <a:pt x="436185" y="377179"/>
                  </a:lnTo>
                  <a:lnTo>
                    <a:pt x="401444" y="404296"/>
                  </a:lnTo>
                  <a:lnTo>
                    <a:pt x="367932" y="432158"/>
                  </a:lnTo>
                  <a:lnTo>
                    <a:pt x="335679" y="460745"/>
                  </a:lnTo>
                  <a:lnTo>
                    <a:pt x="304713" y="490037"/>
                  </a:lnTo>
                  <a:lnTo>
                    <a:pt x="275064" y="520014"/>
                  </a:lnTo>
                  <a:lnTo>
                    <a:pt x="246762" y="550656"/>
                  </a:lnTo>
                  <a:lnTo>
                    <a:pt x="219835" y="581942"/>
                  </a:lnTo>
                  <a:lnTo>
                    <a:pt x="194313" y="613852"/>
                  </a:lnTo>
                  <a:lnTo>
                    <a:pt x="170225" y="646367"/>
                  </a:lnTo>
                  <a:lnTo>
                    <a:pt x="147601" y="679465"/>
                  </a:lnTo>
                  <a:lnTo>
                    <a:pt x="126470" y="713126"/>
                  </a:lnTo>
                  <a:lnTo>
                    <a:pt x="106861" y="747331"/>
                  </a:lnTo>
                  <a:lnTo>
                    <a:pt x="88803" y="782059"/>
                  </a:lnTo>
                  <a:lnTo>
                    <a:pt x="72326" y="817290"/>
                  </a:lnTo>
                  <a:lnTo>
                    <a:pt x="57459" y="853004"/>
                  </a:lnTo>
                  <a:lnTo>
                    <a:pt x="44231" y="889180"/>
                  </a:lnTo>
                  <a:lnTo>
                    <a:pt x="32672" y="925799"/>
                  </a:lnTo>
                  <a:lnTo>
                    <a:pt x="22811" y="962839"/>
                  </a:lnTo>
                  <a:lnTo>
                    <a:pt x="14677" y="1000282"/>
                  </a:lnTo>
                  <a:lnTo>
                    <a:pt x="8299" y="1038106"/>
                  </a:lnTo>
                  <a:lnTo>
                    <a:pt x="3708" y="1076292"/>
                  </a:lnTo>
                  <a:lnTo>
                    <a:pt x="931" y="1114819"/>
                  </a:lnTo>
                  <a:lnTo>
                    <a:pt x="0" y="1153667"/>
                  </a:lnTo>
                  <a:lnTo>
                    <a:pt x="931" y="1192424"/>
                  </a:lnTo>
                  <a:lnTo>
                    <a:pt x="3708" y="1230864"/>
                  </a:lnTo>
                  <a:lnTo>
                    <a:pt x="8299" y="1268965"/>
                  </a:lnTo>
                  <a:lnTo>
                    <a:pt x="14677" y="1306709"/>
                  </a:lnTo>
                  <a:lnTo>
                    <a:pt x="22811" y="1344075"/>
                  </a:lnTo>
                  <a:lnTo>
                    <a:pt x="32672" y="1381042"/>
                  </a:lnTo>
                  <a:lnTo>
                    <a:pt x="44231" y="1417591"/>
                  </a:lnTo>
                  <a:lnTo>
                    <a:pt x="57459" y="1453700"/>
                  </a:lnTo>
                  <a:lnTo>
                    <a:pt x="72326" y="1489350"/>
                  </a:lnTo>
                  <a:lnTo>
                    <a:pt x="88803" y="1524520"/>
                  </a:lnTo>
                  <a:lnTo>
                    <a:pt x="106861" y="1559191"/>
                  </a:lnTo>
                  <a:lnTo>
                    <a:pt x="126470" y="1593341"/>
                  </a:lnTo>
                  <a:lnTo>
                    <a:pt x="147601" y="1626951"/>
                  </a:lnTo>
                  <a:lnTo>
                    <a:pt x="170225" y="1660000"/>
                  </a:lnTo>
                  <a:lnTo>
                    <a:pt x="194313" y="1692468"/>
                  </a:lnTo>
                  <a:lnTo>
                    <a:pt x="219835" y="1724334"/>
                  </a:lnTo>
                  <a:lnTo>
                    <a:pt x="246762" y="1755579"/>
                  </a:lnTo>
                  <a:lnTo>
                    <a:pt x="275064" y="1786182"/>
                  </a:lnTo>
                  <a:lnTo>
                    <a:pt x="304713" y="1816123"/>
                  </a:lnTo>
                  <a:lnTo>
                    <a:pt x="335679" y="1845382"/>
                  </a:lnTo>
                  <a:lnTo>
                    <a:pt x="367932" y="1873937"/>
                  </a:lnTo>
                  <a:lnTo>
                    <a:pt x="401444" y="1901770"/>
                  </a:lnTo>
                  <a:lnTo>
                    <a:pt x="436185" y="1928859"/>
                  </a:lnTo>
                  <a:lnTo>
                    <a:pt x="472126" y="1955185"/>
                  </a:lnTo>
                  <a:lnTo>
                    <a:pt x="509237" y="1980727"/>
                  </a:lnTo>
                  <a:lnTo>
                    <a:pt x="547490" y="2005464"/>
                  </a:lnTo>
                  <a:lnTo>
                    <a:pt x="586854" y="2029377"/>
                  </a:lnTo>
                  <a:lnTo>
                    <a:pt x="627301" y="2052445"/>
                  </a:lnTo>
                  <a:lnTo>
                    <a:pt x="668801" y="2074649"/>
                  </a:lnTo>
                  <a:lnTo>
                    <a:pt x="711326" y="2095966"/>
                  </a:lnTo>
                  <a:lnTo>
                    <a:pt x="754845" y="2116379"/>
                  </a:lnTo>
                  <a:lnTo>
                    <a:pt x="799329" y="2135865"/>
                  </a:lnTo>
                  <a:lnTo>
                    <a:pt x="844749" y="2154405"/>
                  </a:lnTo>
                  <a:lnTo>
                    <a:pt x="891077" y="2171979"/>
                  </a:lnTo>
                  <a:lnTo>
                    <a:pt x="938281" y="2188566"/>
                  </a:lnTo>
                  <a:lnTo>
                    <a:pt x="986334" y="2204145"/>
                  </a:lnTo>
                  <a:lnTo>
                    <a:pt x="1035206" y="2218698"/>
                  </a:lnTo>
                  <a:lnTo>
                    <a:pt x="1084868" y="2232203"/>
                  </a:lnTo>
                  <a:lnTo>
                    <a:pt x="1135289" y="2244640"/>
                  </a:lnTo>
                  <a:lnTo>
                    <a:pt x="1186442" y="2255989"/>
                  </a:lnTo>
                  <a:lnTo>
                    <a:pt x="1238296" y="2266229"/>
                  </a:lnTo>
                  <a:lnTo>
                    <a:pt x="1290823" y="2275340"/>
                  </a:lnTo>
                  <a:lnTo>
                    <a:pt x="1343993" y="2283303"/>
                  </a:lnTo>
                  <a:lnTo>
                    <a:pt x="1397776" y="2290096"/>
                  </a:lnTo>
                  <a:lnTo>
                    <a:pt x="1452144" y="2295699"/>
                  </a:lnTo>
                  <a:lnTo>
                    <a:pt x="1507068" y="2300093"/>
                  </a:lnTo>
                  <a:lnTo>
                    <a:pt x="1562517" y="2303256"/>
                  </a:lnTo>
                  <a:lnTo>
                    <a:pt x="1618463" y="2305169"/>
                  </a:lnTo>
                  <a:lnTo>
                    <a:pt x="1674875" y="2305811"/>
                  </a:lnTo>
                  <a:lnTo>
                    <a:pt x="1731197" y="2305169"/>
                  </a:lnTo>
                  <a:lnTo>
                    <a:pt x="1787055" y="2303256"/>
                  </a:lnTo>
                  <a:lnTo>
                    <a:pt x="1842420" y="2300093"/>
                  </a:lnTo>
                  <a:lnTo>
                    <a:pt x="1897263" y="2295699"/>
                  </a:lnTo>
                  <a:lnTo>
                    <a:pt x="1951554" y="2290096"/>
                  </a:lnTo>
                  <a:lnTo>
                    <a:pt x="2005264" y="2283303"/>
                  </a:lnTo>
                  <a:lnTo>
                    <a:pt x="2058364" y="2275340"/>
                  </a:lnTo>
                  <a:lnTo>
                    <a:pt x="2110823" y="2266229"/>
                  </a:lnTo>
                  <a:lnTo>
                    <a:pt x="2162614" y="2255989"/>
                  </a:lnTo>
                  <a:lnTo>
                    <a:pt x="2213706" y="2244640"/>
                  </a:lnTo>
                  <a:lnTo>
                    <a:pt x="2264070" y="2232203"/>
                  </a:lnTo>
                  <a:lnTo>
                    <a:pt x="2313677" y="2218698"/>
                  </a:lnTo>
                  <a:lnTo>
                    <a:pt x="2362497" y="2204145"/>
                  </a:lnTo>
                  <a:lnTo>
                    <a:pt x="2410501" y="2188566"/>
                  </a:lnTo>
                  <a:lnTo>
                    <a:pt x="2457659" y="2171979"/>
                  </a:lnTo>
                  <a:lnTo>
                    <a:pt x="2503943" y="2154405"/>
                  </a:lnTo>
                  <a:lnTo>
                    <a:pt x="2549322" y="2135865"/>
                  </a:lnTo>
                  <a:lnTo>
                    <a:pt x="2593768" y="2116379"/>
                  </a:lnTo>
                  <a:lnTo>
                    <a:pt x="2637251" y="2095966"/>
                  </a:lnTo>
                  <a:lnTo>
                    <a:pt x="2679742" y="2074649"/>
                  </a:lnTo>
                  <a:lnTo>
                    <a:pt x="2721210" y="2052445"/>
                  </a:lnTo>
                  <a:lnTo>
                    <a:pt x="2761628" y="2029377"/>
                  </a:lnTo>
                  <a:lnTo>
                    <a:pt x="2800965" y="2005464"/>
                  </a:lnTo>
                  <a:lnTo>
                    <a:pt x="2839192" y="1980727"/>
                  </a:lnTo>
                  <a:lnTo>
                    <a:pt x="2876280" y="1955185"/>
                  </a:lnTo>
                  <a:lnTo>
                    <a:pt x="2912199" y="1928859"/>
                  </a:lnTo>
                  <a:lnTo>
                    <a:pt x="2946921" y="1901770"/>
                  </a:lnTo>
                  <a:lnTo>
                    <a:pt x="2980415" y="1873937"/>
                  </a:lnTo>
                  <a:lnTo>
                    <a:pt x="3012652" y="1845382"/>
                  </a:lnTo>
                  <a:lnTo>
                    <a:pt x="3043603" y="1816123"/>
                  </a:lnTo>
                  <a:lnTo>
                    <a:pt x="3073238" y="1786182"/>
                  </a:lnTo>
                  <a:lnTo>
                    <a:pt x="3101529" y="1755579"/>
                  </a:lnTo>
                  <a:lnTo>
                    <a:pt x="3128445" y="1724334"/>
                  </a:lnTo>
                  <a:lnTo>
                    <a:pt x="3153958" y="1692468"/>
                  </a:lnTo>
                  <a:lnTo>
                    <a:pt x="3178037" y="1660000"/>
                  </a:lnTo>
                  <a:lnTo>
                    <a:pt x="3200654" y="1626951"/>
                  </a:lnTo>
                  <a:lnTo>
                    <a:pt x="3221779" y="1593341"/>
                  </a:lnTo>
                  <a:lnTo>
                    <a:pt x="3241383" y="1559191"/>
                  </a:lnTo>
                  <a:lnTo>
                    <a:pt x="3259437" y="1524520"/>
                  </a:lnTo>
                  <a:lnTo>
                    <a:pt x="3275911" y="1489350"/>
                  </a:lnTo>
                  <a:lnTo>
                    <a:pt x="3290775" y="1453700"/>
                  </a:lnTo>
                  <a:lnTo>
                    <a:pt x="3304000" y="1417591"/>
                  </a:lnTo>
                  <a:lnTo>
                    <a:pt x="3315558" y="1381042"/>
                  </a:lnTo>
                  <a:lnTo>
                    <a:pt x="3325418" y="1344075"/>
                  </a:lnTo>
                  <a:lnTo>
                    <a:pt x="3333551" y="1306709"/>
                  </a:lnTo>
                  <a:lnTo>
                    <a:pt x="3339928" y="1268965"/>
                  </a:lnTo>
                  <a:lnTo>
                    <a:pt x="3344519" y="1230864"/>
                  </a:lnTo>
                  <a:lnTo>
                    <a:pt x="3347295" y="1192424"/>
                  </a:lnTo>
                  <a:lnTo>
                    <a:pt x="3348227" y="1153667"/>
                  </a:lnTo>
                  <a:lnTo>
                    <a:pt x="3347295" y="1114819"/>
                  </a:lnTo>
                  <a:lnTo>
                    <a:pt x="3344519" y="1076292"/>
                  </a:lnTo>
                  <a:lnTo>
                    <a:pt x="3339928" y="1038106"/>
                  </a:lnTo>
                  <a:lnTo>
                    <a:pt x="3333551" y="1000282"/>
                  </a:lnTo>
                  <a:lnTo>
                    <a:pt x="3325418" y="962839"/>
                  </a:lnTo>
                  <a:lnTo>
                    <a:pt x="3315558" y="925799"/>
                  </a:lnTo>
                  <a:lnTo>
                    <a:pt x="3304000" y="889180"/>
                  </a:lnTo>
                  <a:lnTo>
                    <a:pt x="3290775" y="853004"/>
                  </a:lnTo>
                  <a:lnTo>
                    <a:pt x="3275911" y="817290"/>
                  </a:lnTo>
                  <a:lnTo>
                    <a:pt x="3259437" y="782059"/>
                  </a:lnTo>
                  <a:lnTo>
                    <a:pt x="3241383" y="747331"/>
                  </a:lnTo>
                  <a:lnTo>
                    <a:pt x="3221779" y="713126"/>
                  </a:lnTo>
                  <a:lnTo>
                    <a:pt x="3200654" y="679465"/>
                  </a:lnTo>
                  <a:lnTo>
                    <a:pt x="3178037" y="646367"/>
                  </a:lnTo>
                  <a:lnTo>
                    <a:pt x="3153958" y="613852"/>
                  </a:lnTo>
                  <a:lnTo>
                    <a:pt x="3128445" y="581942"/>
                  </a:lnTo>
                  <a:lnTo>
                    <a:pt x="3101529" y="550656"/>
                  </a:lnTo>
                  <a:lnTo>
                    <a:pt x="3073238" y="520014"/>
                  </a:lnTo>
                  <a:lnTo>
                    <a:pt x="3043603" y="490037"/>
                  </a:lnTo>
                  <a:lnTo>
                    <a:pt x="3012652" y="460745"/>
                  </a:lnTo>
                  <a:lnTo>
                    <a:pt x="2980415" y="432158"/>
                  </a:lnTo>
                  <a:lnTo>
                    <a:pt x="2946921" y="404296"/>
                  </a:lnTo>
                  <a:lnTo>
                    <a:pt x="2912199" y="377179"/>
                  </a:lnTo>
                  <a:lnTo>
                    <a:pt x="2876280" y="350829"/>
                  </a:lnTo>
                  <a:lnTo>
                    <a:pt x="2839192" y="325263"/>
                  </a:lnTo>
                  <a:lnTo>
                    <a:pt x="2800965" y="300504"/>
                  </a:lnTo>
                  <a:lnTo>
                    <a:pt x="2761628" y="276572"/>
                  </a:lnTo>
                  <a:lnTo>
                    <a:pt x="2721210" y="253486"/>
                  </a:lnTo>
                  <a:lnTo>
                    <a:pt x="2679742" y="231266"/>
                  </a:lnTo>
                  <a:lnTo>
                    <a:pt x="2637251" y="209933"/>
                  </a:lnTo>
                  <a:lnTo>
                    <a:pt x="2593768" y="189508"/>
                  </a:lnTo>
                  <a:lnTo>
                    <a:pt x="2549322" y="170010"/>
                  </a:lnTo>
                  <a:lnTo>
                    <a:pt x="2503943" y="151459"/>
                  </a:lnTo>
                  <a:lnTo>
                    <a:pt x="2457659" y="133876"/>
                  </a:lnTo>
                  <a:lnTo>
                    <a:pt x="2410501" y="117281"/>
                  </a:lnTo>
                  <a:lnTo>
                    <a:pt x="2362497" y="101694"/>
                  </a:lnTo>
                  <a:lnTo>
                    <a:pt x="2313677" y="87135"/>
                  </a:lnTo>
                  <a:lnTo>
                    <a:pt x="2264070" y="73625"/>
                  </a:lnTo>
                  <a:lnTo>
                    <a:pt x="2213706" y="61184"/>
                  </a:lnTo>
                  <a:lnTo>
                    <a:pt x="2162614" y="49832"/>
                  </a:lnTo>
                  <a:lnTo>
                    <a:pt x="2110823" y="39589"/>
                  </a:lnTo>
                  <a:lnTo>
                    <a:pt x="2058364" y="30475"/>
                  </a:lnTo>
                  <a:lnTo>
                    <a:pt x="2005264" y="22511"/>
                  </a:lnTo>
                  <a:lnTo>
                    <a:pt x="1951554" y="15717"/>
                  </a:lnTo>
                  <a:lnTo>
                    <a:pt x="1897263" y="10112"/>
                  </a:lnTo>
                  <a:lnTo>
                    <a:pt x="1842420" y="5718"/>
                  </a:lnTo>
                  <a:lnTo>
                    <a:pt x="1787055" y="2555"/>
                  </a:lnTo>
                  <a:lnTo>
                    <a:pt x="1731197" y="642"/>
                  </a:lnTo>
                  <a:lnTo>
                    <a:pt x="1674875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781285" y="2786887"/>
            <a:ext cx="2160905" cy="1673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3175" algn="ctr">
              <a:lnSpc>
                <a:spcPct val="100099"/>
              </a:lnSpc>
              <a:spcBef>
                <a:spcPts val="95"/>
              </a:spcBef>
            </a:pPr>
            <a:r>
              <a:rPr dirty="0">
                <a:latin typeface="Times New Roman"/>
                <a:cs typeface="Times New Roman"/>
              </a:rPr>
              <a:t>Todas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as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entidades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são </a:t>
            </a:r>
            <a:r>
              <a:rPr dirty="0">
                <a:latin typeface="Times New Roman"/>
                <a:cs typeface="Times New Roman"/>
              </a:rPr>
              <a:t>mapeadas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como </a:t>
            </a:r>
            <a:r>
              <a:rPr dirty="0">
                <a:latin typeface="Times New Roman"/>
                <a:cs typeface="Times New Roman"/>
              </a:rPr>
              <a:t>relações.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Os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atributos </a:t>
            </a:r>
            <a:r>
              <a:rPr dirty="0">
                <a:latin typeface="Times New Roman"/>
                <a:cs typeface="Times New Roman"/>
              </a:rPr>
              <a:t>chave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de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são </a:t>
            </a:r>
            <a:r>
              <a:rPr dirty="0">
                <a:latin typeface="Times New Roman"/>
                <a:cs typeface="Times New Roman"/>
              </a:rPr>
              <a:t>“herdados”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por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por </a:t>
            </a:r>
            <a:r>
              <a:rPr spc="-50" dirty="0">
                <a:latin typeface="Times New Roman"/>
                <a:cs typeface="Times New Roman"/>
              </a:rPr>
              <a:t>B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114" dirty="0"/>
              <a:t> </a:t>
            </a:r>
            <a:r>
              <a:rPr dirty="0"/>
              <a:t>de</a:t>
            </a:r>
            <a:r>
              <a:rPr spc="-100" dirty="0"/>
              <a:t> </a:t>
            </a:r>
            <a:r>
              <a:rPr dirty="0"/>
              <a:t>generalização</a:t>
            </a:r>
            <a:r>
              <a:rPr spc="-120" dirty="0"/>
              <a:t> </a:t>
            </a:r>
            <a:r>
              <a:rPr sz="2400" spc="-25" dirty="0"/>
              <a:t>(a)</a:t>
            </a:r>
            <a:endParaRPr sz="24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114" dirty="0"/>
              <a:t> </a:t>
            </a:r>
            <a:r>
              <a:rPr dirty="0"/>
              <a:t>de</a:t>
            </a:r>
            <a:r>
              <a:rPr spc="-100" dirty="0"/>
              <a:t> </a:t>
            </a:r>
            <a:r>
              <a:rPr dirty="0"/>
              <a:t>generalização</a:t>
            </a:r>
            <a:r>
              <a:rPr spc="-120" dirty="0"/>
              <a:t> </a:t>
            </a:r>
            <a:r>
              <a:rPr sz="2400" spc="-25" dirty="0"/>
              <a:t>(a)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6255004" y="2555748"/>
            <a:ext cx="1367155" cy="306705"/>
          </a:xfrm>
          <a:custGeom>
            <a:avLst/>
            <a:gdLst/>
            <a:ahLst/>
            <a:cxnLst/>
            <a:rect l="l" t="t" r="r" b="b"/>
            <a:pathLst>
              <a:path w="1367154" h="306705">
                <a:moveTo>
                  <a:pt x="0" y="0"/>
                </a:moveTo>
                <a:lnTo>
                  <a:pt x="0" y="306323"/>
                </a:lnTo>
                <a:lnTo>
                  <a:pt x="1367027" y="306323"/>
                </a:lnTo>
                <a:lnTo>
                  <a:pt x="1367027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09230" y="2631438"/>
            <a:ext cx="13589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7E00FF"/>
                </a:solidFill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61655" y="3636265"/>
            <a:ext cx="1369060" cy="306705"/>
          </a:xfrm>
          <a:custGeom>
            <a:avLst/>
            <a:gdLst/>
            <a:ahLst/>
            <a:cxnLst/>
            <a:rect l="l" t="t" r="r" b="b"/>
            <a:pathLst>
              <a:path w="1369059" h="306704">
                <a:moveTo>
                  <a:pt x="0" y="0"/>
                </a:moveTo>
                <a:lnTo>
                  <a:pt x="0" y="306323"/>
                </a:lnTo>
                <a:lnTo>
                  <a:pt x="1368551" y="306323"/>
                </a:lnTo>
                <a:lnTo>
                  <a:pt x="136855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333230" y="3715002"/>
            <a:ext cx="12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17662" y="2180335"/>
            <a:ext cx="2203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25" dirty="0">
                <a:solidFill>
                  <a:srgbClr val="7E00FF"/>
                </a:solidFill>
                <a:latin typeface="Arial MT"/>
                <a:cs typeface="Arial MT"/>
              </a:rPr>
              <a:t>C2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39454" y="4188966"/>
            <a:ext cx="212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74459" y="2377440"/>
            <a:ext cx="0" cy="163195"/>
          </a:xfrm>
          <a:custGeom>
            <a:avLst/>
            <a:gdLst/>
            <a:ahLst/>
            <a:cxnLst/>
            <a:rect l="l" t="t" r="r" b="b"/>
            <a:pathLst>
              <a:path h="163194">
                <a:moveTo>
                  <a:pt x="0" y="0"/>
                </a:moveTo>
                <a:lnTo>
                  <a:pt x="0" y="16306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53223" y="2385061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0"/>
                </a:moveTo>
                <a:lnTo>
                  <a:pt x="0" y="16154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11591" y="3953256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0"/>
                </a:moveTo>
                <a:lnTo>
                  <a:pt x="0" y="16154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11691" y="3953256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0"/>
                </a:moveTo>
                <a:lnTo>
                  <a:pt x="0" y="16154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35804" y="2875788"/>
            <a:ext cx="1876425" cy="1087120"/>
          </a:xfrm>
          <a:custGeom>
            <a:avLst/>
            <a:gdLst/>
            <a:ahLst/>
            <a:cxnLst/>
            <a:rect l="l" t="t" r="r" b="b"/>
            <a:pathLst>
              <a:path w="1876425" h="1087120">
                <a:moveTo>
                  <a:pt x="1876043" y="0"/>
                </a:moveTo>
                <a:lnTo>
                  <a:pt x="1876043" y="380999"/>
                </a:lnTo>
              </a:path>
              <a:path w="1876425" h="1087120">
                <a:moveTo>
                  <a:pt x="0" y="778763"/>
                </a:moveTo>
                <a:lnTo>
                  <a:pt x="0" y="1086611"/>
                </a:lnTo>
                <a:lnTo>
                  <a:pt x="1368551" y="1086611"/>
                </a:lnTo>
                <a:lnTo>
                  <a:pt x="1368551" y="778763"/>
                </a:lnTo>
                <a:lnTo>
                  <a:pt x="0" y="778763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73903" y="3731766"/>
            <a:ext cx="12928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6205" algn="ctr">
              <a:spcBef>
                <a:spcPts val="100"/>
              </a:spcBef>
            </a:pPr>
            <a:r>
              <a:rPr sz="12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02451" y="4158486"/>
            <a:ext cx="212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65344" y="3215640"/>
            <a:ext cx="3314700" cy="2607945"/>
            <a:chOff x="3285744" y="3215639"/>
            <a:chExt cx="3314700" cy="2607945"/>
          </a:xfrm>
        </p:grpSpPr>
        <p:sp>
          <p:nvSpPr>
            <p:cNvPr id="17" name="object 17"/>
            <p:cNvSpPr/>
            <p:nvPr/>
          </p:nvSpPr>
          <p:spPr>
            <a:xfrm>
              <a:off x="3323844" y="3253739"/>
              <a:ext cx="3238500" cy="878205"/>
            </a:xfrm>
            <a:custGeom>
              <a:avLst/>
              <a:gdLst/>
              <a:ahLst/>
              <a:cxnLst/>
              <a:rect l="l" t="t" r="r" b="b"/>
              <a:pathLst>
                <a:path w="3238500" h="878204">
                  <a:moveTo>
                    <a:pt x="0" y="710183"/>
                  </a:moveTo>
                  <a:lnTo>
                    <a:pt x="0" y="871727"/>
                  </a:lnTo>
                </a:path>
                <a:path w="3238500" h="878204">
                  <a:moveTo>
                    <a:pt x="780287" y="716279"/>
                  </a:moveTo>
                  <a:lnTo>
                    <a:pt x="780287" y="877823"/>
                  </a:lnTo>
                </a:path>
                <a:path w="3238500" h="878204">
                  <a:moveTo>
                    <a:pt x="2028443" y="0"/>
                  </a:moveTo>
                  <a:lnTo>
                    <a:pt x="1330451" y="0"/>
                  </a:lnTo>
                </a:path>
                <a:path w="3238500" h="878204">
                  <a:moveTo>
                    <a:pt x="1560575" y="0"/>
                  </a:moveTo>
                  <a:lnTo>
                    <a:pt x="470915" y="397763"/>
                  </a:lnTo>
                </a:path>
                <a:path w="3238500" h="878204">
                  <a:moveTo>
                    <a:pt x="1828799" y="0"/>
                  </a:moveTo>
                  <a:lnTo>
                    <a:pt x="3238499" y="379475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16068" y="3352800"/>
              <a:ext cx="421005" cy="2470785"/>
            </a:xfrm>
            <a:custGeom>
              <a:avLst/>
              <a:gdLst/>
              <a:ahLst/>
              <a:cxnLst/>
              <a:rect l="l" t="t" r="r" b="b"/>
              <a:pathLst>
                <a:path w="421004" h="2470785">
                  <a:moveTo>
                    <a:pt x="350700" y="2290281"/>
                  </a:moveTo>
                  <a:lnTo>
                    <a:pt x="88392" y="33528"/>
                  </a:lnTo>
                  <a:lnTo>
                    <a:pt x="63531" y="2452"/>
                  </a:lnTo>
                  <a:lnTo>
                    <a:pt x="50292" y="0"/>
                  </a:lnTo>
                  <a:lnTo>
                    <a:pt x="38100" y="0"/>
                  </a:lnTo>
                  <a:lnTo>
                    <a:pt x="23145" y="2952"/>
                  </a:lnTo>
                  <a:lnTo>
                    <a:pt x="11049" y="11049"/>
                  </a:lnTo>
                  <a:lnTo>
                    <a:pt x="2952" y="23145"/>
                  </a:lnTo>
                  <a:lnTo>
                    <a:pt x="0" y="38100"/>
                  </a:lnTo>
                  <a:lnTo>
                    <a:pt x="2952" y="53054"/>
                  </a:lnTo>
                  <a:lnTo>
                    <a:pt x="11049" y="65151"/>
                  </a:lnTo>
                  <a:lnTo>
                    <a:pt x="12192" y="65916"/>
                  </a:lnTo>
                  <a:lnTo>
                    <a:pt x="12192" y="42672"/>
                  </a:lnTo>
                  <a:lnTo>
                    <a:pt x="50292" y="76200"/>
                  </a:lnTo>
                  <a:lnTo>
                    <a:pt x="50292" y="368590"/>
                  </a:lnTo>
                  <a:lnTo>
                    <a:pt x="275927" y="2298742"/>
                  </a:lnTo>
                  <a:lnTo>
                    <a:pt x="316992" y="2319528"/>
                  </a:lnTo>
                  <a:lnTo>
                    <a:pt x="350700" y="2290281"/>
                  </a:lnTo>
                  <a:close/>
                </a:path>
                <a:path w="421004" h="2470785">
                  <a:moveTo>
                    <a:pt x="50292" y="76200"/>
                  </a:moveTo>
                  <a:lnTo>
                    <a:pt x="12192" y="42672"/>
                  </a:lnTo>
                  <a:lnTo>
                    <a:pt x="15139" y="67888"/>
                  </a:lnTo>
                  <a:lnTo>
                    <a:pt x="23145" y="73247"/>
                  </a:lnTo>
                  <a:lnTo>
                    <a:pt x="38100" y="76200"/>
                  </a:lnTo>
                  <a:lnTo>
                    <a:pt x="50292" y="76200"/>
                  </a:lnTo>
                  <a:close/>
                </a:path>
                <a:path w="421004" h="2470785">
                  <a:moveTo>
                    <a:pt x="15139" y="67888"/>
                  </a:moveTo>
                  <a:lnTo>
                    <a:pt x="12192" y="42672"/>
                  </a:lnTo>
                  <a:lnTo>
                    <a:pt x="12192" y="65916"/>
                  </a:lnTo>
                  <a:lnTo>
                    <a:pt x="15139" y="67888"/>
                  </a:lnTo>
                  <a:close/>
                </a:path>
                <a:path w="421004" h="2470785">
                  <a:moveTo>
                    <a:pt x="50292" y="368590"/>
                  </a:moveTo>
                  <a:lnTo>
                    <a:pt x="50292" y="76200"/>
                  </a:lnTo>
                  <a:lnTo>
                    <a:pt x="38100" y="76200"/>
                  </a:lnTo>
                  <a:lnTo>
                    <a:pt x="23145" y="73247"/>
                  </a:lnTo>
                  <a:lnTo>
                    <a:pt x="15139" y="67888"/>
                  </a:lnTo>
                  <a:lnTo>
                    <a:pt x="50292" y="368590"/>
                  </a:lnTo>
                  <a:close/>
                </a:path>
                <a:path w="421004" h="2470785">
                  <a:moveTo>
                    <a:pt x="353568" y="2415486"/>
                  </a:moveTo>
                  <a:lnTo>
                    <a:pt x="353568" y="2314956"/>
                  </a:lnTo>
                  <a:lnTo>
                    <a:pt x="352639" y="2330196"/>
                  </a:lnTo>
                  <a:lnTo>
                    <a:pt x="346138" y="2343150"/>
                  </a:lnTo>
                  <a:lnTo>
                    <a:pt x="335351" y="2352675"/>
                  </a:lnTo>
                  <a:lnTo>
                    <a:pt x="321564" y="2357628"/>
                  </a:lnTo>
                  <a:lnTo>
                    <a:pt x="306109" y="2355818"/>
                  </a:lnTo>
                  <a:lnTo>
                    <a:pt x="292798" y="2348865"/>
                  </a:lnTo>
                  <a:lnTo>
                    <a:pt x="283202" y="2337911"/>
                  </a:lnTo>
                  <a:lnTo>
                    <a:pt x="278892" y="2324100"/>
                  </a:lnTo>
                  <a:lnTo>
                    <a:pt x="275927" y="2298742"/>
                  </a:lnTo>
                  <a:lnTo>
                    <a:pt x="193548" y="2257044"/>
                  </a:lnTo>
                  <a:lnTo>
                    <a:pt x="333756" y="2470404"/>
                  </a:lnTo>
                  <a:lnTo>
                    <a:pt x="353568" y="2415486"/>
                  </a:lnTo>
                  <a:close/>
                </a:path>
                <a:path w="421004" h="2470785">
                  <a:moveTo>
                    <a:pt x="353568" y="2314956"/>
                  </a:moveTo>
                  <a:lnTo>
                    <a:pt x="350700" y="2290281"/>
                  </a:lnTo>
                  <a:lnTo>
                    <a:pt x="316992" y="2319528"/>
                  </a:lnTo>
                  <a:lnTo>
                    <a:pt x="275927" y="2298742"/>
                  </a:lnTo>
                  <a:lnTo>
                    <a:pt x="283202" y="2337911"/>
                  </a:lnTo>
                  <a:lnTo>
                    <a:pt x="321564" y="2357628"/>
                  </a:lnTo>
                  <a:lnTo>
                    <a:pt x="335351" y="2352675"/>
                  </a:lnTo>
                  <a:lnTo>
                    <a:pt x="346138" y="2343150"/>
                  </a:lnTo>
                  <a:lnTo>
                    <a:pt x="352639" y="2330196"/>
                  </a:lnTo>
                  <a:lnTo>
                    <a:pt x="353568" y="2314956"/>
                  </a:lnTo>
                  <a:close/>
                </a:path>
                <a:path w="421004" h="2470785">
                  <a:moveTo>
                    <a:pt x="420624" y="2229612"/>
                  </a:moveTo>
                  <a:lnTo>
                    <a:pt x="350700" y="2290281"/>
                  </a:lnTo>
                  <a:lnTo>
                    <a:pt x="353568" y="2314956"/>
                  </a:lnTo>
                  <a:lnTo>
                    <a:pt x="353568" y="2415486"/>
                  </a:lnTo>
                  <a:lnTo>
                    <a:pt x="420624" y="222961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45935" y="2198623"/>
            <a:ext cx="2203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25" dirty="0">
                <a:solidFill>
                  <a:srgbClr val="7E00FF"/>
                </a:solidFill>
                <a:latin typeface="Arial MT"/>
                <a:cs typeface="Arial MT"/>
              </a:rPr>
              <a:t>C1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358635" y="2380489"/>
            <a:ext cx="195580" cy="9525"/>
          </a:xfrm>
          <a:custGeom>
            <a:avLst/>
            <a:gdLst/>
            <a:ahLst/>
            <a:cxnLst/>
            <a:rect l="l" t="t" r="r" b="b"/>
            <a:pathLst>
              <a:path w="195579" h="9525">
                <a:moveTo>
                  <a:pt x="195065" y="9138"/>
                </a:moveTo>
                <a:lnTo>
                  <a:pt x="195065" y="0"/>
                </a:lnTo>
                <a:lnTo>
                  <a:pt x="0" y="0"/>
                </a:lnTo>
                <a:lnTo>
                  <a:pt x="0" y="9138"/>
                </a:lnTo>
                <a:lnTo>
                  <a:pt x="195065" y="9138"/>
                </a:lnTo>
                <a:close/>
              </a:path>
            </a:pathLst>
          </a:custGeom>
          <a:solidFill>
            <a:srgbClr val="7E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580118" y="4182870"/>
            <a:ext cx="212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33771" y="4207254"/>
            <a:ext cx="212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endParaRPr sz="1200">
              <a:latin typeface="Arial MT"/>
              <a:cs typeface="Arial MT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2633974" y="5003291"/>
          <a:ext cx="3226435" cy="104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9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302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4960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C1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3075432" y="4531866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941573" y="4024122"/>
            <a:ext cx="799465" cy="829944"/>
          </a:xfrm>
          <a:custGeom>
            <a:avLst/>
            <a:gdLst/>
            <a:ahLst/>
            <a:cxnLst/>
            <a:rect l="l" t="t" r="r" b="b"/>
            <a:pathLst>
              <a:path w="799464" h="829945">
                <a:moveTo>
                  <a:pt x="95290" y="674397"/>
                </a:moveTo>
                <a:lnTo>
                  <a:pt x="76200" y="585978"/>
                </a:lnTo>
                <a:lnTo>
                  <a:pt x="0" y="829818"/>
                </a:lnTo>
                <a:lnTo>
                  <a:pt x="67627" y="805848"/>
                </a:lnTo>
                <a:lnTo>
                  <a:pt x="67627" y="720090"/>
                </a:lnTo>
                <a:lnTo>
                  <a:pt x="70032" y="705516"/>
                </a:lnTo>
                <a:lnTo>
                  <a:pt x="77724" y="692658"/>
                </a:lnTo>
                <a:lnTo>
                  <a:pt x="95290" y="674397"/>
                </a:lnTo>
                <a:close/>
              </a:path>
              <a:path w="799464" h="829945">
                <a:moveTo>
                  <a:pt x="149791" y="728114"/>
                </a:moveTo>
                <a:lnTo>
                  <a:pt x="105156" y="720090"/>
                </a:lnTo>
                <a:lnTo>
                  <a:pt x="95290" y="674397"/>
                </a:lnTo>
                <a:lnTo>
                  <a:pt x="77724" y="692658"/>
                </a:lnTo>
                <a:lnTo>
                  <a:pt x="70032" y="705516"/>
                </a:lnTo>
                <a:lnTo>
                  <a:pt x="67627" y="720090"/>
                </a:lnTo>
                <a:lnTo>
                  <a:pt x="70651" y="734663"/>
                </a:lnTo>
                <a:lnTo>
                  <a:pt x="79248" y="747522"/>
                </a:lnTo>
                <a:lnTo>
                  <a:pt x="92082" y="755213"/>
                </a:lnTo>
                <a:lnTo>
                  <a:pt x="106489" y="757618"/>
                </a:lnTo>
                <a:lnTo>
                  <a:pt x="120610" y="754594"/>
                </a:lnTo>
                <a:lnTo>
                  <a:pt x="132588" y="745998"/>
                </a:lnTo>
                <a:lnTo>
                  <a:pt x="149791" y="728114"/>
                </a:lnTo>
                <a:close/>
              </a:path>
              <a:path w="799464" h="829945">
                <a:moveTo>
                  <a:pt x="240792" y="744474"/>
                </a:moveTo>
                <a:lnTo>
                  <a:pt x="149791" y="728114"/>
                </a:lnTo>
                <a:lnTo>
                  <a:pt x="132588" y="745998"/>
                </a:lnTo>
                <a:lnTo>
                  <a:pt x="120610" y="754594"/>
                </a:lnTo>
                <a:lnTo>
                  <a:pt x="106489" y="757618"/>
                </a:lnTo>
                <a:lnTo>
                  <a:pt x="92082" y="755213"/>
                </a:lnTo>
                <a:lnTo>
                  <a:pt x="79248" y="747522"/>
                </a:lnTo>
                <a:lnTo>
                  <a:pt x="70651" y="734663"/>
                </a:lnTo>
                <a:lnTo>
                  <a:pt x="67627" y="720090"/>
                </a:lnTo>
                <a:lnTo>
                  <a:pt x="67627" y="805848"/>
                </a:lnTo>
                <a:lnTo>
                  <a:pt x="240792" y="744474"/>
                </a:lnTo>
                <a:close/>
              </a:path>
              <a:path w="799464" h="829945">
                <a:moveTo>
                  <a:pt x="799338" y="37528"/>
                </a:moveTo>
                <a:lnTo>
                  <a:pt x="796480" y="23407"/>
                </a:lnTo>
                <a:lnTo>
                  <a:pt x="787908" y="11430"/>
                </a:lnTo>
                <a:lnTo>
                  <a:pt x="775049" y="2857"/>
                </a:lnTo>
                <a:lnTo>
                  <a:pt x="760476" y="0"/>
                </a:lnTo>
                <a:lnTo>
                  <a:pt x="745902" y="2857"/>
                </a:lnTo>
                <a:lnTo>
                  <a:pt x="733044" y="11430"/>
                </a:lnTo>
                <a:lnTo>
                  <a:pt x="95290" y="674397"/>
                </a:lnTo>
                <a:lnTo>
                  <a:pt x="105156" y="720090"/>
                </a:lnTo>
                <a:lnTo>
                  <a:pt x="149791" y="728114"/>
                </a:lnTo>
                <a:lnTo>
                  <a:pt x="787908" y="64770"/>
                </a:lnTo>
                <a:lnTo>
                  <a:pt x="796480" y="51935"/>
                </a:lnTo>
                <a:lnTo>
                  <a:pt x="799338" y="3752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7972551" y="4933188"/>
          <a:ext cx="3228340" cy="104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9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302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4960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C1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8263126" y="4463286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835136" y="4064509"/>
            <a:ext cx="346075" cy="718185"/>
          </a:xfrm>
          <a:custGeom>
            <a:avLst/>
            <a:gdLst/>
            <a:ahLst/>
            <a:cxnLst/>
            <a:rect l="l" t="t" r="r" b="b"/>
            <a:pathLst>
              <a:path w="346075" h="718185">
                <a:moveTo>
                  <a:pt x="294856" y="538409"/>
                </a:moveTo>
                <a:lnTo>
                  <a:pt x="80772" y="22860"/>
                </a:lnTo>
                <a:lnTo>
                  <a:pt x="45720" y="0"/>
                </a:lnTo>
                <a:lnTo>
                  <a:pt x="38100" y="0"/>
                </a:lnTo>
                <a:lnTo>
                  <a:pt x="23145" y="2952"/>
                </a:lnTo>
                <a:lnTo>
                  <a:pt x="11049" y="11049"/>
                </a:lnTo>
                <a:lnTo>
                  <a:pt x="2952" y="23145"/>
                </a:lnTo>
                <a:lnTo>
                  <a:pt x="0" y="38100"/>
                </a:lnTo>
                <a:lnTo>
                  <a:pt x="2952" y="52411"/>
                </a:lnTo>
                <a:lnTo>
                  <a:pt x="10668" y="64006"/>
                </a:lnTo>
                <a:lnTo>
                  <a:pt x="10668" y="51816"/>
                </a:lnTo>
                <a:lnTo>
                  <a:pt x="45720" y="76200"/>
                </a:lnTo>
                <a:lnTo>
                  <a:pt x="45720" y="136226"/>
                </a:lnTo>
                <a:lnTo>
                  <a:pt x="224758" y="567380"/>
                </a:lnTo>
                <a:lnTo>
                  <a:pt x="269748" y="576072"/>
                </a:lnTo>
                <a:lnTo>
                  <a:pt x="294856" y="538409"/>
                </a:lnTo>
                <a:close/>
              </a:path>
              <a:path w="346075" h="718185">
                <a:moveTo>
                  <a:pt x="45720" y="76200"/>
                </a:moveTo>
                <a:lnTo>
                  <a:pt x="10668" y="51816"/>
                </a:lnTo>
                <a:lnTo>
                  <a:pt x="17979" y="69422"/>
                </a:lnTo>
                <a:lnTo>
                  <a:pt x="23145" y="73032"/>
                </a:lnTo>
                <a:lnTo>
                  <a:pt x="38100" y="76200"/>
                </a:lnTo>
                <a:lnTo>
                  <a:pt x="45720" y="76200"/>
                </a:lnTo>
                <a:close/>
              </a:path>
              <a:path w="346075" h="718185">
                <a:moveTo>
                  <a:pt x="17979" y="69422"/>
                </a:moveTo>
                <a:lnTo>
                  <a:pt x="10668" y="51816"/>
                </a:lnTo>
                <a:lnTo>
                  <a:pt x="10668" y="64006"/>
                </a:lnTo>
                <a:lnTo>
                  <a:pt x="11049" y="64579"/>
                </a:lnTo>
                <a:lnTo>
                  <a:pt x="17979" y="69422"/>
                </a:lnTo>
                <a:close/>
              </a:path>
              <a:path w="346075" h="718185">
                <a:moveTo>
                  <a:pt x="45720" y="136226"/>
                </a:moveTo>
                <a:lnTo>
                  <a:pt x="45720" y="76200"/>
                </a:lnTo>
                <a:lnTo>
                  <a:pt x="38100" y="76200"/>
                </a:lnTo>
                <a:lnTo>
                  <a:pt x="23145" y="73032"/>
                </a:lnTo>
                <a:lnTo>
                  <a:pt x="17979" y="69422"/>
                </a:lnTo>
                <a:lnTo>
                  <a:pt x="45720" y="136226"/>
                </a:lnTo>
                <a:close/>
              </a:path>
              <a:path w="346075" h="718185">
                <a:moveTo>
                  <a:pt x="307490" y="699014"/>
                </a:moveTo>
                <a:lnTo>
                  <a:pt x="307490" y="576619"/>
                </a:lnTo>
                <a:lnTo>
                  <a:pt x="304609" y="590740"/>
                </a:lnTo>
                <a:lnTo>
                  <a:pt x="296870" y="602861"/>
                </a:lnTo>
                <a:lnTo>
                  <a:pt x="284988" y="611124"/>
                </a:lnTo>
                <a:lnTo>
                  <a:pt x="269748" y="614655"/>
                </a:lnTo>
                <a:lnTo>
                  <a:pt x="255270" y="612076"/>
                </a:lnTo>
                <a:lnTo>
                  <a:pt x="242982" y="604051"/>
                </a:lnTo>
                <a:lnTo>
                  <a:pt x="234696" y="591312"/>
                </a:lnTo>
                <a:lnTo>
                  <a:pt x="224758" y="567380"/>
                </a:lnTo>
                <a:lnTo>
                  <a:pt x="135636" y="550164"/>
                </a:lnTo>
                <a:lnTo>
                  <a:pt x="307490" y="699014"/>
                </a:lnTo>
                <a:close/>
              </a:path>
              <a:path w="346075" h="718185">
                <a:moveTo>
                  <a:pt x="307490" y="576619"/>
                </a:moveTo>
                <a:lnTo>
                  <a:pt x="304800" y="562356"/>
                </a:lnTo>
                <a:lnTo>
                  <a:pt x="294856" y="538409"/>
                </a:lnTo>
                <a:lnTo>
                  <a:pt x="269748" y="576072"/>
                </a:lnTo>
                <a:lnTo>
                  <a:pt x="224758" y="567380"/>
                </a:lnTo>
                <a:lnTo>
                  <a:pt x="234696" y="591312"/>
                </a:lnTo>
                <a:lnTo>
                  <a:pt x="242982" y="604051"/>
                </a:lnTo>
                <a:lnTo>
                  <a:pt x="255270" y="612076"/>
                </a:lnTo>
                <a:lnTo>
                  <a:pt x="269748" y="614655"/>
                </a:lnTo>
                <a:lnTo>
                  <a:pt x="284988" y="611124"/>
                </a:lnTo>
                <a:lnTo>
                  <a:pt x="296870" y="602861"/>
                </a:lnTo>
                <a:lnTo>
                  <a:pt x="304609" y="590740"/>
                </a:lnTo>
                <a:lnTo>
                  <a:pt x="307490" y="576619"/>
                </a:lnTo>
                <a:close/>
              </a:path>
              <a:path w="346075" h="718185">
                <a:moveTo>
                  <a:pt x="345948" y="461772"/>
                </a:moveTo>
                <a:lnTo>
                  <a:pt x="294856" y="538409"/>
                </a:lnTo>
                <a:lnTo>
                  <a:pt x="304800" y="562356"/>
                </a:lnTo>
                <a:lnTo>
                  <a:pt x="307490" y="576619"/>
                </a:lnTo>
                <a:lnTo>
                  <a:pt x="307490" y="699014"/>
                </a:lnTo>
                <a:lnTo>
                  <a:pt x="329184" y="717804"/>
                </a:lnTo>
                <a:lnTo>
                  <a:pt x="345948" y="46177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12688" y="6231635"/>
            <a:ext cx="2057400" cy="1045844"/>
          </a:xfrm>
          <a:custGeom>
            <a:avLst/>
            <a:gdLst/>
            <a:ahLst/>
            <a:cxnLst/>
            <a:rect l="l" t="t" r="r" b="b"/>
            <a:pathLst>
              <a:path w="2057400" h="1045845">
                <a:moveTo>
                  <a:pt x="0" y="0"/>
                </a:moveTo>
                <a:lnTo>
                  <a:pt x="0" y="1045463"/>
                </a:lnTo>
                <a:lnTo>
                  <a:pt x="2057399" y="1045463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318246" y="6654797"/>
            <a:ext cx="47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C2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029195" y="6265163"/>
            <a:ext cx="0" cy="1039494"/>
          </a:xfrm>
          <a:custGeom>
            <a:avLst/>
            <a:gdLst/>
            <a:ahLst/>
            <a:cxnLst/>
            <a:rect l="l" t="t" r="r" b="b"/>
            <a:pathLst>
              <a:path h="1039495">
                <a:moveTo>
                  <a:pt x="0" y="0"/>
                </a:moveTo>
                <a:lnTo>
                  <a:pt x="0" y="103936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455662" y="5816597"/>
            <a:ext cx="28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C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27647" y="6641081"/>
            <a:ext cx="47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C1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114" dirty="0"/>
              <a:t> </a:t>
            </a:r>
            <a:r>
              <a:rPr dirty="0"/>
              <a:t>de</a:t>
            </a:r>
            <a:r>
              <a:rPr spc="-100" dirty="0"/>
              <a:t> </a:t>
            </a:r>
            <a:r>
              <a:rPr dirty="0"/>
              <a:t>generalização</a:t>
            </a:r>
            <a:r>
              <a:rPr spc="-120" dirty="0"/>
              <a:t> </a:t>
            </a:r>
            <a:r>
              <a:rPr sz="2400" spc="-25" dirty="0"/>
              <a:t>(b)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6277864" y="2959608"/>
            <a:ext cx="1369060" cy="306705"/>
          </a:xfrm>
          <a:custGeom>
            <a:avLst/>
            <a:gdLst/>
            <a:ahLst/>
            <a:cxnLst/>
            <a:rect l="l" t="t" r="r" b="b"/>
            <a:pathLst>
              <a:path w="1369060" h="306704">
                <a:moveTo>
                  <a:pt x="0" y="0"/>
                </a:moveTo>
                <a:lnTo>
                  <a:pt x="0" y="306323"/>
                </a:lnTo>
                <a:lnTo>
                  <a:pt x="1368551" y="306323"/>
                </a:lnTo>
                <a:lnTo>
                  <a:pt x="136855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35137" y="3035298"/>
            <a:ext cx="13589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7E00FF"/>
                </a:solidFill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84515" y="4040124"/>
            <a:ext cx="1370330" cy="306705"/>
          </a:xfrm>
          <a:custGeom>
            <a:avLst/>
            <a:gdLst/>
            <a:ahLst/>
            <a:cxnLst/>
            <a:rect l="l" t="t" r="r" b="b"/>
            <a:pathLst>
              <a:path w="1370329" h="306704">
                <a:moveTo>
                  <a:pt x="0" y="0"/>
                </a:moveTo>
                <a:lnTo>
                  <a:pt x="0" y="306323"/>
                </a:lnTo>
                <a:lnTo>
                  <a:pt x="1370075" y="306323"/>
                </a:lnTo>
                <a:lnTo>
                  <a:pt x="1370075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357614" y="4117338"/>
            <a:ext cx="12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42046" y="2546094"/>
            <a:ext cx="2203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25" dirty="0">
                <a:solidFill>
                  <a:srgbClr val="7E00FF"/>
                </a:solidFill>
                <a:latin typeface="Arial MT"/>
                <a:cs typeface="Arial MT"/>
              </a:rPr>
              <a:t>C2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65362" y="4592826"/>
            <a:ext cx="212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98844" y="2781301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0"/>
                </a:moveTo>
                <a:lnTo>
                  <a:pt x="0" y="16154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77607" y="2787396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0"/>
                </a:moveTo>
                <a:lnTo>
                  <a:pt x="0" y="16154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37500" y="4355592"/>
            <a:ext cx="0" cy="163195"/>
          </a:xfrm>
          <a:custGeom>
            <a:avLst/>
            <a:gdLst/>
            <a:ahLst/>
            <a:cxnLst/>
            <a:rect l="l" t="t" r="r" b="b"/>
            <a:pathLst>
              <a:path h="163195">
                <a:moveTo>
                  <a:pt x="0" y="0"/>
                </a:moveTo>
                <a:lnTo>
                  <a:pt x="0" y="16306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36076" y="4355592"/>
            <a:ext cx="0" cy="163195"/>
          </a:xfrm>
          <a:custGeom>
            <a:avLst/>
            <a:gdLst/>
            <a:ahLst/>
            <a:cxnLst/>
            <a:rect l="l" t="t" r="r" b="b"/>
            <a:pathLst>
              <a:path h="163195">
                <a:moveTo>
                  <a:pt x="0" y="0"/>
                </a:moveTo>
                <a:lnTo>
                  <a:pt x="0" y="16306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58664" y="3304033"/>
            <a:ext cx="1877695" cy="1062355"/>
          </a:xfrm>
          <a:custGeom>
            <a:avLst/>
            <a:gdLst/>
            <a:ahLst/>
            <a:cxnLst/>
            <a:rect l="l" t="t" r="r" b="b"/>
            <a:pathLst>
              <a:path w="1877695" h="1062354">
                <a:moveTo>
                  <a:pt x="1877567" y="0"/>
                </a:moveTo>
                <a:lnTo>
                  <a:pt x="1877567" y="313943"/>
                </a:lnTo>
              </a:path>
              <a:path w="1877695" h="1062354">
                <a:moveTo>
                  <a:pt x="0" y="752855"/>
                </a:moveTo>
                <a:lnTo>
                  <a:pt x="0" y="1062227"/>
                </a:lnTo>
                <a:lnTo>
                  <a:pt x="1370075" y="1062227"/>
                </a:lnTo>
                <a:lnTo>
                  <a:pt x="1370075" y="752855"/>
                </a:lnTo>
                <a:lnTo>
                  <a:pt x="0" y="752855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96763" y="4135626"/>
            <a:ext cx="12941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1125" algn="ctr">
              <a:spcBef>
                <a:spcPts val="100"/>
              </a:spcBef>
            </a:pPr>
            <a:r>
              <a:rPr sz="12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26835" y="4562346"/>
            <a:ext cx="212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29351" y="3657601"/>
            <a:ext cx="3237230" cy="878205"/>
          </a:xfrm>
          <a:custGeom>
            <a:avLst/>
            <a:gdLst/>
            <a:ahLst/>
            <a:cxnLst/>
            <a:rect l="l" t="t" r="r" b="b"/>
            <a:pathLst>
              <a:path w="3237229" h="878204">
                <a:moveTo>
                  <a:pt x="0" y="710183"/>
                </a:moveTo>
                <a:lnTo>
                  <a:pt x="0" y="871727"/>
                </a:lnTo>
              </a:path>
              <a:path w="3237229" h="878204">
                <a:moveTo>
                  <a:pt x="778763" y="716279"/>
                </a:moveTo>
                <a:lnTo>
                  <a:pt x="778763" y="877823"/>
                </a:lnTo>
              </a:path>
              <a:path w="3237229" h="878204">
                <a:moveTo>
                  <a:pt x="2026919" y="0"/>
                </a:moveTo>
                <a:lnTo>
                  <a:pt x="1328927" y="0"/>
                </a:lnTo>
              </a:path>
              <a:path w="3237229" h="878204">
                <a:moveTo>
                  <a:pt x="1559051" y="0"/>
                </a:moveTo>
                <a:lnTo>
                  <a:pt x="469391" y="396239"/>
                </a:lnTo>
              </a:path>
              <a:path w="3237229" h="878204">
                <a:moveTo>
                  <a:pt x="1827275" y="0"/>
                </a:moveTo>
                <a:lnTo>
                  <a:pt x="3236975" y="37947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371843" y="2526283"/>
            <a:ext cx="2203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C1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04502" y="4586730"/>
            <a:ext cx="212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56631" y="4609590"/>
            <a:ext cx="212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endParaRPr sz="1200">
              <a:latin typeface="Arial MT"/>
              <a:cs typeface="Arial MT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2617210" y="5652515"/>
          <a:ext cx="4147185" cy="104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1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3690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C1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99720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C2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26034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3049524" y="5181089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930904" y="4460748"/>
            <a:ext cx="951230" cy="887094"/>
          </a:xfrm>
          <a:custGeom>
            <a:avLst/>
            <a:gdLst/>
            <a:ahLst/>
            <a:cxnLst/>
            <a:rect l="l" t="t" r="r" b="b"/>
            <a:pathLst>
              <a:path w="951230" h="887095">
                <a:moveTo>
                  <a:pt x="103977" y="737092"/>
                </a:moveTo>
                <a:lnTo>
                  <a:pt x="89916" y="647700"/>
                </a:lnTo>
                <a:lnTo>
                  <a:pt x="0" y="886968"/>
                </a:lnTo>
                <a:lnTo>
                  <a:pt x="73152" y="865158"/>
                </a:lnTo>
                <a:lnTo>
                  <a:pt x="73152" y="781240"/>
                </a:lnTo>
                <a:lnTo>
                  <a:pt x="76533" y="767024"/>
                </a:lnTo>
                <a:lnTo>
                  <a:pt x="85344" y="754380"/>
                </a:lnTo>
                <a:lnTo>
                  <a:pt x="103977" y="737092"/>
                </a:lnTo>
                <a:close/>
              </a:path>
              <a:path w="951230" h="887095">
                <a:moveTo>
                  <a:pt x="155781" y="793456"/>
                </a:moveTo>
                <a:lnTo>
                  <a:pt x="111252" y="783336"/>
                </a:lnTo>
                <a:lnTo>
                  <a:pt x="103977" y="737092"/>
                </a:lnTo>
                <a:lnTo>
                  <a:pt x="85344" y="754380"/>
                </a:lnTo>
                <a:lnTo>
                  <a:pt x="76533" y="767024"/>
                </a:lnTo>
                <a:lnTo>
                  <a:pt x="73152" y="781240"/>
                </a:lnTo>
                <a:lnTo>
                  <a:pt x="75485" y="795742"/>
                </a:lnTo>
                <a:lnTo>
                  <a:pt x="83820" y="809244"/>
                </a:lnTo>
                <a:lnTo>
                  <a:pt x="95797" y="817840"/>
                </a:lnTo>
                <a:lnTo>
                  <a:pt x="109918" y="820864"/>
                </a:lnTo>
                <a:lnTo>
                  <a:pt x="124325" y="818459"/>
                </a:lnTo>
                <a:lnTo>
                  <a:pt x="137160" y="810768"/>
                </a:lnTo>
                <a:lnTo>
                  <a:pt x="155781" y="793456"/>
                </a:lnTo>
                <a:close/>
              </a:path>
              <a:path w="951230" h="887095">
                <a:moveTo>
                  <a:pt x="245364" y="813816"/>
                </a:moveTo>
                <a:lnTo>
                  <a:pt x="155781" y="793456"/>
                </a:lnTo>
                <a:lnTo>
                  <a:pt x="137160" y="810768"/>
                </a:lnTo>
                <a:lnTo>
                  <a:pt x="124325" y="818459"/>
                </a:lnTo>
                <a:lnTo>
                  <a:pt x="83820" y="809244"/>
                </a:lnTo>
                <a:lnTo>
                  <a:pt x="73152" y="781240"/>
                </a:lnTo>
                <a:lnTo>
                  <a:pt x="73152" y="865158"/>
                </a:lnTo>
                <a:lnTo>
                  <a:pt x="245364" y="813816"/>
                </a:lnTo>
                <a:close/>
              </a:path>
              <a:path w="951230" h="887095">
                <a:moveTo>
                  <a:pt x="950976" y="39433"/>
                </a:moveTo>
                <a:lnTo>
                  <a:pt x="948642" y="25026"/>
                </a:lnTo>
                <a:lnTo>
                  <a:pt x="940308" y="12192"/>
                </a:lnTo>
                <a:lnTo>
                  <a:pt x="928330" y="3381"/>
                </a:lnTo>
                <a:lnTo>
                  <a:pt x="914209" y="0"/>
                </a:lnTo>
                <a:lnTo>
                  <a:pt x="899802" y="2333"/>
                </a:lnTo>
                <a:lnTo>
                  <a:pt x="886968" y="10668"/>
                </a:lnTo>
                <a:lnTo>
                  <a:pt x="103977" y="737092"/>
                </a:lnTo>
                <a:lnTo>
                  <a:pt x="111252" y="783336"/>
                </a:lnTo>
                <a:lnTo>
                  <a:pt x="155781" y="793456"/>
                </a:lnTo>
                <a:lnTo>
                  <a:pt x="938784" y="65532"/>
                </a:lnTo>
                <a:lnTo>
                  <a:pt x="947594" y="53554"/>
                </a:lnTo>
                <a:lnTo>
                  <a:pt x="950976" y="3943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516366" y="5206998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7269989" y="5583936"/>
          <a:ext cx="3896995" cy="1082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4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7110">
                <a:tc>
                  <a:txBody>
                    <a:bodyPr/>
                    <a:lstStyle/>
                    <a:p>
                      <a:pPr marL="324485">
                        <a:lnSpc>
                          <a:spcPct val="100000"/>
                        </a:lnSpc>
                        <a:spcBef>
                          <a:spcPts val="2815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7505" marB="0"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  <a:spcBef>
                          <a:spcPts val="2920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708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3125"/>
                        </a:spcBef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C1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9687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3020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C2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83540" marB="0">
                    <a:lnL w="76200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9226805" y="4536948"/>
            <a:ext cx="490855" cy="848994"/>
          </a:xfrm>
          <a:custGeom>
            <a:avLst/>
            <a:gdLst/>
            <a:ahLst/>
            <a:cxnLst/>
            <a:rect l="l" t="t" r="r" b="b"/>
            <a:pathLst>
              <a:path w="490854" h="848995">
                <a:moveTo>
                  <a:pt x="438682" y="675055"/>
                </a:moveTo>
                <a:lnTo>
                  <a:pt x="83820" y="19812"/>
                </a:lnTo>
                <a:lnTo>
                  <a:pt x="50292" y="0"/>
                </a:lnTo>
                <a:lnTo>
                  <a:pt x="38100" y="0"/>
                </a:lnTo>
                <a:lnTo>
                  <a:pt x="23145" y="2952"/>
                </a:lnTo>
                <a:lnTo>
                  <a:pt x="11049" y="11049"/>
                </a:lnTo>
                <a:lnTo>
                  <a:pt x="2952" y="23145"/>
                </a:lnTo>
                <a:lnTo>
                  <a:pt x="0" y="38100"/>
                </a:lnTo>
                <a:lnTo>
                  <a:pt x="2952" y="53054"/>
                </a:lnTo>
                <a:lnTo>
                  <a:pt x="11049" y="65151"/>
                </a:lnTo>
                <a:lnTo>
                  <a:pt x="16764" y="68976"/>
                </a:lnTo>
                <a:lnTo>
                  <a:pt x="16764" y="56388"/>
                </a:lnTo>
                <a:lnTo>
                  <a:pt x="50292" y="76200"/>
                </a:lnTo>
                <a:lnTo>
                  <a:pt x="50292" y="118157"/>
                </a:lnTo>
                <a:lnTo>
                  <a:pt x="371918" y="710697"/>
                </a:lnTo>
                <a:lnTo>
                  <a:pt x="417576" y="714756"/>
                </a:lnTo>
                <a:lnTo>
                  <a:pt x="438682" y="675055"/>
                </a:lnTo>
                <a:close/>
              </a:path>
              <a:path w="490854" h="848995">
                <a:moveTo>
                  <a:pt x="50292" y="76200"/>
                </a:moveTo>
                <a:lnTo>
                  <a:pt x="16764" y="56388"/>
                </a:lnTo>
                <a:lnTo>
                  <a:pt x="26247" y="73859"/>
                </a:lnTo>
                <a:lnTo>
                  <a:pt x="38100" y="76200"/>
                </a:lnTo>
                <a:lnTo>
                  <a:pt x="50292" y="76200"/>
                </a:lnTo>
                <a:close/>
              </a:path>
              <a:path w="490854" h="848995">
                <a:moveTo>
                  <a:pt x="26247" y="73859"/>
                </a:moveTo>
                <a:lnTo>
                  <a:pt x="16764" y="56388"/>
                </a:lnTo>
                <a:lnTo>
                  <a:pt x="16764" y="68976"/>
                </a:lnTo>
                <a:lnTo>
                  <a:pt x="23145" y="73247"/>
                </a:lnTo>
                <a:lnTo>
                  <a:pt x="26247" y="73859"/>
                </a:lnTo>
                <a:close/>
              </a:path>
              <a:path w="490854" h="848995">
                <a:moveTo>
                  <a:pt x="50292" y="118157"/>
                </a:moveTo>
                <a:lnTo>
                  <a:pt x="50292" y="76200"/>
                </a:lnTo>
                <a:lnTo>
                  <a:pt x="38100" y="76200"/>
                </a:lnTo>
                <a:lnTo>
                  <a:pt x="26247" y="73859"/>
                </a:lnTo>
                <a:lnTo>
                  <a:pt x="50292" y="118157"/>
                </a:lnTo>
                <a:close/>
              </a:path>
              <a:path w="490854" h="848995">
                <a:moveTo>
                  <a:pt x="455795" y="824566"/>
                </a:moveTo>
                <a:lnTo>
                  <a:pt x="455795" y="712279"/>
                </a:lnTo>
                <a:lnTo>
                  <a:pt x="454342" y="726567"/>
                </a:lnTo>
                <a:lnTo>
                  <a:pt x="447460" y="739140"/>
                </a:lnTo>
                <a:lnTo>
                  <a:pt x="435864" y="748284"/>
                </a:lnTo>
                <a:lnTo>
                  <a:pt x="421552" y="752975"/>
                </a:lnTo>
                <a:lnTo>
                  <a:pt x="407098" y="751522"/>
                </a:lnTo>
                <a:lnTo>
                  <a:pt x="394073" y="744640"/>
                </a:lnTo>
                <a:lnTo>
                  <a:pt x="384048" y="733044"/>
                </a:lnTo>
                <a:lnTo>
                  <a:pt x="371918" y="710697"/>
                </a:lnTo>
                <a:lnTo>
                  <a:pt x="280416" y="702564"/>
                </a:lnTo>
                <a:lnTo>
                  <a:pt x="455795" y="824566"/>
                </a:lnTo>
                <a:close/>
              </a:path>
              <a:path w="490854" h="848995">
                <a:moveTo>
                  <a:pt x="455795" y="712279"/>
                </a:moveTo>
                <a:lnTo>
                  <a:pt x="451104" y="697992"/>
                </a:lnTo>
                <a:lnTo>
                  <a:pt x="438682" y="675055"/>
                </a:lnTo>
                <a:lnTo>
                  <a:pt x="417576" y="714756"/>
                </a:lnTo>
                <a:lnTo>
                  <a:pt x="371918" y="710697"/>
                </a:lnTo>
                <a:lnTo>
                  <a:pt x="384048" y="733044"/>
                </a:lnTo>
                <a:lnTo>
                  <a:pt x="394073" y="744640"/>
                </a:lnTo>
                <a:lnTo>
                  <a:pt x="407098" y="751522"/>
                </a:lnTo>
                <a:lnTo>
                  <a:pt x="421552" y="752975"/>
                </a:lnTo>
                <a:lnTo>
                  <a:pt x="435864" y="748284"/>
                </a:lnTo>
                <a:lnTo>
                  <a:pt x="447460" y="739140"/>
                </a:lnTo>
                <a:lnTo>
                  <a:pt x="454342" y="726567"/>
                </a:lnTo>
                <a:lnTo>
                  <a:pt x="455795" y="712279"/>
                </a:lnTo>
                <a:close/>
              </a:path>
              <a:path w="490854" h="848995">
                <a:moveTo>
                  <a:pt x="490728" y="848868"/>
                </a:moveTo>
                <a:lnTo>
                  <a:pt x="481584" y="594360"/>
                </a:lnTo>
                <a:lnTo>
                  <a:pt x="438682" y="675055"/>
                </a:lnTo>
                <a:lnTo>
                  <a:pt x="451104" y="697992"/>
                </a:lnTo>
                <a:lnTo>
                  <a:pt x="455795" y="712279"/>
                </a:lnTo>
                <a:lnTo>
                  <a:pt x="455795" y="824566"/>
                </a:lnTo>
                <a:lnTo>
                  <a:pt x="490728" y="84886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0" y="1401572"/>
            <a:ext cx="5966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68480" y="1656079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323299"/>
                </a:solidFill>
                <a:latin typeface="Tahoma"/>
                <a:cs typeface="Tahoma"/>
              </a:rPr>
              <a:t>(cont.)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04434" y="2819400"/>
            <a:ext cx="8795385" cy="3061970"/>
          </a:xfrm>
          <a:custGeom>
            <a:avLst/>
            <a:gdLst/>
            <a:ahLst/>
            <a:cxnLst/>
            <a:rect l="l" t="t" r="r" b="b"/>
            <a:pathLst>
              <a:path w="8795385" h="3061970">
                <a:moveTo>
                  <a:pt x="0" y="0"/>
                </a:moveTo>
                <a:lnTo>
                  <a:pt x="0" y="3061715"/>
                </a:lnTo>
                <a:lnTo>
                  <a:pt x="8795003" y="3061715"/>
                </a:lnTo>
                <a:lnTo>
                  <a:pt x="8795003" y="0"/>
                </a:lnTo>
                <a:lnTo>
                  <a:pt x="0" y="0"/>
                </a:lnTo>
                <a:close/>
              </a:path>
              <a:path w="8795385" h="3061970">
                <a:moveTo>
                  <a:pt x="6420617" y="719327"/>
                </a:moveTo>
                <a:lnTo>
                  <a:pt x="6420617" y="1411223"/>
                </a:lnTo>
                <a:lnTo>
                  <a:pt x="8278373" y="1411223"/>
                </a:lnTo>
                <a:lnTo>
                  <a:pt x="8278373" y="719327"/>
                </a:lnTo>
                <a:lnTo>
                  <a:pt x="6420617" y="719327"/>
                </a:lnTo>
                <a:close/>
              </a:path>
              <a:path w="8795385" h="3061970">
                <a:moveTo>
                  <a:pt x="4238250" y="633983"/>
                </a:moveTo>
                <a:lnTo>
                  <a:pt x="3334518" y="1075943"/>
                </a:lnTo>
                <a:lnTo>
                  <a:pt x="4245870" y="1542287"/>
                </a:lnTo>
                <a:lnTo>
                  <a:pt x="5145029" y="1066799"/>
                </a:lnTo>
                <a:lnTo>
                  <a:pt x="4226058" y="62788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775706" y="3540251"/>
            <a:ext cx="3065145" cy="1074420"/>
            <a:chOff x="896105" y="3540251"/>
            <a:chExt cx="3065145" cy="1074420"/>
          </a:xfrm>
        </p:grpSpPr>
        <p:sp>
          <p:nvSpPr>
            <p:cNvPr id="6" name="object 6"/>
            <p:cNvSpPr/>
            <p:nvPr/>
          </p:nvSpPr>
          <p:spPr>
            <a:xfrm>
              <a:off x="2740151" y="3899915"/>
              <a:ext cx="1221105" cy="0"/>
            </a:xfrm>
            <a:custGeom>
              <a:avLst/>
              <a:gdLst/>
              <a:ahLst/>
              <a:cxnLst/>
              <a:rect l="l" t="t" r="r" b="b"/>
              <a:pathLst>
                <a:path w="1221104">
                  <a:moveTo>
                    <a:pt x="1220723" y="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6105" y="3540251"/>
              <a:ext cx="1856739" cy="690880"/>
            </a:xfrm>
            <a:custGeom>
              <a:avLst/>
              <a:gdLst/>
              <a:ahLst/>
              <a:cxnLst/>
              <a:rect l="l" t="t" r="r" b="b"/>
              <a:pathLst>
                <a:path w="1856739" h="690879">
                  <a:moveTo>
                    <a:pt x="1856231" y="690371"/>
                  </a:moveTo>
                  <a:lnTo>
                    <a:pt x="1856231" y="0"/>
                  </a:lnTo>
                  <a:lnTo>
                    <a:pt x="0" y="0"/>
                  </a:lnTo>
                  <a:lnTo>
                    <a:pt x="0" y="690371"/>
                  </a:lnTo>
                  <a:lnTo>
                    <a:pt x="1856231" y="6903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27753" y="4235195"/>
              <a:ext cx="1056640" cy="379730"/>
            </a:xfrm>
            <a:custGeom>
              <a:avLst/>
              <a:gdLst/>
              <a:ahLst/>
              <a:cxnLst/>
              <a:rect l="l" t="t" r="r" b="b"/>
              <a:pathLst>
                <a:path w="1056639" h="379729">
                  <a:moveTo>
                    <a:pt x="0" y="0"/>
                  </a:moveTo>
                  <a:lnTo>
                    <a:pt x="0" y="365759"/>
                  </a:lnTo>
                </a:path>
                <a:path w="1056639" h="379729">
                  <a:moveTo>
                    <a:pt x="1056138" y="12191"/>
                  </a:moveTo>
                  <a:lnTo>
                    <a:pt x="1056138" y="379475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7622032" y="3899915"/>
            <a:ext cx="1318260" cy="0"/>
          </a:xfrm>
          <a:custGeom>
            <a:avLst/>
            <a:gdLst/>
            <a:ahLst/>
            <a:cxnLst/>
            <a:rect l="l" t="t" r="r" b="b"/>
            <a:pathLst>
              <a:path w="1318259">
                <a:moveTo>
                  <a:pt x="0" y="0"/>
                </a:moveTo>
                <a:lnTo>
                  <a:pt x="1318259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31862" y="3785107"/>
            <a:ext cx="40005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-25" dirty="0">
                <a:solidFill>
                  <a:srgbClr val="0000FF"/>
                </a:solidFill>
                <a:latin typeface="Arial MT"/>
                <a:cs typeface="Arial MT"/>
              </a:rPr>
              <a:t>R1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63464" y="5884164"/>
            <a:ext cx="0" cy="367665"/>
          </a:xfrm>
          <a:custGeom>
            <a:avLst/>
            <a:gdLst/>
            <a:ahLst/>
            <a:cxnLst/>
            <a:rect l="l" t="t" r="r" b="b"/>
            <a:pathLst>
              <a:path h="367664">
                <a:moveTo>
                  <a:pt x="0" y="0"/>
                </a:moveTo>
                <a:lnTo>
                  <a:pt x="0" y="36728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266428" y="4247389"/>
            <a:ext cx="0" cy="367665"/>
          </a:xfrm>
          <a:custGeom>
            <a:avLst/>
            <a:gdLst/>
            <a:ahLst/>
            <a:cxnLst/>
            <a:rect l="l" t="t" r="r" b="b"/>
            <a:pathLst>
              <a:path h="367664">
                <a:moveTo>
                  <a:pt x="0" y="0"/>
                </a:moveTo>
                <a:lnTo>
                  <a:pt x="0" y="36728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349991" y="4247389"/>
            <a:ext cx="0" cy="367665"/>
          </a:xfrm>
          <a:custGeom>
            <a:avLst/>
            <a:gdLst/>
            <a:ahLst/>
            <a:cxnLst/>
            <a:rect l="l" t="t" r="r" b="b"/>
            <a:pathLst>
              <a:path h="367664">
                <a:moveTo>
                  <a:pt x="0" y="0"/>
                </a:moveTo>
                <a:lnTo>
                  <a:pt x="0" y="36728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874007" y="4687313"/>
            <a:ext cx="4451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31585" y="4702554"/>
            <a:ext cx="4451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92182" y="4795518"/>
            <a:ext cx="14738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040765" algn="l"/>
              </a:tabLst>
            </a:pPr>
            <a:r>
              <a:rPr sz="27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r>
              <a:rPr sz="2700" dirty="0">
                <a:solidFill>
                  <a:srgbClr val="7E00FF"/>
                </a:solidFill>
                <a:latin typeface="Arial MT"/>
                <a:cs typeface="Arial MT"/>
              </a:rPr>
              <a:t>	</a:t>
            </a:r>
            <a:r>
              <a:rPr sz="27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80046" y="4822950"/>
            <a:ext cx="6540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5" dirty="0">
                <a:solidFill>
                  <a:srgbClr val="7E00FF"/>
                </a:solidFill>
                <a:latin typeface="Arial MT"/>
                <a:cs typeface="Arial MT"/>
              </a:rPr>
              <a:t>R11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66358" y="6368285"/>
            <a:ext cx="4635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C1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74029" y="2946906"/>
            <a:ext cx="2730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50" dirty="0">
                <a:solidFill>
                  <a:srgbClr val="7E00FF"/>
                </a:solidFill>
                <a:latin typeface="Arial MT"/>
                <a:cs typeface="Arial MT"/>
              </a:rPr>
              <a:t>C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45031" y="3632706"/>
            <a:ext cx="2546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74181" y="3540252"/>
            <a:ext cx="1858010" cy="521297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04775" rIns="0" bIns="0" rtlCol="0">
            <a:spAutoFit/>
          </a:bodyPr>
          <a:lstStyle/>
          <a:p>
            <a:pPr marR="54610" algn="ctr">
              <a:spcBef>
                <a:spcPts val="825"/>
              </a:spcBef>
            </a:pPr>
            <a:r>
              <a:rPr sz="27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0" y="1401572"/>
            <a:ext cx="5966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68480" y="1656079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323299"/>
                </a:solidFill>
                <a:latin typeface="Tahoma"/>
                <a:cs typeface="Tahoma"/>
              </a:rPr>
              <a:t>(cont.)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748273" y="5372100"/>
          <a:ext cx="2156460" cy="1045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5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378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195828" y="4899150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35953" y="2593848"/>
            <a:ext cx="7747000" cy="1839595"/>
          </a:xfrm>
          <a:custGeom>
            <a:avLst/>
            <a:gdLst/>
            <a:ahLst/>
            <a:cxnLst/>
            <a:rect l="l" t="t" r="r" b="b"/>
            <a:pathLst>
              <a:path w="7747000" h="1839595">
                <a:moveTo>
                  <a:pt x="0" y="0"/>
                </a:moveTo>
                <a:lnTo>
                  <a:pt x="0" y="1839467"/>
                </a:lnTo>
                <a:lnTo>
                  <a:pt x="7746491" y="1839467"/>
                </a:lnTo>
                <a:lnTo>
                  <a:pt x="774649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00628" y="2634486"/>
            <a:ext cx="17208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50" dirty="0">
                <a:solidFill>
                  <a:srgbClr val="7E00FF"/>
                </a:solidFill>
                <a:latin typeface="Arial MT"/>
                <a:cs typeface="Arial MT"/>
              </a:rPr>
              <a:t>C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987536" y="3038856"/>
            <a:ext cx="1633855" cy="416559"/>
          </a:xfrm>
          <a:custGeom>
            <a:avLst/>
            <a:gdLst/>
            <a:ahLst/>
            <a:cxnLst/>
            <a:rect l="l" t="t" r="r" b="b"/>
            <a:pathLst>
              <a:path w="1633854" h="416560">
                <a:moveTo>
                  <a:pt x="0" y="0"/>
                </a:moveTo>
                <a:lnTo>
                  <a:pt x="0" y="416051"/>
                </a:lnTo>
                <a:lnTo>
                  <a:pt x="1633727" y="416051"/>
                </a:lnTo>
                <a:lnTo>
                  <a:pt x="1633727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785602" y="3146550"/>
            <a:ext cx="16065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67196" y="2983992"/>
            <a:ext cx="1595755" cy="550545"/>
          </a:xfrm>
          <a:custGeom>
            <a:avLst/>
            <a:gdLst/>
            <a:ahLst/>
            <a:cxnLst/>
            <a:rect l="l" t="t" r="r" b="b"/>
            <a:pathLst>
              <a:path w="1595754" h="550545">
                <a:moveTo>
                  <a:pt x="795527" y="3047"/>
                </a:moveTo>
                <a:lnTo>
                  <a:pt x="0" y="268223"/>
                </a:lnTo>
                <a:lnTo>
                  <a:pt x="803147" y="550163"/>
                </a:lnTo>
                <a:lnTo>
                  <a:pt x="1595627" y="263651"/>
                </a:lnTo>
                <a:lnTo>
                  <a:pt x="786383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92777" y="3255264"/>
            <a:ext cx="1076325" cy="0"/>
          </a:xfrm>
          <a:custGeom>
            <a:avLst/>
            <a:gdLst/>
            <a:ahLst/>
            <a:cxnLst/>
            <a:rect l="l" t="t" r="r" b="b"/>
            <a:pathLst>
              <a:path w="1076325">
                <a:moveTo>
                  <a:pt x="1075943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36916" y="3255264"/>
            <a:ext cx="1161415" cy="0"/>
          </a:xfrm>
          <a:custGeom>
            <a:avLst/>
            <a:gdLst/>
            <a:ahLst/>
            <a:cxnLst/>
            <a:rect l="l" t="t" r="r" b="b"/>
            <a:pathLst>
              <a:path w="1161415">
                <a:moveTo>
                  <a:pt x="0" y="0"/>
                </a:moveTo>
                <a:lnTo>
                  <a:pt x="1161287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928102" y="3181602"/>
            <a:ext cx="25272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5" dirty="0">
                <a:solidFill>
                  <a:srgbClr val="0000FF"/>
                </a:solidFill>
                <a:latin typeface="Arial MT"/>
                <a:cs typeface="Arial MT"/>
              </a:rPr>
              <a:t>R1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91241" y="3791202"/>
            <a:ext cx="2743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49620" y="4450079"/>
            <a:ext cx="0" cy="219710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0"/>
                </a:moveTo>
                <a:lnTo>
                  <a:pt x="0" y="2194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52055" y="3521964"/>
            <a:ext cx="0" cy="219710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0"/>
                </a:moveTo>
                <a:lnTo>
                  <a:pt x="0" y="2194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286240" y="3465577"/>
            <a:ext cx="0" cy="220979"/>
          </a:xfrm>
          <a:custGeom>
            <a:avLst/>
            <a:gdLst/>
            <a:ahLst/>
            <a:cxnLst/>
            <a:rect l="l" t="t" r="r" b="b"/>
            <a:pathLst>
              <a:path h="220979">
                <a:moveTo>
                  <a:pt x="0" y="0"/>
                </a:moveTo>
                <a:lnTo>
                  <a:pt x="0" y="22097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0264" y="3465577"/>
            <a:ext cx="0" cy="220979"/>
          </a:xfrm>
          <a:custGeom>
            <a:avLst/>
            <a:gdLst/>
            <a:ahLst/>
            <a:cxnLst/>
            <a:rect l="l" t="t" r="r" b="b"/>
            <a:pathLst>
              <a:path h="220979">
                <a:moveTo>
                  <a:pt x="0" y="0"/>
                </a:moveTo>
                <a:lnTo>
                  <a:pt x="0" y="22097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566667" y="3040380"/>
            <a:ext cx="1637030" cy="36548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 marR="131445" algn="ctr">
              <a:spcBef>
                <a:spcPts val="930"/>
              </a:spcBef>
            </a:pPr>
            <a:r>
              <a:rPr sz="16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72407" y="3457955"/>
            <a:ext cx="0" cy="218440"/>
          </a:xfrm>
          <a:custGeom>
            <a:avLst/>
            <a:gdLst/>
            <a:ahLst/>
            <a:cxnLst/>
            <a:rect l="l" t="t" r="r" b="b"/>
            <a:pathLst>
              <a:path h="218439">
                <a:moveTo>
                  <a:pt x="0" y="0"/>
                </a:moveTo>
                <a:lnTo>
                  <a:pt x="0" y="2179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03572" y="3465577"/>
            <a:ext cx="0" cy="220979"/>
          </a:xfrm>
          <a:custGeom>
            <a:avLst/>
            <a:gdLst/>
            <a:ahLst/>
            <a:cxnLst/>
            <a:rect l="l" t="t" r="r" b="b"/>
            <a:pathLst>
              <a:path h="220979">
                <a:moveTo>
                  <a:pt x="0" y="0"/>
                </a:moveTo>
                <a:lnTo>
                  <a:pt x="0" y="22097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677412" y="3733290"/>
            <a:ext cx="119316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931544" algn="l"/>
              </a:tabLst>
            </a:pPr>
            <a:r>
              <a:rPr sz="1600" spc="-25" dirty="0">
                <a:solidFill>
                  <a:srgbClr val="7E00FF"/>
                </a:solidFill>
                <a:latin typeface="Arial MT"/>
                <a:cs typeface="Arial MT"/>
              </a:rPr>
              <a:t>A1</a:t>
            </a:r>
            <a:r>
              <a:rPr sz="1600" dirty="0">
                <a:solidFill>
                  <a:srgbClr val="7E00FF"/>
                </a:solidFill>
                <a:latin typeface="Arial MT"/>
                <a:cs typeface="Arial MT"/>
              </a:rPr>
              <a:t>	</a:t>
            </a:r>
            <a:r>
              <a:rPr sz="2400" spc="-37" baseline="1736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400" baseline="1736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90111" y="3424428"/>
            <a:ext cx="638810" cy="1781810"/>
            <a:chOff x="1810511" y="3424428"/>
            <a:chExt cx="638810" cy="1781810"/>
          </a:xfrm>
        </p:grpSpPr>
        <p:sp>
          <p:nvSpPr>
            <p:cNvPr id="24" name="object 24"/>
            <p:cNvSpPr/>
            <p:nvPr/>
          </p:nvSpPr>
          <p:spPr>
            <a:xfrm>
              <a:off x="1810511" y="3970019"/>
              <a:ext cx="248920" cy="13970"/>
            </a:xfrm>
            <a:custGeom>
              <a:avLst/>
              <a:gdLst/>
              <a:ahLst/>
              <a:cxnLst/>
              <a:rect l="l" t="t" r="r" b="b"/>
              <a:pathLst>
                <a:path w="248919" h="13970">
                  <a:moveTo>
                    <a:pt x="248405" y="13710"/>
                  </a:moveTo>
                  <a:lnTo>
                    <a:pt x="248405" y="0"/>
                  </a:lnTo>
                  <a:lnTo>
                    <a:pt x="0" y="0"/>
                  </a:lnTo>
                  <a:lnTo>
                    <a:pt x="0" y="13710"/>
                  </a:lnTo>
                  <a:lnTo>
                    <a:pt x="248405" y="13710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38528" y="3424428"/>
              <a:ext cx="510540" cy="1781810"/>
            </a:xfrm>
            <a:custGeom>
              <a:avLst/>
              <a:gdLst/>
              <a:ahLst/>
              <a:cxnLst/>
              <a:rect l="l" t="t" r="r" b="b"/>
              <a:pathLst>
                <a:path w="510539" h="1781810">
                  <a:moveTo>
                    <a:pt x="62404" y="1599574"/>
                  </a:moveTo>
                  <a:lnTo>
                    <a:pt x="0" y="1533144"/>
                  </a:lnTo>
                  <a:lnTo>
                    <a:pt x="55983" y="1773282"/>
                  </a:lnTo>
                  <a:lnTo>
                    <a:pt x="55983" y="1640085"/>
                  </a:lnTo>
                  <a:lnTo>
                    <a:pt x="56388" y="1624584"/>
                  </a:lnTo>
                  <a:lnTo>
                    <a:pt x="62404" y="1599574"/>
                  </a:lnTo>
                  <a:close/>
                </a:path>
                <a:path w="510539" h="1781810">
                  <a:moveTo>
                    <a:pt x="137035" y="1618025"/>
                  </a:moveTo>
                  <a:lnTo>
                    <a:pt x="94488" y="1633728"/>
                  </a:lnTo>
                  <a:lnTo>
                    <a:pt x="62404" y="1599574"/>
                  </a:lnTo>
                  <a:lnTo>
                    <a:pt x="56388" y="1624584"/>
                  </a:lnTo>
                  <a:lnTo>
                    <a:pt x="71175" y="1664231"/>
                  </a:lnTo>
                  <a:lnTo>
                    <a:pt x="100203" y="1671375"/>
                  </a:lnTo>
                  <a:lnTo>
                    <a:pt x="113919" y="1666303"/>
                  </a:lnTo>
                  <a:lnTo>
                    <a:pt x="124777" y="1656373"/>
                  </a:lnTo>
                  <a:lnTo>
                    <a:pt x="131064" y="1642872"/>
                  </a:lnTo>
                  <a:lnTo>
                    <a:pt x="137035" y="1618025"/>
                  </a:lnTo>
                  <a:close/>
                </a:path>
                <a:path w="510539" h="1781810">
                  <a:moveTo>
                    <a:pt x="222504" y="1586484"/>
                  </a:moveTo>
                  <a:lnTo>
                    <a:pt x="137035" y="1618025"/>
                  </a:lnTo>
                  <a:lnTo>
                    <a:pt x="131064" y="1642872"/>
                  </a:lnTo>
                  <a:lnTo>
                    <a:pt x="124777" y="1656373"/>
                  </a:lnTo>
                  <a:lnTo>
                    <a:pt x="113919" y="1666303"/>
                  </a:lnTo>
                  <a:lnTo>
                    <a:pt x="100203" y="1671375"/>
                  </a:lnTo>
                  <a:lnTo>
                    <a:pt x="85344" y="1670304"/>
                  </a:lnTo>
                  <a:lnTo>
                    <a:pt x="71175" y="1664231"/>
                  </a:lnTo>
                  <a:lnTo>
                    <a:pt x="61150" y="1653730"/>
                  </a:lnTo>
                  <a:lnTo>
                    <a:pt x="55983" y="1640085"/>
                  </a:lnTo>
                  <a:lnTo>
                    <a:pt x="55983" y="1773282"/>
                  </a:lnTo>
                  <a:lnTo>
                    <a:pt x="57912" y="1781556"/>
                  </a:lnTo>
                  <a:lnTo>
                    <a:pt x="222504" y="1586484"/>
                  </a:lnTo>
                  <a:close/>
                </a:path>
                <a:path w="510539" h="1781810">
                  <a:moveTo>
                    <a:pt x="435864" y="47244"/>
                  </a:moveTo>
                  <a:lnTo>
                    <a:pt x="62404" y="1599574"/>
                  </a:lnTo>
                  <a:lnTo>
                    <a:pt x="94488" y="1633728"/>
                  </a:lnTo>
                  <a:lnTo>
                    <a:pt x="137035" y="1618025"/>
                  </a:lnTo>
                  <a:lnTo>
                    <a:pt x="434340" y="381048"/>
                  </a:lnTo>
                  <a:lnTo>
                    <a:pt x="434340" y="54864"/>
                  </a:lnTo>
                  <a:lnTo>
                    <a:pt x="435864" y="47244"/>
                  </a:lnTo>
                  <a:close/>
                </a:path>
                <a:path w="510539" h="1781810">
                  <a:moveTo>
                    <a:pt x="510540" y="64008"/>
                  </a:moveTo>
                  <a:lnTo>
                    <a:pt x="510540" y="38100"/>
                  </a:lnTo>
                  <a:lnTo>
                    <a:pt x="507587" y="23145"/>
                  </a:lnTo>
                  <a:lnTo>
                    <a:pt x="499491" y="11049"/>
                  </a:lnTo>
                  <a:lnTo>
                    <a:pt x="487394" y="2952"/>
                  </a:lnTo>
                  <a:lnTo>
                    <a:pt x="472440" y="0"/>
                  </a:lnTo>
                  <a:lnTo>
                    <a:pt x="458128" y="2952"/>
                  </a:lnTo>
                  <a:lnTo>
                    <a:pt x="445960" y="11049"/>
                  </a:lnTo>
                  <a:lnTo>
                    <a:pt x="437507" y="23145"/>
                  </a:lnTo>
                  <a:lnTo>
                    <a:pt x="434340" y="38100"/>
                  </a:lnTo>
                  <a:lnTo>
                    <a:pt x="434340" y="53578"/>
                  </a:lnTo>
                  <a:lnTo>
                    <a:pt x="435864" y="47244"/>
                  </a:lnTo>
                  <a:lnTo>
                    <a:pt x="435864" y="374708"/>
                  </a:lnTo>
                  <a:lnTo>
                    <a:pt x="510540" y="64008"/>
                  </a:lnTo>
                  <a:close/>
                </a:path>
                <a:path w="510539" h="1781810">
                  <a:moveTo>
                    <a:pt x="435864" y="374708"/>
                  </a:moveTo>
                  <a:lnTo>
                    <a:pt x="435864" y="47244"/>
                  </a:lnTo>
                  <a:lnTo>
                    <a:pt x="434340" y="54864"/>
                  </a:lnTo>
                  <a:lnTo>
                    <a:pt x="434340" y="381048"/>
                  </a:lnTo>
                  <a:lnTo>
                    <a:pt x="435864" y="37470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099544" y="3791202"/>
            <a:ext cx="2743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922006" y="3806442"/>
            <a:ext cx="39751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25" dirty="0">
                <a:solidFill>
                  <a:srgbClr val="7E00FF"/>
                </a:solidFill>
                <a:latin typeface="Arial MT"/>
                <a:cs typeface="Arial MT"/>
              </a:rPr>
              <a:t>R11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36334" y="4736081"/>
            <a:ext cx="28448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C1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8751316" y="5061203"/>
          <a:ext cx="2062480" cy="1045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5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39725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77825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object 30"/>
          <p:cNvSpPr/>
          <p:nvPr/>
        </p:nvSpPr>
        <p:spPr>
          <a:xfrm>
            <a:off x="9821165" y="3500628"/>
            <a:ext cx="321945" cy="1492250"/>
          </a:xfrm>
          <a:custGeom>
            <a:avLst/>
            <a:gdLst/>
            <a:ahLst/>
            <a:cxnLst/>
            <a:rect l="l" t="t" r="r" b="b"/>
            <a:pathLst>
              <a:path w="321945" h="1492250">
                <a:moveTo>
                  <a:pt x="254062" y="1310129"/>
                </a:moveTo>
                <a:lnTo>
                  <a:pt x="74676" y="32004"/>
                </a:lnTo>
                <a:lnTo>
                  <a:pt x="47244" y="928"/>
                </a:lnTo>
                <a:lnTo>
                  <a:pt x="32004" y="0"/>
                </a:lnTo>
                <a:lnTo>
                  <a:pt x="17573" y="5167"/>
                </a:lnTo>
                <a:lnTo>
                  <a:pt x="6858" y="15049"/>
                </a:lnTo>
                <a:lnTo>
                  <a:pt x="714" y="28074"/>
                </a:lnTo>
                <a:lnTo>
                  <a:pt x="0" y="42672"/>
                </a:lnTo>
                <a:lnTo>
                  <a:pt x="177937" y="1321129"/>
                </a:lnTo>
                <a:lnTo>
                  <a:pt x="219456" y="1341120"/>
                </a:lnTo>
                <a:lnTo>
                  <a:pt x="254062" y="1310129"/>
                </a:lnTo>
                <a:close/>
              </a:path>
              <a:path w="321945" h="1492250">
                <a:moveTo>
                  <a:pt x="257556" y="1441704"/>
                </a:moveTo>
                <a:lnTo>
                  <a:pt x="257556" y="1335024"/>
                </a:lnTo>
                <a:lnTo>
                  <a:pt x="256603" y="1350478"/>
                </a:lnTo>
                <a:lnTo>
                  <a:pt x="249936" y="1363789"/>
                </a:lnTo>
                <a:lnTo>
                  <a:pt x="238696" y="1373385"/>
                </a:lnTo>
                <a:lnTo>
                  <a:pt x="224028" y="1377696"/>
                </a:lnTo>
                <a:lnTo>
                  <a:pt x="209430" y="1376981"/>
                </a:lnTo>
                <a:lnTo>
                  <a:pt x="196405" y="1370838"/>
                </a:lnTo>
                <a:lnTo>
                  <a:pt x="186523" y="1360122"/>
                </a:lnTo>
                <a:lnTo>
                  <a:pt x="181356" y="1345692"/>
                </a:lnTo>
                <a:lnTo>
                  <a:pt x="177937" y="1321129"/>
                </a:lnTo>
                <a:lnTo>
                  <a:pt x="96012" y="1281684"/>
                </a:lnTo>
                <a:lnTo>
                  <a:pt x="240792" y="1491996"/>
                </a:lnTo>
                <a:lnTo>
                  <a:pt x="257556" y="1441704"/>
                </a:lnTo>
                <a:close/>
              </a:path>
              <a:path w="321945" h="1492250">
                <a:moveTo>
                  <a:pt x="257556" y="1335024"/>
                </a:moveTo>
                <a:lnTo>
                  <a:pt x="254062" y="1310129"/>
                </a:lnTo>
                <a:lnTo>
                  <a:pt x="219456" y="1341120"/>
                </a:lnTo>
                <a:lnTo>
                  <a:pt x="177937" y="1321129"/>
                </a:lnTo>
                <a:lnTo>
                  <a:pt x="186523" y="1360122"/>
                </a:lnTo>
                <a:lnTo>
                  <a:pt x="224028" y="1377696"/>
                </a:lnTo>
                <a:lnTo>
                  <a:pt x="238696" y="1373385"/>
                </a:lnTo>
                <a:lnTo>
                  <a:pt x="249936" y="1363789"/>
                </a:lnTo>
                <a:lnTo>
                  <a:pt x="256603" y="1350478"/>
                </a:lnTo>
                <a:lnTo>
                  <a:pt x="257556" y="1335024"/>
                </a:lnTo>
                <a:close/>
              </a:path>
              <a:path w="321945" h="1492250">
                <a:moveTo>
                  <a:pt x="321564" y="1249680"/>
                </a:moveTo>
                <a:lnTo>
                  <a:pt x="254062" y="1310129"/>
                </a:lnTo>
                <a:lnTo>
                  <a:pt x="257556" y="1335024"/>
                </a:lnTo>
                <a:lnTo>
                  <a:pt x="257556" y="1441704"/>
                </a:lnTo>
                <a:lnTo>
                  <a:pt x="321564" y="12496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708902" y="5851649"/>
            <a:ext cx="28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C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5294884" y="6227064"/>
          <a:ext cx="4382135" cy="1083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6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8380">
                <a:tc>
                  <a:txBody>
                    <a:bodyPr/>
                    <a:lstStyle/>
                    <a:p>
                      <a:pPr marL="299720">
                        <a:lnSpc>
                          <a:spcPct val="100000"/>
                        </a:lnSpc>
                        <a:spcBef>
                          <a:spcPts val="3030"/>
                        </a:spcBef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C1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84810" marB="0"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3040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R11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8608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04190">
                        <a:lnSpc>
                          <a:spcPct val="100000"/>
                        </a:lnSpc>
                        <a:spcBef>
                          <a:spcPts val="3150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4000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45440">
                        <a:lnSpc>
                          <a:spcPct val="100000"/>
                        </a:lnSpc>
                        <a:spcBef>
                          <a:spcPts val="2935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72745" marB="0">
                    <a:lnL w="76200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object 33"/>
          <p:cNvSpPr/>
          <p:nvPr/>
        </p:nvSpPr>
        <p:spPr>
          <a:xfrm>
            <a:off x="6680200" y="4669536"/>
            <a:ext cx="265430" cy="1371600"/>
          </a:xfrm>
          <a:custGeom>
            <a:avLst/>
            <a:gdLst/>
            <a:ahLst/>
            <a:cxnLst/>
            <a:rect l="l" t="t" r="r" b="b"/>
            <a:pathLst>
              <a:path w="265429" h="1371600">
                <a:moveTo>
                  <a:pt x="71210" y="1190317"/>
                </a:moveTo>
                <a:lnTo>
                  <a:pt x="0" y="1132332"/>
                </a:lnTo>
                <a:lnTo>
                  <a:pt x="68580" y="1314824"/>
                </a:lnTo>
                <a:lnTo>
                  <a:pt x="68580" y="1216152"/>
                </a:lnTo>
                <a:lnTo>
                  <a:pt x="71210" y="1190317"/>
                </a:lnTo>
                <a:close/>
              </a:path>
              <a:path w="265429" h="1371600">
                <a:moveTo>
                  <a:pt x="145875" y="1198361"/>
                </a:moveTo>
                <a:lnTo>
                  <a:pt x="106680" y="1219200"/>
                </a:lnTo>
                <a:lnTo>
                  <a:pt x="71210" y="1190317"/>
                </a:lnTo>
                <a:lnTo>
                  <a:pt x="68580" y="1216152"/>
                </a:lnTo>
                <a:lnTo>
                  <a:pt x="69532" y="1231368"/>
                </a:lnTo>
                <a:lnTo>
                  <a:pt x="76200" y="1244155"/>
                </a:lnTo>
                <a:lnTo>
                  <a:pt x="87439" y="1253228"/>
                </a:lnTo>
                <a:lnTo>
                  <a:pt x="102108" y="1257300"/>
                </a:lnTo>
                <a:lnTo>
                  <a:pt x="117324" y="1256347"/>
                </a:lnTo>
                <a:lnTo>
                  <a:pt x="130111" y="1249680"/>
                </a:lnTo>
                <a:lnTo>
                  <a:pt x="139184" y="1238440"/>
                </a:lnTo>
                <a:lnTo>
                  <a:pt x="143256" y="1223772"/>
                </a:lnTo>
                <a:lnTo>
                  <a:pt x="145875" y="1198361"/>
                </a:lnTo>
                <a:close/>
              </a:path>
              <a:path w="265429" h="1371600">
                <a:moveTo>
                  <a:pt x="227076" y="1155192"/>
                </a:moveTo>
                <a:lnTo>
                  <a:pt x="145875" y="1198361"/>
                </a:lnTo>
                <a:lnTo>
                  <a:pt x="143256" y="1223772"/>
                </a:lnTo>
                <a:lnTo>
                  <a:pt x="139184" y="1238440"/>
                </a:lnTo>
                <a:lnTo>
                  <a:pt x="130111" y="1249680"/>
                </a:lnTo>
                <a:lnTo>
                  <a:pt x="117324" y="1256347"/>
                </a:lnTo>
                <a:lnTo>
                  <a:pt x="102108" y="1257300"/>
                </a:lnTo>
                <a:lnTo>
                  <a:pt x="87439" y="1253228"/>
                </a:lnTo>
                <a:lnTo>
                  <a:pt x="76200" y="1244155"/>
                </a:lnTo>
                <a:lnTo>
                  <a:pt x="69532" y="1231368"/>
                </a:lnTo>
                <a:lnTo>
                  <a:pt x="68580" y="1216152"/>
                </a:lnTo>
                <a:lnTo>
                  <a:pt x="68580" y="1314824"/>
                </a:lnTo>
                <a:lnTo>
                  <a:pt x="89916" y="1371600"/>
                </a:lnTo>
                <a:lnTo>
                  <a:pt x="227076" y="1155192"/>
                </a:lnTo>
                <a:close/>
              </a:path>
              <a:path w="265429" h="1371600">
                <a:moveTo>
                  <a:pt x="265176" y="41148"/>
                </a:moveTo>
                <a:lnTo>
                  <a:pt x="264223" y="25931"/>
                </a:lnTo>
                <a:lnTo>
                  <a:pt x="257556" y="13144"/>
                </a:lnTo>
                <a:lnTo>
                  <a:pt x="246316" y="4071"/>
                </a:lnTo>
                <a:lnTo>
                  <a:pt x="231648" y="0"/>
                </a:lnTo>
                <a:lnTo>
                  <a:pt x="216408" y="952"/>
                </a:lnTo>
                <a:lnTo>
                  <a:pt x="203454" y="7620"/>
                </a:lnTo>
                <a:lnTo>
                  <a:pt x="193929" y="18859"/>
                </a:lnTo>
                <a:lnTo>
                  <a:pt x="188976" y="33528"/>
                </a:lnTo>
                <a:lnTo>
                  <a:pt x="71210" y="1190317"/>
                </a:lnTo>
                <a:lnTo>
                  <a:pt x="106680" y="1219200"/>
                </a:lnTo>
                <a:lnTo>
                  <a:pt x="145875" y="1198361"/>
                </a:lnTo>
                <a:lnTo>
                  <a:pt x="265176" y="4114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049509" y="4638546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0" y="1401572"/>
            <a:ext cx="5966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68480" y="1656079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323299"/>
                </a:solidFill>
                <a:latin typeface="Tahoma"/>
                <a:cs typeface="Tahoma"/>
              </a:rPr>
              <a:t>(cont.)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08065" y="2776727"/>
            <a:ext cx="8646160" cy="3009900"/>
          </a:xfrm>
          <a:custGeom>
            <a:avLst/>
            <a:gdLst/>
            <a:ahLst/>
            <a:cxnLst/>
            <a:rect l="l" t="t" r="r" b="b"/>
            <a:pathLst>
              <a:path w="8646160" h="3009900">
                <a:moveTo>
                  <a:pt x="0" y="0"/>
                </a:moveTo>
                <a:lnTo>
                  <a:pt x="0" y="3009899"/>
                </a:lnTo>
                <a:lnTo>
                  <a:pt x="8645651" y="3009899"/>
                </a:lnTo>
                <a:lnTo>
                  <a:pt x="864565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21857" y="2821938"/>
            <a:ext cx="11125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Projeto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082024" y="3160775"/>
            <a:ext cx="1691639" cy="990600"/>
          </a:xfrm>
          <a:custGeom>
            <a:avLst/>
            <a:gdLst/>
            <a:ahLst/>
            <a:cxnLst/>
            <a:rect l="l" t="t" r="r" b="b"/>
            <a:pathLst>
              <a:path w="1691640" h="990600">
                <a:moveTo>
                  <a:pt x="0" y="0"/>
                </a:moveTo>
                <a:lnTo>
                  <a:pt x="0" y="990599"/>
                </a:lnTo>
                <a:lnTo>
                  <a:pt x="1691639" y="990599"/>
                </a:lnTo>
                <a:lnTo>
                  <a:pt x="1691639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238484" y="3177030"/>
            <a:ext cx="1379220" cy="8540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02590" marR="5080" indent="-390525">
              <a:lnSpc>
                <a:spcPts val="3170"/>
              </a:lnSpc>
              <a:spcBef>
                <a:spcPts val="260"/>
              </a:spcBef>
            </a:pPr>
            <a:r>
              <a:rPr sz="2700" dirty="0">
                <a:solidFill>
                  <a:srgbClr val="7E00FF"/>
                </a:solidFill>
                <a:latin typeface="Arial MT"/>
                <a:cs typeface="Arial MT"/>
              </a:rPr>
              <a:t>Aluno</a:t>
            </a:r>
            <a:r>
              <a:rPr sz="2700" spc="-25" dirty="0">
                <a:solidFill>
                  <a:srgbClr val="7E00FF"/>
                </a:solidFill>
                <a:latin typeface="Arial MT"/>
                <a:cs typeface="Arial MT"/>
              </a:rPr>
              <a:t> de P</a:t>
            </a:r>
            <a:r>
              <a:rPr sz="2700" spc="-25" dirty="0">
                <a:solidFill>
                  <a:srgbClr val="7E00FF"/>
                </a:solidFill>
                <a:latin typeface="Times New Roman"/>
                <a:cs typeface="Times New Roman"/>
              </a:rPr>
              <a:t>ó</a:t>
            </a:r>
            <a:r>
              <a:rPr sz="2700" spc="-25" dirty="0">
                <a:solidFill>
                  <a:srgbClr val="7E00FF"/>
                </a:solidFill>
                <a:latin typeface="Arial MT"/>
                <a:cs typeface="Arial MT"/>
              </a:rPr>
              <a:t>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03544" y="3361944"/>
            <a:ext cx="1781810" cy="899160"/>
          </a:xfrm>
          <a:custGeom>
            <a:avLst/>
            <a:gdLst/>
            <a:ahLst/>
            <a:cxnLst/>
            <a:rect l="l" t="t" r="r" b="b"/>
            <a:pathLst>
              <a:path w="1781810" h="899160">
                <a:moveTo>
                  <a:pt x="888491" y="4571"/>
                </a:moveTo>
                <a:lnTo>
                  <a:pt x="0" y="440435"/>
                </a:lnTo>
                <a:lnTo>
                  <a:pt x="897635" y="899159"/>
                </a:lnTo>
                <a:lnTo>
                  <a:pt x="1781555" y="431291"/>
                </a:lnTo>
                <a:lnTo>
                  <a:pt x="877823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07204" y="3806951"/>
            <a:ext cx="1199515" cy="0"/>
          </a:xfrm>
          <a:custGeom>
            <a:avLst/>
            <a:gdLst/>
            <a:ahLst/>
            <a:cxnLst/>
            <a:rect l="l" t="t" r="r" b="b"/>
            <a:pathLst>
              <a:path w="1199514">
                <a:moveTo>
                  <a:pt x="119938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57668" y="3806951"/>
            <a:ext cx="1297305" cy="0"/>
          </a:xfrm>
          <a:custGeom>
            <a:avLst/>
            <a:gdLst/>
            <a:ahLst/>
            <a:cxnLst/>
            <a:rect l="l" t="t" r="r" b="b"/>
            <a:pathLst>
              <a:path w="1297304">
                <a:moveTo>
                  <a:pt x="0" y="0"/>
                </a:moveTo>
                <a:lnTo>
                  <a:pt x="1296923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99274" y="3577843"/>
            <a:ext cx="982344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-10" dirty="0">
                <a:latin typeface="Arial MT"/>
                <a:cs typeface="Arial MT"/>
              </a:rPr>
              <a:t>Orienta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01681" y="4693410"/>
            <a:ext cx="10337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N_Mat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82891" y="4291583"/>
            <a:ext cx="0" cy="358140"/>
          </a:xfrm>
          <a:custGeom>
            <a:avLst/>
            <a:gdLst/>
            <a:ahLst/>
            <a:cxnLst/>
            <a:rect l="l" t="t" r="r" b="b"/>
            <a:pathLst>
              <a:path h="358139">
                <a:moveTo>
                  <a:pt x="0" y="0"/>
                </a:moveTo>
                <a:lnTo>
                  <a:pt x="0" y="35813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74631" y="4149851"/>
            <a:ext cx="0" cy="358140"/>
          </a:xfrm>
          <a:custGeom>
            <a:avLst/>
            <a:gdLst/>
            <a:ahLst/>
            <a:cxnLst/>
            <a:rect l="l" t="t" r="r" b="b"/>
            <a:pathLst>
              <a:path h="358139">
                <a:moveTo>
                  <a:pt x="0" y="0"/>
                </a:moveTo>
                <a:lnTo>
                  <a:pt x="0" y="35813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92113" y="3451860"/>
            <a:ext cx="1826260" cy="612347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94945" rIns="0" bIns="0" rtlCol="0">
            <a:spAutoFit/>
          </a:bodyPr>
          <a:lstStyle/>
          <a:p>
            <a:pPr marL="168910">
              <a:spcBef>
                <a:spcPts val="1535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19189" y="4136135"/>
            <a:ext cx="0" cy="358140"/>
          </a:xfrm>
          <a:custGeom>
            <a:avLst/>
            <a:gdLst/>
            <a:ahLst/>
            <a:cxnLst/>
            <a:rect l="l" t="t" r="r" b="b"/>
            <a:pathLst>
              <a:path h="358139">
                <a:moveTo>
                  <a:pt x="0" y="0"/>
                </a:moveTo>
                <a:lnTo>
                  <a:pt x="0" y="35813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793485" y="4595874"/>
            <a:ext cx="93853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Nome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73010" y="4760466"/>
            <a:ext cx="6921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0" dirty="0">
                <a:solidFill>
                  <a:srgbClr val="7E00FF"/>
                </a:solidFill>
                <a:latin typeface="Arial MT"/>
                <a:cs typeface="Arial MT"/>
              </a:rPr>
              <a:t>Tipo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38723" y="5759196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38927" y="6231125"/>
            <a:ext cx="8642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Titulo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0" y="1401572"/>
            <a:ext cx="5966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68480" y="1656079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323299"/>
                </a:solidFill>
                <a:latin typeface="Tahoma"/>
                <a:cs typeface="Tahoma"/>
              </a:rPr>
              <a:t>(cont.)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86246" y="2263139"/>
            <a:ext cx="7781925" cy="1851660"/>
            <a:chOff x="1406645" y="2263139"/>
            <a:chExt cx="7781925" cy="1851660"/>
          </a:xfrm>
        </p:grpSpPr>
        <p:sp>
          <p:nvSpPr>
            <p:cNvPr id="5" name="object 5"/>
            <p:cNvSpPr/>
            <p:nvPr/>
          </p:nvSpPr>
          <p:spPr>
            <a:xfrm>
              <a:off x="1444745" y="2301239"/>
              <a:ext cx="7705725" cy="1775460"/>
            </a:xfrm>
            <a:custGeom>
              <a:avLst/>
              <a:gdLst/>
              <a:ahLst/>
              <a:cxnLst/>
              <a:rect l="l" t="t" r="r" b="b"/>
              <a:pathLst>
                <a:path w="7705725" h="1775460">
                  <a:moveTo>
                    <a:pt x="7705343" y="1775459"/>
                  </a:moveTo>
                  <a:lnTo>
                    <a:pt x="7705343" y="0"/>
                  </a:lnTo>
                  <a:lnTo>
                    <a:pt x="0" y="0"/>
                  </a:lnTo>
                  <a:lnTo>
                    <a:pt x="0" y="1775459"/>
                  </a:lnTo>
                  <a:lnTo>
                    <a:pt x="7705343" y="17754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44745" y="2301239"/>
              <a:ext cx="7705725" cy="1775460"/>
            </a:xfrm>
            <a:custGeom>
              <a:avLst/>
              <a:gdLst/>
              <a:ahLst/>
              <a:cxnLst/>
              <a:rect l="l" t="t" r="r" b="b"/>
              <a:pathLst>
                <a:path w="7705725" h="1775460">
                  <a:moveTo>
                    <a:pt x="0" y="0"/>
                  </a:moveTo>
                  <a:lnTo>
                    <a:pt x="0" y="1775459"/>
                  </a:lnTo>
                  <a:lnTo>
                    <a:pt x="7705343" y="1775459"/>
                  </a:lnTo>
                  <a:lnTo>
                    <a:pt x="770534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640836" y="2367787"/>
            <a:ext cx="66865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10" dirty="0">
                <a:solidFill>
                  <a:srgbClr val="7E00FF"/>
                </a:solidFill>
                <a:latin typeface="Arial MT"/>
                <a:cs typeface="Arial MT"/>
              </a:rPr>
              <a:t>Projeto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057641" y="2697479"/>
            <a:ext cx="1628139" cy="401320"/>
          </a:xfrm>
          <a:custGeom>
            <a:avLst/>
            <a:gdLst/>
            <a:ahLst/>
            <a:cxnLst/>
            <a:rect l="l" t="t" r="r" b="b"/>
            <a:pathLst>
              <a:path w="1628140" h="401319">
                <a:moveTo>
                  <a:pt x="0" y="0"/>
                </a:moveTo>
                <a:lnTo>
                  <a:pt x="0" y="400811"/>
                </a:lnTo>
                <a:lnTo>
                  <a:pt x="1627631" y="400811"/>
                </a:lnTo>
                <a:lnTo>
                  <a:pt x="162763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211054" y="2712210"/>
            <a:ext cx="12211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dirty="0">
                <a:solidFill>
                  <a:srgbClr val="7E00FF"/>
                </a:solidFill>
                <a:latin typeface="Arial MT"/>
                <a:cs typeface="Arial MT"/>
              </a:rPr>
              <a:t>Aluno</a:t>
            </a:r>
            <a:r>
              <a:rPr sz="1600" spc="-20" dirty="0">
                <a:solidFill>
                  <a:srgbClr val="7E00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00FF"/>
                </a:solidFill>
                <a:latin typeface="Arial MT"/>
                <a:cs typeface="Arial MT"/>
              </a:rPr>
              <a:t>de</a:t>
            </a:r>
            <a:r>
              <a:rPr sz="1600" spc="-20" dirty="0">
                <a:solidFill>
                  <a:srgbClr val="7E00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7E00FF"/>
                </a:solidFill>
                <a:latin typeface="Arial MT"/>
                <a:cs typeface="Arial MT"/>
              </a:rPr>
              <a:t>P</a:t>
            </a:r>
            <a:r>
              <a:rPr sz="1600" spc="-25" dirty="0">
                <a:solidFill>
                  <a:srgbClr val="7E00FF"/>
                </a:solidFill>
                <a:latin typeface="Times New Roman"/>
                <a:cs typeface="Times New Roman"/>
              </a:rPr>
              <a:t>ó</a:t>
            </a:r>
            <a:r>
              <a:rPr sz="1600" spc="-25" dirty="0">
                <a:solidFill>
                  <a:srgbClr val="7E00FF"/>
                </a:solidFill>
                <a:latin typeface="Arial MT"/>
                <a:cs typeface="Arial MT"/>
              </a:rPr>
              <a:t>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84215" y="2645663"/>
            <a:ext cx="3785870" cy="530860"/>
          </a:xfrm>
          <a:custGeom>
            <a:avLst/>
            <a:gdLst/>
            <a:ahLst/>
            <a:cxnLst/>
            <a:rect l="l" t="t" r="r" b="b"/>
            <a:pathLst>
              <a:path w="3785870" h="530860">
                <a:moveTo>
                  <a:pt x="1860803" y="1523"/>
                </a:moveTo>
                <a:lnTo>
                  <a:pt x="1068323" y="259079"/>
                </a:lnTo>
                <a:lnTo>
                  <a:pt x="1868423" y="530351"/>
                </a:lnTo>
                <a:lnTo>
                  <a:pt x="2654807" y="254507"/>
                </a:lnTo>
                <a:lnTo>
                  <a:pt x="1851659" y="0"/>
                </a:lnTo>
              </a:path>
              <a:path w="3785870" h="530860">
                <a:moveTo>
                  <a:pt x="1069847" y="262127"/>
                </a:moveTo>
                <a:lnTo>
                  <a:pt x="0" y="262127"/>
                </a:lnTo>
              </a:path>
              <a:path w="3785870" h="530860">
                <a:moveTo>
                  <a:pt x="2630423" y="262127"/>
                </a:moveTo>
                <a:lnTo>
                  <a:pt x="3785615" y="26212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857999" y="2835654"/>
            <a:ext cx="567055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300" spc="-10" dirty="0">
                <a:solidFill>
                  <a:srgbClr val="0000FF"/>
                </a:solidFill>
                <a:latin typeface="Arial MT"/>
                <a:cs typeface="Arial MT"/>
              </a:rPr>
              <a:t>Orienta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84561" y="3426966"/>
            <a:ext cx="62293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N_Mat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73847" y="4093464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0"/>
                </a:moveTo>
                <a:lnTo>
                  <a:pt x="0" y="21183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4819" y="3110483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0"/>
                </a:moveTo>
                <a:lnTo>
                  <a:pt x="0" y="21183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667252" y="2699004"/>
            <a:ext cx="1628139" cy="362279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310515">
              <a:spcBef>
                <a:spcPts val="905"/>
              </a:spcBef>
            </a:pPr>
            <a:r>
              <a:rPr sz="16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71467" y="3101339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0"/>
                </a:moveTo>
                <a:lnTo>
                  <a:pt x="0" y="21183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625595" y="3370578"/>
            <a:ext cx="5664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20" dirty="0">
                <a:solidFill>
                  <a:srgbClr val="7E00FF"/>
                </a:solidFill>
                <a:latin typeface="Arial MT"/>
                <a:cs typeface="Arial MT"/>
              </a:rPr>
              <a:t>Nome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96553" y="4368798"/>
            <a:ext cx="42037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20" dirty="0">
                <a:solidFill>
                  <a:srgbClr val="7E00FF"/>
                </a:solidFill>
                <a:latin typeface="Arial MT"/>
                <a:cs typeface="Arial MT"/>
              </a:rPr>
              <a:t>Tipo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936488" y="4061459"/>
            <a:ext cx="0" cy="210820"/>
          </a:xfrm>
          <a:custGeom>
            <a:avLst/>
            <a:gdLst/>
            <a:ahLst/>
            <a:cxnLst/>
            <a:rect l="l" t="t" r="r" b="b"/>
            <a:pathLst>
              <a:path h="210820">
                <a:moveTo>
                  <a:pt x="0" y="0"/>
                </a:moveTo>
                <a:lnTo>
                  <a:pt x="0" y="21031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3638295" y="3198877"/>
            <a:ext cx="1193800" cy="1998345"/>
            <a:chOff x="1758695" y="3198876"/>
            <a:chExt cx="1193800" cy="1998345"/>
          </a:xfrm>
        </p:grpSpPr>
        <p:sp>
          <p:nvSpPr>
            <p:cNvPr id="21" name="object 21"/>
            <p:cNvSpPr/>
            <p:nvPr/>
          </p:nvSpPr>
          <p:spPr>
            <a:xfrm>
              <a:off x="1758695" y="3607307"/>
              <a:ext cx="541020" cy="13970"/>
            </a:xfrm>
            <a:custGeom>
              <a:avLst/>
              <a:gdLst/>
              <a:ahLst/>
              <a:cxnLst/>
              <a:rect l="l" t="t" r="r" b="b"/>
              <a:pathLst>
                <a:path w="541019" h="13970">
                  <a:moveTo>
                    <a:pt x="541013" y="13710"/>
                  </a:moveTo>
                  <a:lnTo>
                    <a:pt x="541013" y="0"/>
                  </a:lnTo>
                  <a:lnTo>
                    <a:pt x="0" y="0"/>
                  </a:lnTo>
                  <a:lnTo>
                    <a:pt x="0" y="13710"/>
                  </a:lnTo>
                  <a:lnTo>
                    <a:pt x="541013" y="13710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51660" y="3198876"/>
              <a:ext cx="1100455" cy="1998345"/>
            </a:xfrm>
            <a:custGeom>
              <a:avLst/>
              <a:gdLst/>
              <a:ahLst/>
              <a:cxnLst/>
              <a:rect l="l" t="t" r="r" b="b"/>
              <a:pathLst>
                <a:path w="1100455" h="1998345">
                  <a:moveTo>
                    <a:pt x="74086" y="1779206"/>
                  </a:moveTo>
                  <a:lnTo>
                    <a:pt x="7620" y="1743456"/>
                  </a:lnTo>
                  <a:lnTo>
                    <a:pt x="0" y="1997964"/>
                  </a:lnTo>
                  <a:lnTo>
                    <a:pt x="56388" y="1958451"/>
                  </a:lnTo>
                  <a:lnTo>
                    <a:pt x="56388" y="1812036"/>
                  </a:lnTo>
                  <a:lnTo>
                    <a:pt x="74086" y="1779206"/>
                  </a:lnTo>
                  <a:close/>
                </a:path>
                <a:path w="1100455" h="1998345">
                  <a:moveTo>
                    <a:pt x="141343" y="1815382"/>
                  </a:moveTo>
                  <a:lnTo>
                    <a:pt x="74086" y="1779206"/>
                  </a:lnTo>
                  <a:lnTo>
                    <a:pt x="56388" y="1812036"/>
                  </a:lnTo>
                  <a:lnTo>
                    <a:pt x="123444" y="1848612"/>
                  </a:lnTo>
                  <a:lnTo>
                    <a:pt x="141343" y="1815382"/>
                  </a:lnTo>
                  <a:close/>
                </a:path>
                <a:path w="1100455" h="1998345">
                  <a:moveTo>
                    <a:pt x="208788" y="1851660"/>
                  </a:moveTo>
                  <a:lnTo>
                    <a:pt x="141343" y="1815382"/>
                  </a:lnTo>
                  <a:lnTo>
                    <a:pt x="123444" y="1848612"/>
                  </a:lnTo>
                  <a:lnTo>
                    <a:pt x="56388" y="1812036"/>
                  </a:lnTo>
                  <a:lnTo>
                    <a:pt x="56388" y="1958451"/>
                  </a:lnTo>
                  <a:lnTo>
                    <a:pt x="208788" y="1851660"/>
                  </a:lnTo>
                  <a:close/>
                </a:path>
                <a:path w="1100455" h="1998345">
                  <a:moveTo>
                    <a:pt x="1100328" y="35052"/>
                  </a:moveTo>
                  <a:lnTo>
                    <a:pt x="1033272" y="0"/>
                  </a:lnTo>
                  <a:lnTo>
                    <a:pt x="74086" y="1779206"/>
                  </a:lnTo>
                  <a:lnTo>
                    <a:pt x="141343" y="1815382"/>
                  </a:lnTo>
                  <a:lnTo>
                    <a:pt x="1100328" y="3505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667755" y="4330698"/>
            <a:ext cx="6000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T</a:t>
            </a:r>
            <a:r>
              <a:rPr sz="16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Times New Roman"/>
                <a:cs typeface="Times New Roman"/>
              </a:rPr>
              <a:t>É</a:t>
            </a:r>
            <a:r>
              <a:rPr sz="16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tulo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06033" y="5252718"/>
            <a:ext cx="1549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78753" y="5760720"/>
            <a:ext cx="1089660" cy="875881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>
              <a:spcBef>
                <a:spcPts val="110"/>
              </a:spcBef>
            </a:pPr>
            <a:endParaRPr sz="2800">
              <a:latin typeface="Times New Roman"/>
              <a:cs typeface="Times New Roman"/>
            </a:endParaRPr>
          </a:p>
          <a:p>
            <a:pPr marL="95885"/>
            <a:r>
              <a:rPr sz="28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Nome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79177" y="4864098"/>
            <a:ext cx="2122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7E00FF"/>
                </a:solidFill>
                <a:latin typeface="Arial MT"/>
                <a:cs typeface="Arial MT"/>
              </a:rPr>
              <a:t>Aluno</a:t>
            </a:r>
            <a:r>
              <a:rPr sz="2800" spc="-35" dirty="0">
                <a:solidFill>
                  <a:srgbClr val="7E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00FF"/>
                </a:solidFill>
                <a:latin typeface="Arial MT"/>
                <a:cs typeface="Arial MT"/>
              </a:rPr>
              <a:t>de</a:t>
            </a:r>
            <a:r>
              <a:rPr sz="2800" spc="-30" dirty="0">
                <a:solidFill>
                  <a:srgbClr val="7E00F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P</a:t>
            </a:r>
            <a:r>
              <a:rPr sz="2800" spc="-25" dirty="0">
                <a:solidFill>
                  <a:srgbClr val="7E00FF"/>
                </a:solidFill>
                <a:latin typeface="Times New Roman"/>
                <a:cs typeface="Times New Roman"/>
              </a:rPr>
              <a:t>ó</a:t>
            </a: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96324" y="5367528"/>
            <a:ext cx="1266825" cy="774571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340360" rIns="0" bIns="0" rtlCol="0">
            <a:spAutoFit/>
          </a:bodyPr>
          <a:lstStyle/>
          <a:p>
            <a:pPr marL="62230">
              <a:spcBef>
                <a:spcPts val="2680"/>
              </a:spcBef>
            </a:pPr>
            <a:r>
              <a:rPr sz="28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N_Mat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918700" y="3178659"/>
            <a:ext cx="477520" cy="1711960"/>
          </a:xfrm>
          <a:custGeom>
            <a:avLst/>
            <a:gdLst/>
            <a:ahLst/>
            <a:cxnLst/>
            <a:rect l="l" t="t" r="r" b="b"/>
            <a:pathLst>
              <a:path w="477520" h="1711960">
                <a:moveTo>
                  <a:pt x="62050" y="1530022"/>
                </a:moveTo>
                <a:lnTo>
                  <a:pt x="0" y="1464968"/>
                </a:lnTo>
                <a:lnTo>
                  <a:pt x="56197" y="1692568"/>
                </a:lnTo>
                <a:lnTo>
                  <a:pt x="56197" y="1570386"/>
                </a:lnTo>
                <a:lnTo>
                  <a:pt x="56388" y="1554884"/>
                </a:lnTo>
                <a:lnTo>
                  <a:pt x="62050" y="1530022"/>
                </a:lnTo>
                <a:close/>
              </a:path>
              <a:path w="477520" h="1711960">
                <a:moveTo>
                  <a:pt x="136413" y="1548057"/>
                </a:moveTo>
                <a:lnTo>
                  <a:pt x="94488" y="1564028"/>
                </a:lnTo>
                <a:lnTo>
                  <a:pt x="62050" y="1530022"/>
                </a:lnTo>
                <a:lnTo>
                  <a:pt x="56388" y="1554884"/>
                </a:lnTo>
                <a:lnTo>
                  <a:pt x="71818" y="1594532"/>
                </a:lnTo>
                <a:lnTo>
                  <a:pt x="100845" y="1601009"/>
                </a:lnTo>
                <a:lnTo>
                  <a:pt x="114490" y="1595842"/>
                </a:lnTo>
                <a:lnTo>
                  <a:pt x="124991" y="1585817"/>
                </a:lnTo>
                <a:lnTo>
                  <a:pt x="131064" y="1571648"/>
                </a:lnTo>
                <a:lnTo>
                  <a:pt x="136413" y="1548057"/>
                </a:lnTo>
                <a:close/>
              </a:path>
              <a:path w="477520" h="1711960">
                <a:moveTo>
                  <a:pt x="222504" y="1515260"/>
                </a:moveTo>
                <a:lnTo>
                  <a:pt x="136413" y="1548057"/>
                </a:lnTo>
                <a:lnTo>
                  <a:pt x="131064" y="1571648"/>
                </a:lnTo>
                <a:lnTo>
                  <a:pt x="124991" y="1585817"/>
                </a:lnTo>
                <a:lnTo>
                  <a:pt x="114490" y="1595842"/>
                </a:lnTo>
                <a:lnTo>
                  <a:pt x="100845" y="1601009"/>
                </a:lnTo>
                <a:lnTo>
                  <a:pt x="85344" y="1600604"/>
                </a:lnTo>
                <a:lnTo>
                  <a:pt x="71818" y="1594532"/>
                </a:lnTo>
                <a:lnTo>
                  <a:pt x="61722" y="1584031"/>
                </a:lnTo>
                <a:lnTo>
                  <a:pt x="56197" y="1570386"/>
                </a:lnTo>
                <a:lnTo>
                  <a:pt x="56197" y="1692568"/>
                </a:lnTo>
                <a:lnTo>
                  <a:pt x="60960" y="1711856"/>
                </a:lnTo>
                <a:lnTo>
                  <a:pt x="222504" y="1515260"/>
                </a:lnTo>
                <a:close/>
              </a:path>
              <a:path w="477520" h="1711960">
                <a:moveTo>
                  <a:pt x="477440" y="30622"/>
                </a:moveTo>
                <a:lnTo>
                  <a:pt x="472440" y="16978"/>
                </a:lnTo>
                <a:lnTo>
                  <a:pt x="462867" y="6477"/>
                </a:lnTo>
                <a:lnTo>
                  <a:pt x="449580" y="404"/>
                </a:lnTo>
                <a:lnTo>
                  <a:pt x="434078" y="0"/>
                </a:lnTo>
                <a:lnTo>
                  <a:pt x="420433" y="5167"/>
                </a:lnTo>
                <a:lnTo>
                  <a:pt x="409932" y="15192"/>
                </a:lnTo>
                <a:lnTo>
                  <a:pt x="403860" y="29360"/>
                </a:lnTo>
                <a:lnTo>
                  <a:pt x="62050" y="1530022"/>
                </a:lnTo>
                <a:lnTo>
                  <a:pt x="94488" y="1564028"/>
                </a:lnTo>
                <a:lnTo>
                  <a:pt x="136413" y="1548057"/>
                </a:lnTo>
                <a:lnTo>
                  <a:pt x="477012" y="46124"/>
                </a:lnTo>
                <a:lnTo>
                  <a:pt x="477440" y="3062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599431" y="5799833"/>
            <a:ext cx="11525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solidFill>
                  <a:srgbClr val="7E00FF"/>
                </a:solidFill>
                <a:latin typeface="Arial MT"/>
                <a:cs typeface="Arial MT"/>
              </a:rPr>
              <a:t>Projeto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4616703" y="6228588"/>
          <a:ext cx="4439920" cy="104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490"/>
                        </a:spcBef>
                      </a:pPr>
                      <a:r>
                        <a:rPr sz="2800" u="sng" spc="-1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T</a:t>
                      </a:r>
                      <a:r>
                        <a:rPr sz="2800" u="sng" spc="-1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Times New Roman"/>
                          <a:cs typeface="Times New Roman"/>
                        </a:rPr>
                        <a:t>í</a:t>
                      </a:r>
                      <a:r>
                        <a:rPr sz="2800" u="sng" spc="-1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tulo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1623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550"/>
                        </a:spcBef>
                      </a:pPr>
                      <a:r>
                        <a:rPr sz="2800" spc="-2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Tipo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238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730"/>
                        </a:spcBef>
                      </a:pPr>
                      <a:r>
                        <a:rPr sz="2800" spc="-2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Nome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4671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440"/>
                        </a:spcBef>
                      </a:pPr>
                      <a:r>
                        <a:rPr sz="2800" spc="-1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N_Mat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0988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object 31"/>
          <p:cNvSpPr/>
          <p:nvPr/>
        </p:nvSpPr>
        <p:spPr>
          <a:xfrm>
            <a:off x="6331205" y="4168140"/>
            <a:ext cx="486409" cy="1866900"/>
          </a:xfrm>
          <a:custGeom>
            <a:avLst/>
            <a:gdLst/>
            <a:ahLst/>
            <a:cxnLst/>
            <a:rect l="l" t="t" r="r" b="b"/>
            <a:pathLst>
              <a:path w="486410" h="1866900">
                <a:moveTo>
                  <a:pt x="65721" y="1684722"/>
                </a:moveTo>
                <a:lnTo>
                  <a:pt x="0" y="1620012"/>
                </a:lnTo>
                <a:lnTo>
                  <a:pt x="60960" y="1834697"/>
                </a:lnTo>
                <a:lnTo>
                  <a:pt x="60960" y="1709928"/>
                </a:lnTo>
                <a:lnTo>
                  <a:pt x="65721" y="1684722"/>
                </a:lnTo>
                <a:close/>
              </a:path>
              <a:path w="486410" h="1866900">
                <a:moveTo>
                  <a:pt x="140155" y="1699723"/>
                </a:moveTo>
                <a:lnTo>
                  <a:pt x="99060" y="1717548"/>
                </a:lnTo>
                <a:lnTo>
                  <a:pt x="65721" y="1684722"/>
                </a:lnTo>
                <a:lnTo>
                  <a:pt x="60960" y="1709928"/>
                </a:lnTo>
                <a:lnTo>
                  <a:pt x="77890" y="1748718"/>
                </a:lnTo>
                <a:lnTo>
                  <a:pt x="106918" y="1754290"/>
                </a:lnTo>
                <a:lnTo>
                  <a:pt x="120396" y="1748599"/>
                </a:lnTo>
                <a:lnTo>
                  <a:pt x="130444" y="1738050"/>
                </a:lnTo>
                <a:lnTo>
                  <a:pt x="135636" y="1723644"/>
                </a:lnTo>
                <a:lnTo>
                  <a:pt x="140155" y="1699723"/>
                </a:lnTo>
                <a:close/>
              </a:path>
              <a:path w="486410" h="1866900">
                <a:moveTo>
                  <a:pt x="225552" y="1662684"/>
                </a:moveTo>
                <a:lnTo>
                  <a:pt x="140155" y="1699723"/>
                </a:lnTo>
                <a:lnTo>
                  <a:pt x="135636" y="1723644"/>
                </a:lnTo>
                <a:lnTo>
                  <a:pt x="130444" y="1738050"/>
                </a:lnTo>
                <a:lnTo>
                  <a:pt x="120396" y="1748599"/>
                </a:lnTo>
                <a:lnTo>
                  <a:pt x="106918" y="1754290"/>
                </a:lnTo>
                <a:lnTo>
                  <a:pt x="99060" y="1754206"/>
                </a:lnTo>
                <a:lnTo>
                  <a:pt x="61650" y="1724763"/>
                </a:lnTo>
                <a:lnTo>
                  <a:pt x="60960" y="1709928"/>
                </a:lnTo>
                <a:lnTo>
                  <a:pt x="60960" y="1834697"/>
                </a:lnTo>
                <a:lnTo>
                  <a:pt x="70104" y="1866900"/>
                </a:lnTo>
                <a:lnTo>
                  <a:pt x="225552" y="1662684"/>
                </a:lnTo>
                <a:close/>
              </a:path>
              <a:path w="486410" h="1866900">
                <a:moveTo>
                  <a:pt x="486156" y="38100"/>
                </a:moveTo>
                <a:lnTo>
                  <a:pt x="482988" y="23788"/>
                </a:lnTo>
                <a:lnTo>
                  <a:pt x="474535" y="11620"/>
                </a:lnTo>
                <a:lnTo>
                  <a:pt x="462367" y="3167"/>
                </a:lnTo>
                <a:lnTo>
                  <a:pt x="448056" y="0"/>
                </a:lnTo>
                <a:lnTo>
                  <a:pt x="416052" y="0"/>
                </a:lnTo>
                <a:lnTo>
                  <a:pt x="382619" y="19288"/>
                </a:lnTo>
                <a:lnTo>
                  <a:pt x="65721" y="1684722"/>
                </a:lnTo>
                <a:lnTo>
                  <a:pt x="99060" y="1717548"/>
                </a:lnTo>
                <a:lnTo>
                  <a:pt x="140155" y="1699723"/>
                </a:lnTo>
                <a:lnTo>
                  <a:pt x="416052" y="239326"/>
                </a:lnTo>
                <a:lnTo>
                  <a:pt x="416052" y="76200"/>
                </a:lnTo>
                <a:lnTo>
                  <a:pt x="452628" y="45720"/>
                </a:lnTo>
                <a:lnTo>
                  <a:pt x="452628" y="75256"/>
                </a:lnTo>
                <a:lnTo>
                  <a:pt x="462367" y="73247"/>
                </a:lnTo>
                <a:lnTo>
                  <a:pt x="474535" y="65151"/>
                </a:lnTo>
                <a:lnTo>
                  <a:pt x="482988" y="53054"/>
                </a:lnTo>
                <a:lnTo>
                  <a:pt x="486156" y="38100"/>
                </a:lnTo>
                <a:close/>
              </a:path>
              <a:path w="486410" h="1866900">
                <a:moveTo>
                  <a:pt x="452628" y="45720"/>
                </a:moveTo>
                <a:lnTo>
                  <a:pt x="416052" y="76200"/>
                </a:lnTo>
                <a:lnTo>
                  <a:pt x="446869" y="76200"/>
                </a:lnTo>
                <a:lnTo>
                  <a:pt x="452628" y="45720"/>
                </a:lnTo>
                <a:close/>
              </a:path>
              <a:path w="486410" h="1866900">
                <a:moveTo>
                  <a:pt x="446869" y="76200"/>
                </a:moveTo>
                <a:lnTo>
                  <a:pt x="416052" y="76200"/>
                </a:lnTo>
                <a:lnTo>
                  <a:pt x="416052" y="239326"/>
                </a:lnTo>
                <a:lnTo>
                  <a:pt x="446869" y="76200"/>
                </a:lnTo>
                <a:close/>
              </a:path>
              <a:path w="486410" h="1866900">
                <a:moveTo>
                  <a:pt x="452628" y="75256"/>
                </a:moveTo>
                <a:lnTo>
                  <a:pt x="452628" y="45720"/>
                </a:lnTo>
                <a:lnTo>
                  <a:pt x="446869" y="76200"/>
                </a:lnTo>
                <a:lnTo>
                  <a:pt x="448056" y="76200"/>
                </a:lnTo>
                <a:lnTo>
                  <a:pt x="452628" y="752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0" y="1401572"/>
            <a:ext cx="5966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68480" y="1656079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323299"/>
                </a:solidFill>
                <a:latin typeface="Tahoma"/>
                <a:cs typeface="Tahoma"/>
              </a:rPr>
              <a:t>(cont.)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91301" y="2897123"/>
            <a:ext cx="8646160" cy="3009900"/>
          </a:xfrm>
          <a:custGeom>
            <a:avLst/>
            <a:gdLst/>
            <a:ahLst/>
            <a:cxnLst/>
            <a:rect l="l" t="t" r="r" b="b"/>
            <a:pathLst>
              <a:path w="8646160" h="3009900">
                <a:moveTo>
                  <a:pt x="0" y="0"/>
                </a:moveTo>
                <a:lnTo>
                  <a:pt x="0" y="3009899"/>
                </a:lnTo>
                <a:lnTo>
                  <a:pt x="8645651" y="3009899"/>
                </a:lnTo>
                <a:lnTo>
                  <a:pt x="864565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010395" y="3598164"/>
            <a:ext cx="1826260" cy="550792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 marL="144145">
              <a:spcBef>
                <a:spcPts val="1055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Disciplina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76723" y="3537203"/>
            <a:ext cx="2978150" cy="897890"/>
          </a:xfrm>
          <a:custGeom>
            <a:avLst/>
            <a:gdLst/>
            <a:ahLst/>
            <a:cxnLst/>
            <a:rect l="l" t="t" r="r" b="b"/>
            <a:pathLst>
              <a:path w="2978150" h="897889">
                <a:moveTo>
                  <a:pt x="2084831" y="4571"/>
                </a:moveTo>
                <a:lnTo>
                  <a:pt x="1196339" y="438911"/>
                </a:lnTo>
                <a:lnTo>
                  <a:pt x="2093975" y="897635"/>
                </a:lnTo>
                <a:lnTo>
                  <a:pt x="2977895" y="429767"/>
                </a:lnTo>
                <a:lnTo>
                  <a:pt x="2074163" y="0"/>
                </a:lnTo>
              </a:path>
              <a:path w="2978150" h="897889">
                <a:moveTo>
                  <a:pt x="1200911" y="443483"/>
                </a:moveTo>
                <a:lnTo>
                  <a:pt x="0" y="44348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27189" y="3980688"/>
            <a:ext cx="1298575" cy="0"/>
          </a:xfrm>
          <a:custGeom>
            <a:avLst/>
            <a:gdLst/>
            <a:ahLst/>
            <a:cxnLst/>
            <a:rect l="l" t="t" r="r" b="b"/>
            <a:pathLst>
              <a:path w="1298575">
                <a:moveTo>
                  <a:pt x="0" y="0"/>
                </a:moveTo>
                <a:lnTo>
                  <a:pt x="1298447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36790" y="3792727"/>
            <a:ext cx="104775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-10" dirty="0">
                <a:solidFill>
                  <a:srgbClr val="0000FF"/>
                </a:solidFill>
                <a:latin typeface="Arial MT"/>
                <a:cs typeface="Arial MT"/>
              </a:rPr>
              <a:t>Ministra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94645" y="4867145"/>
            <a:ext cx="7880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Sigla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08244" y="5934455"/>
            <a:ext cx="0" cy="358140"/>
          </a:xfrm>
          <a:custGeom>
            <a:avLst/>
            <a:gdLst/>
            <a:ahLst/>
            <a:cxnLst/>
            <a:rect l="l" t="t" r="r" b="b"/>
            <a:pathLst>
              <a:path h="358139">
                <a:moveTo>
                  <a:pt x="0" y="0"/>
                </a:moveTo>
                <a:lnTo>
                  <a:pt x="0" y="35813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344152" y="4323589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61633" y="3598164"/>
            <a:ext cx="1826260" cy="596958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79705" rIns="0" bIns="0" rtlCol="0">
            <a:spAutoFit/>
          </a:bodyPr>
          <a:lstStyle/>
          <a:p>
            <a:pPr marL="185420">
              <a:spcBef>
                <a:spcPts val="1415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88709" y="4309872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763005" y="4771133"/>
            <a:ext cx="93853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Nome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66359" y="6406385"/>
            <a:ext cx="749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Data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723883" y="5975603"/>
            <a:ext cx="0" cy="358140"/>
          </a:xfrm>
          <a:custGeom>
            <a:avLst/>
            <a:gdLst/>
            <a:ahLst/>
            <a:cxnLst/>
            <a:rect l="l" t="t" r="r" b="b"/>
            <a:pathLst>
              <a:path h="358139">
                <a:moveTo>
                  <a:pt x="0" y="0"/>
                </a:moveTo>
                <a:lnTo>
                  <a:pt x="0" y="35813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401810" y="6447533"/>
            <a:ext cx="7118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0" dirty="0">
                <a:solidFill>
                  <a:srgbClr val="7E00FF"/>
                </a:solidFill>
                <a:latin typeface="Arial MT"/>
                <a:cs typeface="Arial MT"/>
              </a:rPr>
              <a:t>Sala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143495" y="5975603"/>
            <a:ext cx="0" cy="358140"/>
          </a:xfrm>
          <a:custGeom>
            <a:avLst/>
            <a:gdLst/>
            <a:ahLst/>
            <a:cxnLst/>
            <a:rect l="l" t="t" r="r" b="b"/>
            <a:pathLst>
              <a:path h="358139">
                <a:moveTo>
                  <a:pt x="0" y="0"/>
                </a:moveTo>
                <a:lnTo>
                  <a:pt x="0" y="35813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792466" y="6447533"/>
            <a:ext cx="7683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Hora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0" y="1401572"/>
            <a:ext cx="5966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68480" y="1656079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323299"/>
                </a:solidFill>
                <a:latin typeface="Tahoma"/>
                <a:cs typeface="Tahoma"/>
              </a:rPr>
              <a:t>(cont.)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68776" y="2328672"/>
            <a:ext cx="7705725" cy="1775460"/>
          </a:xfrm>
          <a:custGeom>
            <a:avLst/>
            <a:gdLst/>
            <a:ahLst/>
            <a:cxnLst/>
            <a:rect l="l" t="t" r="r" b="b"/>
            <a:pathLst>
              <a:path w="7705725" h="1775460">
                <a:moveTo>
                  <a:pt x="0" y="0"/>
                </a:moveTo>
                <a:lnTo>
                  <a:pt x="0" y="1775459"/>
                </a:lnTo>
                <a:lnTo>
                  <a:pt x="7705343" y="1775459"/>
                </a:lnTo>
                <a:lnTo>
                  <a:pt x="7705343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17619" y="2334259"/>
            <a:ext cx="43243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20" dirty="0">
                <a:solidFill>
                  <a:srgbClr val="7E00FF"/>
                </a:solidFill>
                <a:latin typeface="Arial MT"/>
                <a:cs typeface="Arial MT"/>
              </a:rPr>
              <a:t>Aula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56929" y="2691383"/>
            <a:ext cx="1628139" cy="343684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294005">
              <a:spcBef>
                <a:spcPts val="760"/>
              </a:spcBef>
            </a:pPr>
            <a:r>
              <a:rPr sz="1600" spc="-10" dirty="0">
                <a:solidFill>
                  <a:srgbClr val="7E00FF"/>
                </a:solidFill>
                <a:latin typeface="Arial MT"/>
                <a:cs typeface="Arial MT"/>
              </a:rPr>
              <a:t>Disciplina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28640" y="2673095"/>
            <a:ext cx="2654935" cy="530860"/>
          </a:xfrm>
          <a:custGeom>
            <a:avLst/>
            <a:gdLst/>
            <a:ahLst/>
            <a:cxnLst/>
            <a:rect l="l" t="t" r="r" b="b"/>
            <a:pathLst>
              <a:path w="2654935" h="530860">
                <a:moveTo>
                  <a:pt x="1860803" y="1523"/>
                </a:moveTo>
                <a:lnTo>
                  <a:pt x="1068323" y="259079"/>
                </a:lnTo>
                <a:lnTo>
                  <a:pt x="1868423" y="530351"/>
                </a:lnTo>
                <a:lnTo>
                  <a:pt x="2654807" y="254507"/>
                </a:lnTo>
                <a:lnTo>
                  <a:pt x="1851659" y="0"/>
                </a:lnTo>
              </a:path>
              <a:path w="2654935" h="530860">
                <a:moveTo>
                  <a:pt x="1069847" y="262127"/>
                </a:moveTo>
                <a:lnTo>
                  <a:pt x="0" y="26212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59063" y="2935223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>
                <a:moveTo>
                  <a:pt x="0" y="0"/>
                </a:moveTo>
                <a:lnTo>
                  <a:pt x="1155191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38414" y="2855466"/>
            <a:ext cx="69532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10" dirty="0">
                <a:solidFill>
                  <a:srgbClr val="0000FF"/>
                </a:solidFill>
                <a:latin typeface="Arial MT"/>
                <a:cs typeface="Arial MT"/>
              </a:rPr>
              <a:t>Ministra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97565" y="3454398"/>
            <a:ext cx="47688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Sigla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73464" y="4174236"/>
            <a:ext cx="0" cy="201295"/>
          </a:xfrm>
          <a:custGeom>
            <a:avLst/>
            <a:gdLst/>
            <a:ahLst/>
            <a:cxnLst/>
            <a:rect l="l" t="t" r="r" b="b"/>
            <a:pathLst>
              <a:path h="201295">
                <a:moveTo>
                  <a:pt x="0" y="0"/>
                </a:moveTo>
                <a:lnTo>
                  <a:pt x="0" y="20116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699243" y="3136391"/>
            <a:ext cx="0" cy="213360"/>
          </a:xfrm>
          <a:custGeom>
            <a:avLst/>
            <a:gdLst/>
            <a:ahLst/>
            <a:cxnLst/>
            <a:rect l="l" t="t" r="r" b="b"/>
            <a:pathLst>
              <a:path h="213360">
                <a:moveTo>
                  <a:pt x="0" y="0"/>
                </a:moveTo>
                <a:lnTo>
                  <a:pt x="0" y="21335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011676" y="2726436"/>
            <a:ext cx="1628139" cy="362279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310515">
              <a:spcBef>
                <a:spcPts val="905"/>
              </a:spcBef>
            </a:pPr>
            <a:r>
              <a:rPr sz="16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215891" y="3128772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0"/>
                </a:moveTo>
                <a:lnTo>
                  <a:pt x="0" y="21183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70019" y="3398010"/>
            <a:ext cx="5664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20" dirty="0">
                <a:solidFill>
                  <a:srgbClr val="7E00FF"/>
                </a:solidFill>
                <a:latin typeface="Arial MT"/>
                <a:cs typeface="Arial MT"/>
              </a:rPr>
              <a:t>Nome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82719" y="3634739"/>
            <a:ext cx="541020" cy="13970"/>
          </a:xfrm>
          <a:custGeom>
            <a:avLst/>
            <a:gdLst/>
            <a:ahLst/>
            <a:cxnLst/>
            <a:rect l="l" t="t" r="r" b="b"/>
            <a:pathLst>
              <a:path w="541019" h="13970">
                <a:moveTo>
                  <a:pt x="541013" y="13710"/>
                </a:moveTo>
                <a:lnTo>
                  <a:pt x="541013" y="0"/>
                </a:lnTo>
                <a:lnTo>
                  <a:pt x="0" y="0"/>
                </a:lnTo>
                <a:lnTo>
                  <a:pt x="0" y="13710"/>
                </a:lnTo>
                <a:lnTo>
                  <a:pt x="541013" y="13710"/>
                </a:lnTo>
                <a:close/>
              </a:path>
            </a:pathLst>
          </a:custGeom>
          <a:solidFill>
            <a:srgbClr val="7E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994644" y="4444998"/>
            <a:ext cx="40767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20" dirty="0">
                <a:solidFill>
                  <a:srgbClr val="7E00FF"/>
                </a:solidFill>
                <a:latin typeface="Arial MT"/>
                <a:cs typeface="Arial MT"/>
              </a:rPr>
              <a:t>Sala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282435" y="4087367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0"/>
                </a:moveTo>
                <a:lnTo>
                  <a:pt x="0" y="21183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088379" y="4358130"/>
            <a:ext cx="4540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Data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59707" y="5735825"/>
            <a:ext cx="1549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35476" y="6245351"/>
            <a:ext cx="1091565" cy="874598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endParaRPr sz="2800">
              <a:latin typeface="Times New Roman"/>
              <a:cs typeface="Times New Roman"/>
            </a:endParaRPr>
          </a:p>
          <a:p>
            <a:pPr marL="97155"/>
            <a:r>
              <a:rPr sz="28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Nome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392676" y="3281173"/>
            <a:ext cx="228600" cy="2524125"/>
          </a:xfrm>
          <a:custGeom>
            <a:avLst/>
            <a:gdLst/>
            <a:ahLst/>
            <a:cxnLst/>
            <a:rect l="l" t="t" r="r" b="b"/>
            <a:pathLst>
              <a:path w="228600" h="2524125">
                <a:moveTo>
                  <a:pt x="228600" y="2295144"/>
                </a:moveTo>
                <a:lnTo>
                  <a:pt x="114300" y="2371344"/>
                </a:lnTo>
                <a:lnTo>
                  <a:pt x="0" y="2295144"/>
                </a:lnTo>
                <a:lnTo>
                  <a:pt x="76200" y="2447544"/>
                </a:lnTo>
                <a:lnTo>
                  <a:pt x="76200" y="2371344"/>
                </a:lnTo>
                <a:lnTo>
                  <a:pt x="79152" y="2386298"/>
                </a:lnTo>
                <a:lnTo>
                  <a:pt x="87249" y="2398395"/>
                </a:lnTo>
                <a:lnTo>
                  <a:pt x="99345" y="2406491"/>
                </a:lnTo>
                <a:lnTo>
                  <a:pt x="114300" y="2409444"/>
                </a:lnTo>
                <a:lnTo>
                  <a:pt x="129254" y="2406491"/>
                </a:lnTo>
                <a:lnTo>
                  <a:pt x="141351" y="2398395"/>
                </a:lnTo>
                <a:lnTo>
                  <a:pt x="149447" y="2386298"/>
                </a:lnTo>
                <a:lnTo>
                  <a:pt x="152400" y="2371344"/>
                </a:lnTo>
                <a:lnTo>
                  <a:pt x="152400" y="2447544"/>
                </a:lnTo>
                <a:lnTo>
                  <a:pt x="228600" y="2295144"/>
                </a:lnTo>
                <a:close/>
              </a:path>
              <a:path w="228600" h="2524125">
                <a:moveTo>
                  <a:pt x="152400" y="2345944"/>
                </a:moveTo>
                <a:lnTo>
                  <a:pt x="152400" y="38100"/>
                </a:lnTo>
                <a:lnTo>
                  <a:pt x="149447" y="23145"/>
                </a:lnTo>
                <a:lnTo>
                  <a:pt x="141351" y="11049"/>
                </a:lnTo>
                <a:lnTo>
                  <a:pt x="129254" y="2952"/>
                </a:lnTo>
                <a:lnTo>
                  <a:pt x="114300" y="0"/>
                </a:lnTo>
                <a:lnTo>
                  <a:pt x="99345" y="2952"/>
                </a:lnTo>
                <a:lnTo>
                  <a:pt x="87249" y="11049"/>
                </a:lnTo>
                <a:lnTo>
                  <a:pt x="79152" y="23145"/>
                </a:lnTo>
                <a:lnTo>
                  <a:pt x="76200" y="38100"/>
                </a:lnTo>
                <a:lnTo>
                  <a:pt x="76200" y="2345944"/>
                </a:lnTo>
                <a:lnTo>
                  <a:pt x="114300" y="2371344"/>
                </a:lnTo>
                <a:lnTo>
                  <a:pt x="152400" y="2345944"/>
                </a:lnTo>
                <a:close/>
              </a:path>
              <a:path w="228600" h="2524125">
                <a:moveTo>
                  <a:pt x="152400" y="2447544"/>
                </a:moveTo>
                <a:lnTo>
                  <a:pt x="152400" y="2371344"/>
                </a:lnTo>
                <a:lnTo>
                  <a:pt x="149447" y="2386298"/>
                </a:lnTo>
                <a:lnTo>
                  <a:pt x="141351" y="2398395"/>
                </a:lnTo>
                <a:lnTo>
                  <a:pt x="129254" y="2406491"/>
                </a:lnTo>
                <a:lnTo>
                  <a:pt x="114300" y="2409444"/>
                </a:lnTo>
                <a:lnTo>
                  <a:pt x="99345" y="2406491"/>
                </a:lnTo>
                <a:lnTo>
                  <a:pt x="87249" y="2398395"/>
                </a:lnTo>
                <a:lnTo>
                  <a:pt x="79152" y="2386298"/>
                </a:lnTo>
                <a:lnTo>
                  <a:pt x="76200" y="2371344"/>
                </a:lnTo>
                <a:lnTo>
                  <a:pt x="76200" y="2447544"/>
                </a:lnTo>
                <a:lnTo>
                  <a:pt x="114300" y="2523744"/>
                </a:lnTo>
                <a:lnTo>
                  <a:pt x="152400" y="24475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816081" y="4516626"/>
            <a:ext cx="1548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solidFill>
                  <a:srgbClr val="7E00FF"/>
                </a:solidFill>
                <a:latin typeface="Arial MT"/>
                <a:cs typeface="Arial MT"/>
              </a:rPr>
              <a:t>Disciplina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48241" y="5012436"/>
            <a:ext cx="1268095" cy="773289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339090" rIns="0" bIns="0" rtlCol="0">
            <a:spAutoFit/>
          </a:bodyPr>
          <a:lstStyle/>
          <a:p>
            <a:pPr marL="188595">
              <a:spcBef>
                <a:spcPts val="2670"/>
              </a:spcBef>
            </a:pPr>
            <a:r>
              <a:rPr sz="28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Sigla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260696" y="3281792"/>
            <a:ext cx="523875" cy="1292225"/>
          </a:xfrm>
          <a:custGeom>
            <a:avLst/>
            <a:gdLst/>
            <a:ahLst/>
            <a:cxnLst/>
            <a:rect l="l" t="t" r="r" b="b"/>
            <a:pathLst>
              <a:path w="523875" h="1292225">
                <a:moveTo>
                  <a:pt x="469296" y="1112570"/>
                </a:moveTo>
                <a:lnTo>
                  <a:pt x="74056" y="25288"/>
                </a:lnTo>
                <a:lnTo>
                  <a:pt x="66008" y="12287"/>
                </a:lnTo>
                <a:lnTo>
                  <a:pt x="54244" y="3571"/>
                </a:lnTo>
                <a:lnTo>
                  <a:pt x="40195" y="0"/>
                </a:lnTo>
                <a:lnTo>
                  <a:pt x="25288" y="2428"/>
                </a:lnTo>
                <a:lnTo>
                  <a:pt x="12287" y="9834"/>
                </a:lnTo>
                <a:lnTo>
                  <a:pt x="3571" y="21669"/>
                </a:lnTo>
                <a:lnTo>
                  <a:pt x="0" y="36075"/>
                </a:lnTo>
                <a:lnTo>
                  <a:pt x="2428" y="51196"/>
                </a:lnTo>
                <a:lnTo>
                  <a:pt x="397355" y="1137616"/>
                </a:lnTo>
                <a:lnTo>
                  <a:pt x="442864" y="1148476"/>
                </a:lnTo>
                <a:lnTo>
                  <a:pt x="469296" y="1112570"/>
                </a:lnTo>
                <a:close/>
              </a:path>
              <a:path w="523875" h="1292225">
                <a:moveTo>
                  <a:pt x="480345" y="1278220"/>
                </a:moveTo>
                <a:lnTo>
                  <a:pt x="480345" y="1151191"/>
                </a:lnTo>
                <a:lnTo>
                  <a:pt x="476773" y="1165240"/>
                </a:lnTo>
                <a:lnTo>
                  <a:pt x="468058" y="1177004"/>
                </a:lnTo>
                <a:lnTo>
                  <a:pt x="455056" y="1185052"/>
                </a:lnTo>
                <a:lnTo>
                  <a:pt x="440150" y="1187481"/>
                </a:lnTo>
                <a:lnTo>
                  <a:pt x="426100" y="1183909"/>
                </a:lnTo>
                <a:lnTo>
                  <a:pt x="414337" y="1175194"/>
                </a:lnTo>
                <a:lnTo>
                  <a:pt x="406288" y="1162192"/>
                </a:lnTo>
                <a:lnTo>
                  <a:pt x="397355" y="1137616"/>
                </a:lnTo>
                <a:lnTo>
                  <a:pt x="308752" y="1116472"/>
                </a:lnTo>
                <a:lnTo>
                  <a:pt x="480345" y="1278220"/>
                </a:lnTo>
                <a:close/>
              </a:path>
              <a:path w="523875" h="1292225">
                <a:moveTo>
                  <a:pt x="480345" y="1151191"/>
                </a:moveTo>
                <a:lnTo>
                  <a:pt x="477916" y="1136284"/>
                </a:lnTo>
                <a:lnTo>
                  <a:pt x="469296" y="1112570"/>
                </a:lnTo>
                <a:lnTo>
                  <a:pt x="442864" y="1148476"/>
                </a:lnTo>
                <a:lnTo>
                  <a:pt x="397355" y="1137616"/>
                </a:lnTo>
                <a:lnTo>
                  <a:pt x="406288" y="1162192"/>
                </a:lnTo>
                <a:lnTo>
                  <a:pt x="414337" y="1175194"/>
                </a:lnTo>
                <a:lnTo>
                  <a:pt x="426100" y="1183909"/>
                </a:lnTo>
                <a:lnTo>
                  <a:pt x="440150" y="1187481"/>
                </a:lnTo>
                <a:lnTo>
                  <a:pt x="455056" y="1185052"/>
                </a:lnTo>
                <a:lnTo>
                  <a:pt x="468058" y="1177004"/>
                </a:lnTo>
                <a:lnTo>
                  <a:pt x="476773" y="1165240"/>
                </a:lnTo>
                <a:lnTo>
                  <a:pt x="480345" y="1151191"/>
                </a:lnTo>
                <a:close/>
              </a:path>
              <a:path w="523875" h="1292225">
                <a:moveTo>
                  <a:pt x="523636" y="1038748"/>
                </a:moveTo>
                <a:lnTo>
                  <a:pt x="469296" y="1112570"/>
                </a:lnTo>
                <a:lnTo>
                  <a:pt x="477916" y="1136284"/>
                </a:lnTo>
                <a:lnTo>
                  <a:pt x="480345" y="1151191"/>
                </a:lnTo>
                <a:lnTo>
                  <a:pt x="480345" y="1278220"/>
                </a:lnTo>
                <a:lnTo>
                  <a:pt x="494680" y="1291732"/>
                </a:lnTo>
                <a:lnTo>
                  <a:pt x="523636" y="103874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640322" y="5798309"/>
            <a:ext cx="736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0" dirty="0">
                <a:solidFill>
                  <a:srgbClr val="7E00FF"/>
                </a:solidFill>
                <a:latin typeface="Arial MT"/>
                <a:cs typeface="Arial MT"/>
              </a:rPr>
              <a:t>Aula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5453379" y="6228588"/>
          <a:ext cx="5242560" cy="104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1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</a:pPr>
                      <a:r>
                        <a:rPr sz="28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Data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</a:pPr>
                      <a:r>
                        <a:rPr sz="28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Hora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3005"/>
                        </a:spcBef>
                      </a:pPr>
                      <a:r>
                        <a:rPr sz="28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Nome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8163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ct val="100000"/>
                        </a:lnSpc>
                      </a:pPr>
                      <a:r>
                        <a:rPr sz="2800" u="sng" spc="-1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Sigla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115"/>
                        </a:spcBef>
                      </a:pPr>
                      <a:r>
                        <a:rPr sz="2800" spc="-2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Sala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9560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object 28"/>
          <p:cNvSpPr/>
          <p:nvPr/>
        </p:nvSpPr>
        <p:spPr>
          <a:xfrm>
            <a:off x="7059676" y="4119372"/>
            <a:ext cx="402590" cy="2039620"/>
          </a:xfrm>
          <a:custGeom>
            <a:avLst/>
            <a:gdLst/>
            <a:ahLst/>
            <a:cxnLst/>
            <a:rect l="l" t="t" r="r" b="b"/>
            <a:pathLst>
              <a:path w="402589" h="2039620">
                <a:moveTo>
                  <a:pt x="333510" y="1858036"/>
                </a:moveTo>
                <a:lnTo>
                  <a:pt x="99060" y="33528"/>
                </a:lnTo>
                <a:lnTo>
                  <a:pt x="75057" y="2452"/>
                </a:lnTo>
                <a:lnTo>
                  <a:pt x="60960" y="0"/>
                </a:lnTo>
                <a:lnTo>
                  <a:pt x="38100" y="0"/>
                </a:lnTo>
                <a:lnTo>
                  <a:pt x="23145" y="2952"/>
                </a:lnTo>
                <a:lnTo>
                  <a:pt x="11049" y="11049"/>
                </a:lnTo>
                <a:lnTo>
                  <a:pt x="2952" y="23145"/>
                </a:lnTo>
                <a:lnTo>
                  <a:pt x="0" y="38100"/>
                </a:lnTo>
                <a:lnTo>
                  <a:pt x="2952" y="53054"/>
                </a:lnTo>
                <a:lnTo>
                  <a:pt x="11049" y="65151"/>
                </a:lnTo>
                <a:lnTo>
                  <a:pt x="23145" y="73247"/>
                </a:lnTo>
                <a:lnTo>
                  <a:pt x="24384" y="73491"/>
                </a:lnTo>
                <a:lnTo>
                  <a:pt x="24384" y="42672"/>
                </a:lnTo>
                <a:lnTo>
                  <a:pt x="60960" y="76200"/>
                </a:lnTo>
                <a:lnTo>
                  <a:pt x="60960" y="329144"/>
                </a:lnTo>
                <a:lnTo>
                  <a:pt x="257417" y="1867847"/>
                </a:lnTo>
                <a:lnTo>
                  <a:pt x="298704" y="1888236"/>
                </a:lnTo>
                <a:lnTo>
                  <a:pt x="333510" y="1858036"/>
                </a:lnTo>
                <a:close/>
              </a:path>
              <a:path w="402589" h="2039620">
                <a:moveTo>
                  <a:pt x="60960" y="76200"/>
                </a:moveTo>
                <a:lnTo>
                  <a:pt x="24384" y="42672"/>
                </a:lnTo>
                <a:lnTo>
                  <a:pt x="28420" y="74288"/>
                </a:lnTo>
                <a:lnTo>
                  <a:pt x="38100" y="76200"/>
                </a:lnTo>
                <a:lnTo>
                  <a:pt x="60960" y="76200"/>
                </a:lnTo>
                <a:close/>
              </a:path>
              <a:path w="402589" h="2039620">
                <a:moveTo>
                  <a:pt x="28420" y="74288"/>
                </a:moveTo>
                <a:lnTo>
                  <a:pt x="24384" y="42672"/>
                </a:lnTo>
                <a:lnTo>
                  <a:pt x="24384" y="73491"/>
                </a:lnTo>
                <a:lnTo>
                  <a:pt x="28420" y="74288"/>
                </a:lnTo>
                <a:close/>
              </a:path>
              <a:path w="402589" h="2039620">
                <a:moveTo>
                  <a:pt x="60960" y="329144"/>
                </a:moveTo>
                <a:lnTo>
                  <a:pt x="60960" y="76200"/>
                </a:lnTo>
                <a:lnTo>
                  <a:pt x="38100" y="76200"/>
                </a:lnTo>
                <a:lnTo>
                  <a:pt x="28420" y="74288"/>
                </a:lnTo>
                <a:lnTo>
                  <a:pt x="60960" y="329144"/>
                </a:lnTo>
                <a:close/>
              </a:path>
              <a:path w="402589" h="2039620">
                <a:moveTo>
                  <a:pt x="336804" y="1983213"/>
                </a:moveTo>
                <a:lnTo>
                  <a:pt x="336804" y="1883664"/>
                </a:lnTo>
                <a:lnTo>
                  <a:pt x="335208" y="1898261"/>
                </a:lnTo>
                <a:lnTo>
                  <a:pt x="328612" y="1911286"/>
                </a:lnTo>
                <a:lnTo>
                  <a:pt x="317730" y="1921168"/>
                </a:lnTo>
                <a:lnTo>
                  <a:pt x="303276" y="1926336"/>
                </a:lnTo>
                <a:lnTo>
                  <a:pt x="288036" y="1924740"/>
                </a:lnTo>
                <a:lnTo>
                  <a:pt x="275082" y="1918144"/>
                </a:lnTo>
                <a:lnTo>
                  <a:pt x="265557" y="1907262"/>
                </a:lnTo>
                <a:lnTo>
                  <a:pt x="260604" y="1892808"/>
                </a:lnTo>
                <a:lnTo>
                  <a:pt x="257417" y="1867847"/>
                </a:lnTo>
                <a:lnTo>
                  <a:pt x="175260" y="1827276"/>
                </a:lnTo>
                <a:lnTo>
                  <a:pt x="316992" y="2039112"/>
                </a:lnTo>
                <a:lnTo>
                  <a:pt x="336804" y="1983213"/>
                </a:lnTo>
                <a:close/>
              </a:path>
              <a:path w="402589" h="2039620">
                <a:moveTo>
                  <a:pt x="336804" y="1883664"/>
                </a:moveTo>
                <a:lnTo>
                  <a:pt x="333510" y="1858036"/>
                </a:lnTo>
                <a:lnTo>
                  <a:pt x="298704" y="1888236"/>
                </a:lnTo>
                <a:lnTo>
                  <a:pt x="257417" y="1867847"/>
                </a:lnTo>
                <a:lnTo>
                  <a:pt x="265557" y="1907262"/>
                </a:lnTo>
                <a:lnTo>
                  <a:pt x="303276" y="1926336"/>
                </a:lnTo>
                <a:lnTo>
                  <a:pt x="317730" y="1921168"/>
                </a:lnTo>
                <a:lnTo>
                  <a:pt x="328612" y="1911286"/>
                </a:lnTo>
                <a:lnTo>
                  <a:pt x="335208" y="1898261"/>
                </a:lnTo>
                <a:lnTo>
                  <a:pt x="336804" y="1883664"/>
                </a:lnTo>
                <a:close/>
              </a:path>
              <a:path w="402589" h="2039620">
                <a:moveTo>
                  <a:pt x="402336" y="1798320"/>
                </a:moveTo>
                <a:lnTo>
                  <a:pt x="333510" y="1858036"/>
                </a:lnTo>
                <a:lnTo>
                  <a:pt x="336804" y="1883664"/>
                </a:lnTo>
                <a:lnTo>
                  <a:pt x="336804" y="1983213"/>
                </a:lnTo>
                <a:lnTo>
                  <a:pt x="402336" y="17983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018271" y="4120895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0"/>
                </a:moveTo>
                <a:lnTo>
                  <a:pt x="0" y="21183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812021" y="4400802"/>
            <a:ext cx="4648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Hora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0" y="1401572"/>
            <a:ext cx="5966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68480" y="1656079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323299"/>
                </a:solidFill>
                <a:latin typeface="Tahoma"/>
                <a:cs typeface="Tahoma"/>
              </a:rPr>
              <a:t>(cont.)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91301" y="2680716"/>
            <a:ext cx="8646160" cy="3009900"/>
          </a:xfrm>
          <a:custGeom>
            <a:avLst/>
            <a:gdLst/>
            <a:ahLst/>
            <a:cxnLst/>
            <a:rect l="l" t="t" r="r" b="b"/>
            <a:pathLst>
              <a:path w="8646160" h="3009900">
                <a:moveTo>
                  <a:pt x="0" y="0"/>
                </a:moveTo>
                <a:lnTo>
                  <a:pt x="0" y="3009899"/>
                </a:lnTo>
                <a:lnTo>
                  <a:pt x="8645651" y="3009899"/>
                </a:lnTo>
                <a:lnTo>
                  <a:pt x="864565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95010" y="2767075"/>
            <a:ext cx="7118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0" dirty="0">
                <a:solidFill>
                  <a:srgbClr val="7E00FF"/>
                </a:solidFill>
                <a:latin typeface="Arial MT"/>
                <a:cs typeface="Arial MT"/>
              </a:rPr>
              <a:t>Aula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010395" y="3409189"/>
            <a:ext cx="1826260" cy="680085"/>
          </a:xfrm>
          <a:custGeom>
            <a:avLst/>
            <a:gdLst/>
            <a:ahLst/>
            <a:cxnLst/>
            <a:rect l="l" t="t" r="r" b="b"/>
            <a:pathLst>
              <a:path w="1826259" h="680085">
                <a:moveTo>
                  <a:pt x="0" y="0"/>
                </a:moveTo>
                <a:lnTo>
                  <a:pt x="0" y="679703"/>
                </a:lnTo>
                <a:lnTo>
                  <a:pt x="1825751" y="679703"/>
                </a:lnTo>
                <a:lnTo>
                  <a:pt x="182575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42472" y="3550410"/>
            <a:ext cx="14935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Disciplina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73064" y="3320795"/>
            <a:ext cx="1781810" cy="899160"/>
          </a:xfrm>
          <a:custGeom>
            <a:avLst/>
            <a:gdLst/>
            <a:ahLst/>
            <a:cxnLst/>
            <a:rect l="l" t="t" r="r" b="b"/>
            <a:pathLst>
              <a:path w="1781810" h="899160">
                <a:moveTo>
                  <a:pt x="888491" y="4571"/>
                </a:moveTo>
                <a:lnTo>
                  <a:pt x="0" y="440435"/>
                </a:lnTo>
                <a:lnTo>
                  <a:pt x="897635" y="899159"/>
                </a:lnTo>
                <a:lnTo>
                  <a:pt x="1781555" y="429767"/>
                </a:lnTo>
                <a:lnTo>
                  <a:pt x="877823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76723" y="3765803"/>
            <a:ext cx="1201420" cy="0"/>
          </a:xfrm>
          <a:custGeom>
            <a:avLst/>
            <a:gdLst/>
            <a:ahLst/>
            <a:cxnLst/>
            <a:rect l="l" t="t" r="r" b="b"/>
            <a:pathLst>
              <a:path w="1201420">
                <a:moveTo>
                  <a:pt x="1200911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27189" y="3765803"/>
            <a:ext cx="1298575" cy="0"/>
          </a:xfrm>
          <a:custGeom>
            <a:avLst/>
            <a:gdLst/>
            <a:ahLst/>
            <a:cxnLst/>
            <a:rect l="l" t="t" r="r" b="b"/>
            <a:pathLst>
              <a:path w="1298575">
                <a:moveTo>
                  <a:pt x="0" y="0"/>
                </a:moveTo>
                <a:lnTo>
                  <a:pt x="1298447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36790" y="3504691"/>
            <a:ext cx="104775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-10" dirty="0">
                <a:solidFill>
                  <a:srgbClr val="0000FF"/>
                </a:solidFill>
                <a:latin typeface="Arial MT"/>
                <a:cs typeface="Arial MT"/>
              </a:rPr>
              <a:t>Ministra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94645" y="4650738"/>
            <a:ext cx="7880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Sigla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08244" y="5718047"/>
            <a:ext cx="0" cy="358140"/>
          </a:xfrm>
          <a:custGeom>
            <a:avLst/>
            <a:gdLst/>
            <a:ahLst/>
            <a:cxnLst/>
            <a:rect l="l" t="t" r="r" b="b"/>
            <a:pathLst>
              <a:path h="358139">
                <a:moveTo>
                  <a:pt x="0" y="0"/>
                </a:moveTo>
                <a:lnTo>
                  <a:pt x="0" y="35813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44152" y="4108703"/>
            <a:ext cx="0" cy="358140"/>
          </a:xfrm>
          <a:custGeom>
            <a:avLst/>
            <a:gdLst/>
            <a:ahLst/>
            <a:cxnLst/>
            <a:rect l="l" t="t" r="r" b="b"/>
            <a:pathLst>
              <a:path h="358139">
                <a:moveTo>
                  <a:pt x="0" y="0"/>
                </a:moveTo>
                <a:lnTo>
                  <a:pt x="0" y="35813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61633" y="3409189"/>
            <a:ext cx="1826260" cy="570669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141605">
              <a:spcBef>
                <a:spcPts val="1210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88709" y="4093465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763005" y="4554726"/>
            <a:ext cx="93853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Nome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66359" y="6189977"/>
            <a:ext cx="749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Data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867651" y="4262628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460234" y="4734557"/>
            <a:ext cx="883919" cy="8470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57785">
              <a:lnSpc>
                <a:spcPts val="3229"/>
              </a:lnSpc>
              <a:spcBef>
                <a:spcPts val="204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Livro Texto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143495" y="5759196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792466" y="6231125"/>
            <a:ext cx="7683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Hora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723883" y="5759196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401810" y="6231125"/>
            <a:ext cx="7118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0" dirty="0">
                <a:solidFill>
                  <a:srgbClr val="7E00FF"/>
                </a:solidFill>
                <a:latin typeface="Arial MT"/>
                <a:cs typeface="Arial MT"/>
              </a:rPr>
              <a:t>Sala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0" y="1401572"/>
            <a:ext cx="5966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68480" y="1656079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323299"/>
                </a:solidFill>
                <a:latin typeface="Tahoma"/>
                <a:cs typeface="Tahoma"/>
              </a:rPr>
              <a:t>(cont.)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27394" y="2447544"/>
            <a:ext cx="7439025" cy="1714500"/>
          </a:xfrm>
          <a:custGeom>
            <a:avLst/>
            <a:gdLst/>
            <a:ahLst/>
            <a:cxnLst/>
            <a:rect l="l" t="t" r="r" b="b"/>
            <a:pathLst>
              <a:path w="7439025" h="1714500">
                <a:moveTo>
                  <a:pt x="0" y="0"/>
                </a:moveTo>
                <a:lnTo>
                  <a:pt x="0" y="1714499"/>
                </a:lnTo>
                <a:lnTo>
                  <a:pt x="7438643" y="1714499"/>
                </a:lnTo>
                <a:lnTo>
                  <a:pt x="7438643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4719" y="2454654"/>
            <a:ext cx="40767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20" dirty="0">
                <a:solidFill>
                  <a:srgbClr val="7E00FF"/>
                </a:solidFill>
                <a:latin typeface="Arial MT"/>
                <a:cs typeface="Arial MT"/>
              </a:rPr>
              <a:t>Aula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61043" y="2808731"/>
            <a:ext cx="1569720" cy="344966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292100">
              <a:spcBef>
                <a:spcPts val="650"/>
              </a:spcBef>
            </a:pPr>
            <a:r>
              <a:rPr sz="1700" spc="-10" dirty="0">
                <a:solidFill>
                  <a:srgbClr val="7E00FF"/>
                </a:solidFill>
                <a:latin typeface="Arial MT"/>
                <a:cs typeface="Arial MT"/>
              </a:rPr>
              <a:t>Disciplina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20209" y="2779776"/>
            <a:ext cx="2562225" cy="512445"/>
          </a:xfrm>
          <a:custGeom>
            <a:avLst/>
            <a:gdLst/>
            <a:ahLst/>
            <a:cxnLst/>
            <a:rect l="l" t="t" r="r" b="b"/>
            <a:pathLst>
              <a:path w="2562225" h="512445">
                <a:moveTo>
                  <a:pt x="1795271" y="3047"/>
                </a:moveTo>
                <a:lnTo>
                  <a:pt x="1030223" y="251459"/>
                </a:lnTo>
                <a:lnTo>
                  <a:pt x="1801367" y="512063"/>
                </a:lnTo>
                <a:lnTo>
                  <a:pt x="2561843" y="245363"/>
                </a:lnTo>
                <a:lnTo>
                  <a:pt x="1786127" y="0"/>
                </a:lnTo>
              </a:path>
              <a:path w="2562225" h="512445">
                <a:moveTo>
                  <a:pt x="1031747" y="254507"/>
                </a:moveTo>
                <a:lnTo>
                  <a:pt x="0" y="25450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57667" y="3034283"/>
            <a:ext cx="1117600" cy="0"/>
          </a:xfrm>
          <a:custGeom>
            <a:avLst/>
            <a:gdLst/>
            <a:ahLst/>
            <a:cxnLst/>
            <a:rect l="l" t="t" r="r" b="b"/>
            <a:pathLst>
              <a:path w="1117600">
                <a:moveTo>
                  <a:pt x="0" y="0"/>
                </a:moveTo>
                <a:lnTo>
                  <a:pt x="1117091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641588" y="4230624"/>
            <a:ext cx="0" cy="193675"/>
          </a:xfrm>
          <a:custGeom>
            <a:avLst/>
            <a:gdLst/>
            <a:ahLst/>
            <a:cxnLst/>
            <a:rect l="l" t="t" r="r" b="b"/>
            <a:pathLst>
              <a:path h="193675">
                <a:moveTo>
                  <a:pt x="0" y="0"/>
                </a:moveTo>
                <a:lnTo>
                  <a:pt x="0" y="19354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50603" y="3229355"/>
            <a:ext cx="0" cy="204470"/>
          </a:xfrm>
          <a:custGeom>
            <a:avLst/>
            <a:gdLst/>
            <a:ahLst/>
            <a:cxnLst/>
            <a:rect l="l" t="t" r="r" b="b"/>
            <a:pathLst>
              <a:path h="204470">
                <a:moveTo>
                  <a:pt x="0" y="0"/>
                </a:moveTo>
                <a:lnTo>
                  <a:pt x="0" y="20421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54703" y="3221735"/>
            <a:ext cx="0" cy="204470"/>
          </a:xfrm>
          <a:custGeom>
            <a:avLst/>
            <a:gdLst/>
            <a:ahLst/>
            <a:cxnLst/>
            <a:rect l="l" t="t" r="r" b="b"/>
            <a:pathLst>
              <a:path h="204470">
                <a:moveTo>
                  <a:pt x="0" y="0"/>
                </a:moveTo>
                <a:lnTo>
                  <a:pt x="0" y="20421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624072" y="3480306"/>
            <a:ext cx="53403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Nome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49620" y="4146803"/>
            <a:ext cx="0" cy="204470"/>
          </a:xfrm>
          <a:custGeom>
            <a:avLst/>
            <a:gdLst/>
            <a:ahLst/>
            <a:cxnLst/>
            <a:rect l="l" t="t" r="r" b="b"/>
            <a:pathLst>
              <a:path h="204470">
                <a:moveTo>
                  <a:pt x="0" y="0"/>
                </a:moveTo>
                <a:lnTo>
                  <a:pt x="0" y="20421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666231" y="4408422"/>
            <a:ext cx="42862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20" dirty="0">
                <a:solidFill>
                  <a:srgbClr val="7E00FF"/>
                </a:solidFill>
                <a:latin typeface="Arial MT"/>
                <a:cs typeface="Arial MT"/>
              </a:rPr>
              <a:t>Data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16138" y="5953758"/>
            <a:ext cx="61023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-20" dirty="0">
                <a:solidFill>
                  <a:srgbClr val="7E00FF"/>
                </a:solidFill>
                <a:latin typeface="Arial MT"/>
                <a:cs typeface="Arial MT"/>
              </a:rPr>
              <a:t>Aula</a:t>
            </a:r>
            <a:endParaRPr sz="2300">
              <a:latin typeface="Arial MT"/>
              <a:cs typeface="Arial MT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050532" y="6318504"/>
          <a:ext cx="4431030" cy="888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2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8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3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Data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222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285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3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Hora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222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545"/>
                        </a:spcBef>
                      </a:pPr>
                      <a:r>
                        <a:rPr sz="23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Nome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32321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144145">
                        <a:lnSpc>
                          <a:spcPct val="100000"/>
                        </a:lnSpc>
                      </a:pPr>
                      <a:r>
                        <a:rPr sz="2300" u="sng" spc="-1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Sigla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700" spc="-2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Sala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2311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3948684" y="4374894"/>
            <a:ext cx="1002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60775" y="5304533"/>
            <a:ext cx="12268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Ministra</a:t>
            </a:r>
            <a:endParaRPr sz="2700">
              <a:latin typeface="Arial MT"/>
              <a:cs typeface="Arial MT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3046978" y="6016751"/>
          <a:ext cx="3561715" cy="1022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2350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2865"/>
                        </a:spcBef>
                      </a:pPr>
                      <a:r>
                        <a:rPr sz="27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Nome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36385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960"/>
                        </a:spcBef>
                      </a:pPr>
                      <a:r>
                        <a:rPr sz="2700" u="sng" spc="-1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Sigla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37592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775" marR="349885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2700" spc="-1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Livro texto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18669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8701023" y="5160264"/>
            <a:ext cx="1097280" cy="527067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232410" rIns="0" bIns="0" rtlCol="0">
            <a:spAutoFit/>
          </a:bodyPr>
          <a:lstStyle/>
          <a:p>
            <a:pPr marL="237490">
              <a:spcBef>
                <a:spcPts val="1830"/>
              </a:spcBef>
            </a:pPr>
            <a:r>
              <a:rPr sz="19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Sigla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78376" y="3457955"/>
            <a:ext cx="76200" cy="859790"/>
          </a:xfrm>
          <a:custGeom>
            <a:avLst/>
            <a:gdLst/>
            <a:ahLst/>
            <a:cxnLst/>
            <a:rect l="l" t="t" r="r" b="b"/>
            <a:pathLst>
              <a:path w="76200" h="859789">
                <a:moveTo>
                  <a:pt x="76200" y="783336"/>
                </a:moveTo>
                <a:lnTo>
                  <a:pt x="38100" y="809244"/>
                </a:lnTo>
                <a:lnTo>
                  <a:pt x="0" y="783336"/>
                </a:lnTo>
                <a:lnTo>
                  <a:pt x="32004" y="847344"/>
                </a:lnTo>
                <a:lnTo>
                  <a:pt x="32004" y="812292"/>
                </a:lnTo>
                <a:lnTo>
                  <a:pt x="35052" y="815340"/>
                </a:lnTo>
                <a:lnTo>
                  <a:pt x="41148" y="815340"/>
                </a:lnTo>
                <a:lnTo>
                  <a:pt x="44196" y="812292"/>
                </a:lnTo>
                <a:lnTo>
                  <a:pt x="44196" y="847344"/>
                </a:lnTo>
                <a:lnTo>
                  <a:pt x="76200" y="783336"/>
                </a:lnTo>
                <a:close/>
              </a:path>
              <a:path w="76200" h="859789">
                <a:moveTo>
                  <a:pt x="44196" y="805098"/>
                </a:moveTo>
                <a:lnTo>
                  <a:pt x="44196" y="3048"/>
                </a:lnTo>
                <a:lnTo>
                  <a:pt x="41148" y="0"/>
                </a:lnTo>
                <a:lnTo>
                  <a:pt x="35052" y="0"/>
                </a:lnTo>
                <a:lnTo>
                  <a:pt x="32004" y="3048"/>
                </a:lnTo>
                <a:lnTo>
                  <a:pt x="32004" y="805098"/>
                </a:lnTo>
                <a:lnTo>
                  <a:pt x="38100" y="809244"/>
                </a:lnTo>
                <a:lnTo>
                  <a:pt x="44196" y="805098"/>
                </a:lnTo>
                <a:close/>
              </a:path>
              <a:path w="76200" h="859789">
                <a:moveTo>
                  <a:pt x="44196" y="847344"/>
                </a:moveTo>
                <a:lnTo>
                  <a:pt x="44196" y="812292"/>
                </a:lnTo>
                <a:lnTo>
                  <a:pt x="41148" y="815340"/>
                </a:lnTo>
                <a:lnTo>
                  <a:pt x="35052" y="815340"/>
                </a:lnTo>
                <a:lnTo>
                  <a:pt x="32004" y="812292"/>
                </a:lnTo>
                <a:lnTo>
                  <a:pt x="32004" y="847344"/>
                </a:lnTo>
                <a:lnTo>
                  <a:pt x="38100" y="859536"/>
                </a:lnTo>
                <a:lnTo>
                  <a:pt x="44196" y="8473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284716" y="3531108"/>
            <a:ext cx="579120" cy="1148080"/>
          </a:xfrm>
          <a:custGeom>
            <a:avLst/>
            <a:gdLst/>
            <a:ahLst/>
            <a:cxnLst/>
            <a:rect l="l" t="t" r="r" b="b"/>
            <a:pathLst>
              <a:path w="579120" h="1148079">
                <a:moveTo>
                  <a:pt x="19596" y="1096194"/>
                </a:moveTo>
                <a:lnTo>
                  <a:pt x="0" y="1062228"/>
                </a:lnTo>
                <a:lnTo>
                  <a:pt x="0" y="1147572"/>
                </a:lnTo>
                <a:lnTo>
                  <a:pt x="16764" y="1135278"/>
                </a:lnTo>
                <a:lnTo>
                  <a:pt x="16764" y="1103376"/>
                </a:lnTo>
                <a:lnTo>
                  <a:pt x="18288" y="1098804"/>
                </a:lnTo>
                <a:lnTo>
                  <a:pt x="19596" y="1096194"/>
                </a:lnTo>
                <a:close/>
              </a:path>
              <a:path w="579120" h="1148079">
                <a:moveTo>
                  <a:pt x="30891" y="1101048"/>
                </a:moveTo>
                <a:lnTo>
                  <a:pt x="22860" y="1101852"/>
                </a:lnTo>
                <a:lnTo>
                  <a:pt x="19596" y="1096194"/>
                </a:lnTo>
                <a:lnTo>
                  <a:pt x="18288" y="1098804"/>
                </a:lnTo>
                <a:lnTo>
                  <a:pt x="16764" y="1103376"/>
                </a:lnTo>
                <a:lnTo>
                  <a:pt x="16764" y="1106424"/>
                </a:lnTo>
                <a:lnTo>
                  <a:pt x="22860" y="1109472"/>
                </a:lnTo>
                <a:lnTo>
                  <a:pt x="27432" y="1107948"/>
                </a:lnTo>
                <a:lnTo>
                  <a:pt x="30891" y="1101048"/>
                </a:lnTo>
                <a:close/>
              </a:path>
              <a:path w="579120" h="1148079">
                <a:moveTo>
                  <a:pt x="68580" y="1097280"/>
                </a:moveTo>
                <a:lnTo>
                  <a:pt x="30891" y="1101048"/>
                </a:lnTo>
                <a:lnTo>
                  <a:pt x="27432" y="1107948"/>
                </a:lnTo>
                <a:lnTo>
                  <a:pt x="22860" y="1109472"/>
                </a:lnTo>
                <a:lnTo>
                  <a:pt x="16764" y="1106424"/>
                </a:lnTo>
                <a:lnTo>
                  <a:pt x="16764" y="1135278"/>
                </a:lnTo>
                <a:lnTo>
                  <a:pt x="68580" y="1097280"/>
                </a:lnTo>
                <a:close/>
              </a:path>
              <a:path w="579120" h="1148079">
                <a:moveTo>
                  <a:pt x="579120" y="7620"/>
                </a:moveTo>
                <a:lnTo>
                  <a:pt x="579120" y="3048"/>
                </a:lnTo>
                <a:lnTo>
                  <a:pt x="574548" y="1524"/>
                </a:lnTo>
                <a:lnTo>
                  <a:pt x="571500" y="0"/>
                </a:lnTo>
                <a:lnTo>
                  <a:pt x="568452" y="1524"/>
                </a:lnTo>
                <a:lnTo>
                  <a:pt x="19596" y="1096194"/>
                </a:lnTo>
                <a:lnTo>
                  <a:pt x="22860" y="1101852"/>
                </a:lnTo>
                <a:lnTo>
                  <a:pt x="30891" y="1101048"/>
                </a:lnTo>
                <a:lnTo>
                  <a:pt x="579120" y="76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5678932" y="3260479"/>
            <a:ext cx="1887220" cy="2642235"/>
            <a:chOff x="3799332" y="3260478"/>
            <a:chExt cx="1887220" cy="2642235"/>
          </a:xfrm>
        </p:grpSpPr>
        <p:sp>
          <p:nvSpPr>
            <p:cNvPr id="24" name="object 24"/>
            <p:cNvSpPr/>
            <p:nvPr/>
          </p:nvSpPr>
          <p:spPr>
            <a:xfrm>
              <a:off x="3799332" y="4631435"/>
              <a:ext cx="403860" cy="12700"/>
            </a:xfrm>
            <a:custGeom>
              <a:avLst/>
              <a:gdLst/>
              <a:ahLst/>
              <a:cxnLst/>
              <a:rect l="l" t="t" r="r" b="b"/>
              <a:pathLst>
                <a:path w="403860" h="12700">
                  <a:moveTo>
                    <a:pt x="403853" y="12186"/>
                  </a:moveTo>
                  <a:lnTo>
                    <a:pt x="403853" y="0"/>
                  </a:lnTo>
                  <a:lnTo>
                    <a:pt x="0" y="0"/>
                  </a:lnTo>
                  <a:lnTo>
                    <a:pt x="0" y="12186"/>
                  </a:lnTo>
                  <a:lnTo>
                    <a:pt x="403853" y="12186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74008" y="3260483"/>
              <a:ext cx="1732914" cy="2642235"/>
            </a:xfrm>
            <a:custGeom>
              <a:avLst/>
              <a:gdLst/>
              <a:ahLst/>
              <a:cxnLst/>
              <a:rect l="l" t="t" r="r" b="b"/>
              <a:pathLst>
                <a:path w="1732914" h="2642235">
                  <a:moveTo>
                    <a:pt x="904633" y="35407"/>
                  </a:moveTo>
                  <a:lnTo>
                    <a:pt x="901065" y="21082"/>
                  </a:lnTo>
                  <a:lnTo>
                    <a:pt x="892340" y="9601"/>
                  </a:lnTo>
                  <a:lnTo>
                    <a:pt x="879348" y="2413"/>
                  </a:lnTo>
                  <a:lnTo>
                    <a:pt x="864222" y="0"/>
                  </a:lnTo>
                  <a:lnTo>
                    <a:pt x="849820" y="3746"/>
                  </a:lnTo>
                  <a:lnTo>
                    <a:pt x="837984" y="12903"/>
                  </a:lnTo>
                  <a:lnTo>
                    <a:pt x="830580" y="26797"/>
                  </a:lnTo>
                  <a:lnTo>
                    <a:pt x="56959" y="2318982"/>
                  </a:lnTo>
                  <a:lnTo>
                    <a:pt x="0" y="2245741"/>
                  </a:lnTo>
                  <a:lnTo>
                    <a:pt x="36576" y="2498725"/>
                  </a:lnTo>
                  <a:lnTo>
                    <a:pt x="46355" y="2489009"/>
                  </a:lnTo>
                  <a:lnTo>
                    <a:pt x="217932" y="2318893"/>
                  </a:lnTo>
                  <a:lnTo>
                    <a:pt x="128524" y="2343543"/>
                  </a:lnTo>
                  <a:lnTo>
                    <a:pt x="902208" y="51181"/>
                  </a:lnTo>
                  <a:lnTo>
                    <a:pt x="904633" y="35407"/>
                  </a:lnTo>
                  <a:close/>
                </a:path>
                <a:path w="1732914" h="2642235">
                  <a:moveTo>
                    <a:pt x="1732788" y="2556637"/>
                  </a:moveTo>
                  <a:lnTo>
                    <a:pt x="1712671" y="2589301"/>
                  </a:lnTo>
                  <a:lnTo>
                    <a:pt x="949452" y="948817"/>
                  </a:lnTo>
                  <a:lnTo>
                    <a:pt x="947928" y="945769"/>
                  </a:lnTo>
                  <a:lnTo>
                    <a:pt x="944880" y="944245"/>
                  </a:lnTo>
                  <a:lnTo>
                    <a:pt x="938784" y="947293"/>
                  </a:lnTo>
                  <a:lnTo>
                    <a:pt x="937260" y="950341"/>
                  </a:lnTo>
                  <a:lnTo>
                    <a:pt x="938784" y="953389"/>
                  </a:lnTo>
                  <a:lnTo>
                    <a:pt x="1702003" y="2595372"/>
                  </a:lnTo>
                  <a:lnTo>
                    <a:pt x="1664208" y="2590165"/>
                  </a:lnTo>
                  <a:lnTo>
                    <a:pt x="1716024" y="2631135"/>
                  </a:lnTo>
                  <a:lnTo>
                    <a:pt x="1729740" y="2641981"/>
                  </a:lnTo>
                  <a:lnTo>
                    <a:pt x="1732788" y="255663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647944" y="4178807"/>
              <a:ext cx="0" cy="204470"/>
            </a:xfrm>
            <a:custGeom>
              <a:avLst/>
              <a:gdLst/>
              <a:ahLst/>
              <a:cxnLst/>
              <a:rect l="l" t="t" r="r" b="b"/>
              <a:pathLst>
                <a:path h="204470">
                  <a:moveTo>
                    <a:pt x="0" y="0"/>
                  </a:moveTo>
                  <a:lnTo>
                    <a:pt x="0" y="204215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331961" y="4448046"/>
            <a:ext cx="4394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Hora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23100" y="3346704"/>
            <a:ext cx="0" cy="346075"/>
          </a:xfrm>
          <a:custGeom>
            <a:avLst/>
            <a:gdLst/>
            <a:ahLst/>
            <a:cxnLst/>
            <a:rect l="l" t="t" r="r" b="b"/>
            <a:pathLst>
              <a:path h="346075">
                <a:moveTo>
                  <a:pt x="0" y="0"/>
                </a:moveTo>
                <a:lnTo>
                  <a:pt x="0" y="34594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473438" y="4471920"/>
            <a:ext cx="1326515" cy="63627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spcBef>
                <a:spcPts val="240"/>
              </a:spcBef>
            </a:pPr>
            <a:r>
              <a:rPr sz="1400" spc="-20" dirty="0">
                <a:solidFill>
                  <a:srgbClr val="7E00FF"/>
                </a:solidFill>
                <a:latin typeface="Arial MT"/>
                <a:cs typeface="Arial MT"/>
              </a:rPr>
              <a:t>Sala</a:t>
            </a:r>
            <a:endParaRPr sz="1400">
              <a:latin typeface="Arial MT"/>
              <a:cs typeface="Arial MT"/>
            </a:endParaRPr>
          </a:p>
          <a:p>
            <a:pPr marL="62865">
              <a:spcBef>
                <a:spcPts val="225"/>
              </a:spcBef>
            </a:pPr>
            <a:r>
              <a:rPr sz="2300" spc="-10" dirty="0">
                <a:solidFill>
                  <a:srgbClr val="7E00FF"/>
                </a:solidFill>
                <a:latin typeface="Arial MT"/>
                <a:cs typeface="Arial MT"/>
              </a:rPr>
              <a:t>Disciplina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65975" y="2933190"/>
            <a:ext cx="69532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10" dirty="0">
                <a:solidFill>
                  <a:srgbClr val="0000FF"/>
                </a:solidFill>
                <a:latin typeface="Arial MT"/>
                <a:cs typeface="Arial MT"/>
              </a:rPr>
              <a:t>Ministra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9632" y="2831592"/>
            <a:ext cx="1569720" cy="34945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252729">
              <a:spcBef>
                <a:spcPts val="685"/>
              </a:spcBef>
            </a:pPr>
            <a:r>
              <a:rPr sz="17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27855" y="4710684"/>
            <a:ext cx="1051560" cy="507831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228600" rIns="0" bIns="0" rtlCol="0">
            <a:spAutoFit/>
          </a:bodyPr>
          <a:lstStyle/>
          <a:p>
            <a:pPr marL="245110">
              <a:spcBef>
                <a:spcPts val="1800"/>
              </a:spcBef>
            </a:pPr>
            <a:r>
              <a:rPr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Nome</a:t>
            </a:r>
            <a:endParaRPr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Atributos</a:t>
            </a:r>
            <a:r>
              <a:rPr spc="-90" dirty="0"/>
              <a:t> </a:t>
            </a:r>
            <a:r>
              <a:rPr spc="-10" dirty="0"/>
              <a:t>multivalorados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4" y="2442183"/>
            <a:ext cx="7139305" cy="18554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4965" marR="5080" indent="-342900">
              <a:lnSpc>
                <a:spcPct val="85800"/>
              </a:lnSpc>
              <a:spcBef>
                <a:spcPts val="705"/>
              </a:spcBef>
            </a:pPr>
            <a:r>
              <a:rPr sz="3350" i="1" spc="-365" dirty="0">
                <a:latin typeface="Verdana"/>
                <a:cs typeface="Verdana"/>
              </a:rPr>
              <a:t>Os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00" dirty="0">
                <a:latin typeface="Verdana"/>
                <a:cs typeface="Verdana"/>
              </a:rPr>
              <a:t>atributos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15" dirty="0">
                <a:latin typeface="Verdana"/>
                <a:cs typeface="Verdana"/>
              </a:rPr>
              <a:t>multivalorados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380" dirty="0">
                <a:latin typeface="Verdana"/>
                <a:cs typeface="Verdana"/>
              </a:rPr>
              <a:t>podem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35" dirty="0">
                <a:latin typeface="Verdana"/>
                <a:cs typeface="Verdana"/>
              </a:rPr>
              <a:t>ser </a:t>
            </a:r>
            <a:r>
              <a:rPr sz="3350" i="1" spc="-365" dirty="0">
                <a:latin typeface="Verdana"/>
                <a:cs typeface="Verdana"/>
              </a:rPr>
              <a:t>mapeados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325" dirty="0">
                <a:latin typeface="Verdana"/>
                <a:cs typeface="Verdana"/>
              </a:rPr>
              <a:t>para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425" dirty="0">
                <a:latin typeface="Verdana"/>
                <a:cs typeface="Verdana"/>
              </a:rPr>
              <a:t>uma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350" dirty="0">
                <a:latin typeface="Verdana"/>
                <a:cs typeface="Verdana"/>
              </a:rPr>
              <a:t>nova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295" dirty="0">
                <a:latin typeface="Verdana"/>
                <a:cs typeface="Verdana"/>
              </a:rPr>
              <a:t>relação,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50" dirty="0">
                <a:latin typeface="Verdana"/>
                <a:cs typeface="Verdana"/>
              </a:rPr>
              <a:t>ou simplesmente</a:t>
            </a:r>
            <a:r>
              <a:rPr sz="3350" i="1" spc="-160" dirty="0">
                <a:latin typeface="Verdana"/>
                <a:cs typeface="Verdana"/>
              </a:rPr>
              <a:t> </a:t>
            </a:r>
            <a:r>
              <a:rPr sz="3350" i="1" spc="-375" dirty="0">
                <a:latin typeface="Verdana"/>
                <a:cs typeface="Verdana"/>
              </a:rPr>
              <a:t>podem</a:t>
            </a:r>
            <a:r>
              <a:rPr sz="3350" i="1" spc="-160" dirty="0">
                <a:latin typeface="Verdana"/>
                <a:cs typeface="Verdana"/>
              </a:rPr>
              <a:t> </a:t>
            </a:r>
            <a:r>
              <a:rPr sz="3350" i="1" spc="-295" dirty="0">
                <a:latin typeface="Verdana"/>
                <a:cs typeface="Verdana"/>
              </a:rPr>
              <a:t>fazer</a:t>
            </a:r>
            <a:r>
              <a:rPr sz="3350" i="1" spc="-165" dirty="0">
                <a:latin typeface="Verdana"/>
                <a:cs typeface="Verdana"/>
              </a:rPr>
              <a:t> </a:t>
            </a:r>
            <a:r>
              <a:rPr sz="3350" i="1" spc="-315" dirty="0">
                <a:latin typeface="Verdana"/>
                <a:cs typeface="Verdana"/>
              </a:rPr>
              <a:t>parte</a:t>
            </a:r>
            <a:r>
              <a:rPr sz="3350" i="1" spc="-160" dirty="0">
                <a:latin typeface="Verdana"/>
                <a:cs typeface="Verdana"/>
              </a:rPr>
              <a:t> </a:t>
            </a:r>
            <a:r>
              <a:rPr sz="3350" i="1" spc="-365" dirty="0">
                <a:latin typeface="Verdana"/>
                <a:cs typeface="Verdana"/>
              </a:rPr>
              <a:t>da </a:t>
            </a:r>
            <a:r>
              <a:rPr sz="3350" i="1" spc="-340" dirty="0">
                <a:latin typeface="Verdana"/>
                <a:cs typeface="Verdana"/>
              </a:rPr>
              <a:t>chave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325" dirty="0">
                <a:latin typeface="Verdana"/>
                <a:cs typeface="Verdana"/>
              </a:rPr>
              <a:t>primária.</a:t>
            </a:r>
            <a:endParaRPr sz="33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83198" y="5817109"/>
            <a:ext cx="2849245" cy="803275"/>
            <a:chOff x="4403597" y="5817108"/>
            <a:chExt cx="2849245" cy="803275"/>
          </a:xfrm>
        </p:grpSpPr>
        <p:sp>
          <p:nvSpPr>
            <p:cNvPr id="5" name="object 5"/>
            <p:cNvSpPr/>
            <p:nvPr/>
          </p:nvSpPr>
          <p:spPr>
            <a:xfrm>
              <a:off x="4422647" y="5919215"/>
              <a:ext cx="1407160" cy="568960"/>
            </a:xfrm>
            <a:custGeom>
              <a:avLst/>
              <a:gdLst/>
              <a:ahLst/>
              <a:cxnLst/>
              <a:rect l="l" t="t" r="r" b="b"/>
              <a:pathLst>
                <a:path w="1407160" h="568960">
                  <a:moveTo>
                    <a:pt x="704087" y="0"/>
                  </a:moveTo>
                  <a:lnTo>
                    <a:pt x="636316" y="1308"/>
                  </a:lnTo>
                  <a:lnTo>
                    <a:pt x="570360" y="5154"/>
                  </a:lnTo>
                  <a:lnTo>
                    <a:pt x="506513" y="11415"/>
                  </a:lnTo>
                  <a:lnTo>
                    <a:pt x="445074" y="19971"/>
                  </a:lnTo>
                  <a:lnTo>
                    <a:pt x="386337" y="30701"/>
                  </a:lnTo>
                  <a:lnTo>
                    <a:pt x="330598" y="43484"/>
                  </a:lnTo>
                  <a:lnTo>
                    <a:pt x="278154" y="58199"/>
                  </a:lnTo>
                  <a:lnTo>
                    <a:pt x="229299" y="74725"/>
                  </a:lnTo>
                  <a:lnTo>
                    <a:pt x="184331" y="92941"/>
                  </a:lnTo>
                  <a:lnTo>
                    <a:pt x="143545" y="112725"/>
                  </a:lnTo>
                  <a:lnTo>
                    <a:pt x="107237" y="133958"/>
                  </a:lnTo>
                  <a:lnTo>
                    <a:pt x="75703" y="156518"/>
                  </a:lnTo>
                  <a:lnTo>
                    <a:pt x="28141" y="205134"/>
                  </a:lnTo>
                  <a:lnTo>
                    <a:pt x="3225" y="257607"/>
                  </a:lnTo>
                  <a:lnTo>
                    <a:pt x="0" y="284987"/>
                  </a:lnTo>
                  <a:lnTo>
                    <a:pt x="3225" y="312352"/>
                  </a:lnTo>
                  <a:lnTo>
                    <a:pt x="28141" y="364715"/>
                  </a:lnTo>
                  <a:lnTo>
                    <a:pt x="75703" y="413139"/>
                  </a:lnTo>
                  <a:lnTo>
                    <a:pt x="107237" y="435582"/>
                  </a:lnTo>
                  <a:lnTo>
                    <a:pt x="143545" y="456687"/>
                  </a:lnTo>
                  <a:lnTo>
                    <a:pt x="184331" y="476340"/>
                  </a:lnTo>
                  <a:lnTo>
                    <a:pt x="229299" y="494421"/>
                  </a:lnTo>
                  <a:lnTo>
                    <a:pt x="278154" y="510814"/>
                  </a:lnTo>
                  <a:lnTo>
                    <a:pt x="330598" y="525402"/>
                  </a:lnTo>
                  <a:lnTo>
                    <a:pt x="386337" y="538068"/>
                  </a:lnTo>
                  <a:lnTo>
                    <a:pt x="445074" y="548693"/>
                  </a:lnTo>
                  <a:lnTo>
                    <a:pt x="506513" y="557162"/>
                  </a:lnTo>
                  <a:lnTo>
                    <a:pt x="570360" y="563356"/>
                  </a:lnTo>
                  <a:lnTo>
                    <a:pt x="636316" y="567158"/>
                  </a:lnTo>
                  <a:lnTo>
                    <a:pt x="704087" y="568451"/>
                  </a:lnTo>
                  <a:lnTo>
                    <a:pt x="771605" y="567158"/>
                  </a:lnTo>
                  <a:lnTo>
                    <a:pt x="837338" y="563356"/>
                  </a:lnTo>
                  <a:lnTo>
                    <a:pt x="900989" y="557162"/>
                  </a:lnTo>
                  <a:lnTo>
                    <a:pt x="962259" y="548693"/>
                  </a:lnTo>
                  <a:lnTo>
                    <a:pt x="1020850" y="538068"/>
                  </a:lnTo>
                  <a:lnTo>
                    <a:pt x="1076466" y="525402"/>
                  </a:lnTo>
                  <a:lnTo>
                    <a:pt x="1128808" y="510814"/>
                  </a:lnTo>
                  <a:lnTo>
                    <a:pt x="1177578" y="494421"/>
                  </a:lnTo>
                  <a:lnTo>
                    <a:pt x="1222479" y="476340"/>
                  </a:lnTo>
                  <a:lnTo>
                    <a:pt x="1263212" y="456687"/>
                  </a:lnTo>
                  <a:lnTo>
                    <a:pt x="1299481" y="435582"/>
                  </a:lnTo>
                  <a:lnTo>
                    <a:pt x="1330987" y="413139"/>
                  </a:lnTo>
                  <a:lnTo>
                    <a:pt x="1378519" y="364715"/>
                  </a:lnTo>
                  <a:lnTo>
                    <a:pt x="1403426" y="312352"/>
                  </a:lnTo>
                  <a:lnTo>
                    <a:pt x="1406651" y="284987"/>
                  </a:lnTo>
                  <a:lnTo>
                    <a:pt x="1403426" y="257607"/>
                  </a:lnTo>
                  <a:lnTo>
                    <a:pt x="1378519" y="205134"/>
                  </a:lnTo>
                  <a:lnTo>
                    <a:pt x="1330987" y="156518"/>
                  </a:lnTo>
                  <a:lnTo>
                    <a:pt x="1299481" y="133958"/>
                  </a:lnTo>
                  <a:lnTo>
                    <a:pt x="1263212" y="112725"/>
                  </a:lnTo>
                  <a:lnTo>
                    <a:pt x="1222479" y="92941"/>
                  </a:lnTo>
                  <a:lnTo>
                    <a:pt x="1177578" y="74725"/>
                  </a:lnTo>
                  <a:lnTo>
                    <a:pt x="1128808" y="58199"/>
                  </a:lnTo>
                  <a:lnTo>
                    <a:pt x="1076466" y="43484"/>
                  </a:lnTo>
                  <a:lnTo>
                    <a:pt x="1020850" y="30701"/>
                  </a:lnTo>
                  <a:lnTo>
                    <a:pt x="962259" y="19971"/>
                  </a:lnTo>
                  <a:lnTo>
                    <a:pt x="900989" y="11415"/>
                  </a:lnTo>
                  <a:lnTo>
                    <a:pt x="837338" y="5154"/>
                  </a:lnTo>
                  <a:lnTo>
                    <a:pt x="771605" y="1308"/>
                  </a:lnTo>
                  <a:lnTo>
                    <a:pt x="704087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81116" y="5817108"/>
              <a:ext cx="1371600" cy="803275"/>
            </a:xfrm>
            <a:custGeom>
              <a:avLst/>
              <a:gdLst/>
              <a:ahLst/>
              <a:cxnLst/>
              <a:rect l="l" t="t" r="r" b="b"/>
              <a:pathLst>
                <a:path w="1371600" h="803275">
                  <a:moveTo>
                    <a:pt x="1333500" y="531876"/>
                  </a:moveTo>
                  <a:lnTo>
                    <a:pt x="1333500" y="440436"/>
                  </a:lnTo>
                  <a:lnTo>
                    <a:pt x="1320800" y="460248"/>
                  </a:lnTo>
                  <a:lnTo>
                    <a:pt x="1320800" y="478536"/>
                  </a:lnTo>
                  <a:lnTo>
                    <a:pt x="1308100" y="496824"/>
                  </a:lnTo>
                  <a:lnTo>
                    <a:pt x="1295400" y="513588"/>
                  </a:lnTo>
                  <a:lnTo>
                    <a:pt x="1295400" y="531876"/>
                  </a:lnTo>
                  <a:lnTo>
                    <a:pt x="1282700" y="548640"/>
                  </a:lnTo>
                  <a:lnTo>
                    <a:pt x="1270000" y="563880"/>
                  </a:lnTo>
                  <a:lnTo>
                    <a:pt x="1244600" y="580644"/>
                  </a:lnTo>
                  <a:lnTo>
                    <a:pt x="1231900" y="595884"/>
                  </a:lnTo>
                  <a:lnTo>
                    <a:pt x="1219200" y="609600"/>
                  </a:lnTo>
                  <a:lnTo>
                    <a:pt x="1193800" y="624840"/>
                  </a:lnTo>
                  <a:lnTo>
                    <a:pt x="1181100" y="638556"/>
                  </a:lnTo>
                  <a:lnTo>
                    <a:pt x="1155700" y="650748"/>
                  </a:lnTo>
                  <a:lnTo>
                    <a:pt x="1143000" y="662940"/>
                  </a:lnTo>
                  <a:lnTo>
                    <a:pt x="1092200" y="687324"/>
                  </a:lnTo>
                  <a:lnTo>
                    <a:pt x="1066800" y="697992"/>
                  </a:lnTo>
                  <a:lnTo>
                    <a:pt x="990600" y="725424"/>
                  </a:lnTo>
                  <a:lnTo>
                    <a:pt x="965200" y="733044"/>
                  </a:lnTo>
                  <a:lnTo>
                    <a:pt x="927100" y="740664"/>
                  </a:lnTo>
                  <a:lnTo>
                    <a:pt x="901700" y="746760"/>
                  </a:lnTo>
                  <a:lnTo>
                    <a:pt x="876300" y="751332"/>
                  </a:lnTo>
                  <a:lnTo>
                    <a:pt x="838200" y="757428"/>
                  </a:lnTo>
                  <a:lnTo>
                    <a:pt x="812800" y="760476"/>
                  </a:lnTo>
                  <a:lnTo>
                    <a:pt x="749300" y="766572"/>
                  </a:lnTo>
                  <a:lnTo>
                    <a:pt x="711200" y="766572"/>
                  </a:lnTo>
                  <a:lnTo>
                    <a:pt x="685800" y="768096"/>
                  </a:lnTo>
                  <a:lnTo>
                    <a:pt x="647700" y="766572"/>
                  </a:lnTo>
                  <a:lnTo>
                    <a:pt x="609600" y="766572"/>
                  </a:lnTo>
                  <a:lnTo>
                    <a:pt x="584200" y="763524"/>
                  </a:lnTo>
                  <a:lnTo>
                    <a:pt x="546100" y="760476"/>
                  </a:lnTo>
                  <a:lnTo>
                    <a:pt x="520700" y="755904"/>
                  </a:lnTo>
                  <a:lnTo>
                    <a:pt x="457200" y="746760"/>
                  </a:lnTo>
                  <a:lnTo>
                    <a:pt x="431800" y="739140"/>
                  </a:lnTo>
                  <a:lnTo>
                    <a:pt x="406400" y="733044"/>
                  </a:lnTo>
                  <a:lnTo>
                    <a:pt x="368300" y="725424"/>
                  </a:lnTo>
                  <a:lnTo>
                    <a:pt x="317500" y="707136"/>
                  </a:lnTo>
                  <a:lnTo>
                    <a:pt x="241300" y="675132"/>
                  </a:lnTo>
                  <a:lnTo>
                    <a:pt x="228600" y="662940"/>
                  </a:lnTo>
                  <a:lnTo>
                    <a:pt x="203200" y="650748"/>
                  </a:lnTo>
                  <a:lnTo>
                    <a:pt x="177800" y="637032"/>
                  </a:lnTo>
                  <a:lnTo>
                    <a:pt x="165100" y="623316"/>
                  </a:lnTo>
                  <a:lnTo>
                    <a:pt x="139700" y="609600"/>
                  </a:lnTo>
                  <a:lnTo>
                    <a:pt x="101600" y="563880"/>
                  </a:lnTo>
                  <a:lnTo>
                    <a:pt x="76200" y="547116"/>
                  </a:lnTo>
                  <a:lnTo>
                    <a:pt x="63500" y="530352"/>
                  </a:lnTo>
                  <a:lnTo>
                    <a:pt x="63500" y="513588"/>
                  </a:lnTo>
                  <a:lnTo>
                    <a:pt x="38100" y="477012"/>
                  </a:lnTo>
                  <a:lnTo>
                    <a:pt x="38100" y="458724"/>
                  </a:lnTo>
                  <a:lnTo>
                    <a:pt x="25400" y="438912"/>
                  </a:lnTo>
                  <a:lnTo>
                    <a:pt x="25400" y="289560"/>
                  </a:lnTo>
                  <a:lnTo>
                    <a:pt x="12700" y="310896"/>
                  </a:lnTo>
                  <a:lnTo>
                    <a:pt x="0" y="353568"/>
                  </a:lnTo>
                  <a:lnTo>
                    <a:pt x="0" y="466344"/>
                  </a:lnTo>
                  <a:lnTo>
                    <a:pt x="12700" y="487680"/>
                  </a:lnTo>
                  <a:lnTo>
                    <a:pt x="12700" y="509016"/>
                  </a:lnTo>
                  <a:lnTo>
                    <a:pt x="38100" y="548640"/>
                  </a:lnTo>
                  <a:lnTo>
                    <a:pt x="63500" y="585216"/>
                  </a:lnTo>
                  <a:lnTo>
                    <a:pt x="88900" y="603504"/>
                  </a:lnTo>
                  <a:lnTo>
                    <a:pt x="101600" y="620268"/>
                  </a:lnTo>
                  <a:lnTo>
                    <a:pt x="114300" y="635508"/>
                  </a:lnTo>
                  <a:lnTo>
                    <a:pt x="139700" y="652272"/>
                  </a:lnTo>
                  <a:lnTo>
                    <a:pt x="177800" y="679704"/>
                  </a:lnTo>
                  <a:lnTo>
                    <a:pt x="203200" y="693420"/>
                  </a:lnTo>
                  <a:lnTo>
                    <a:pt x="254000" y="717804"/>
                  </a:lnTo>
                  <a:lnTo>
                    <a:pt x="330200" y="749808"/>
                  </a:lnTo>
                  <a:lnTo>
                    <a:pt x="368300" y="757428"/>
                  </a:lnTo>
                  <a:lnTo>
                    <a:pt x="393700" y="766572"/>
                  </a:lnTo>
                  <a:lnTo>
                    <a:pt x="482600" y="786384"/>
                  </a:lnTo>
                  <a:lnTo>
                    <a:pt x="546100" y="795528"/>
                  </a:lnTo>
                  <a:lnTo>
                    <a:pt x="584200" y="798576"/>
                  </a:lnTo>
                  <a:lnTo>
                    <a:pt x="673100" y="803148"/>
                  </a:lnTo>
                  <a:lnTo>
                    <a:pt x="711200" y="801624"/>
                  </a:lnTo>
                  <a:lnTo>
                    <a:pt x="749300" y="801624"/>
                  </a:lnTo>
                  <a:lnTo>
                    <a:pt x="787400" y="798576"/>
                  </a:lnTo>
                  <a:lnTo>
                    <a:pt x="876300" y="786384"/>
                  </a:lnTo>
                  <a:lnTo>
                    <a:pt x="939800" y="774192"/>
                  </a:lnTo>
                  <a:lnTo>
                    <a:pt x="965200" y="766572"/>
                  </a:lnTo>
                  <a:lnTo>
                    <a:pt x="1003300" y="758952"/>
                  </a:lnTo>
                  <a:lnTo>
                    <a:pt x="1054100" y="740664"/>
                  </a:lnTo>
                  <a:lnTo>
                    <a:pt x="1104900" y="719328"/>
                  </a:lnTo>
                  <a:lnTo>
                    <a:pt x="1155700" y="694944"/>
                  </a:lnTo>
                  <a:lnTo>
                    <a:pt x="1193800" y="667512"/>
                  </a:lnTo>
                  <a:lnTo>
                    <a:pt x="1219200" y="652272"/>
                  </a:lnTo>
                  <a:lnTo>
                    <a:pt x="1244600" y="638556"/>
                  </a:lnTo>
                  <a:lnTo>
                    <a:pt x="1270000" y="605028"/>
                  </a:lnTo>
                  <a:lnTo>
                    <a:pt x="1295400" y="588264"/>
                  </a:lnTo>
                  <a:lnTo>
                    <a:pt x="1320800" y="551688"/>
                  </a:lnTo>
                  <a:lnTo>
                    <a:pt x="1333500" y="531876"/>
                  </a:lnTo>
                  <a:close/>
                </a:path>
                <a:path w="1371600" h="803275">
                  <a:moveTo>
                    <a:pt x="1358900" y="470916"/>
                  </a:moveTo>
                  <a:lnTo>
                    <a:pt x="1358900" y="335280"/>
                  </a:lnTo>
                  <a:lnTo>
                    <a:pt x="1346200" y="315468"/>
                  </a:lnTo>
                  <a:lnTo>
                    <a:pt x="1346200" y="294132"/>
                  </a:lnTo>
                  <a:lnTo>
                    <a:pt x="1333500" y="272796"/>
                  </a:lnTo>
                  <a:lnTo>
                    <a:pt x="1320800" y="252984"/>
                  </a:lnTo>
                  <a:lnTo>
                    <a:pt x="1295400" y="216408"/>
                  </a:lnTo>
                  <a:lnTo>
                    <a:pt x="1257300" y="182880"/>
                  </a:lnTo>
                  <a:lnTo>
                    <a:pt x="1244600" y="166116"/>
                  </a:lnTo>
                  <a:lnTo>
                    <a:pt x="1206500" y="135636"/>
                  </a:lnTo>
                  <a:lnTo>
                    <a:pt x="1155700" y="108204"/>
                  </a:lnTo>
                  <a:lnTo>
                    <a:pt x="1104900" y="83820"/>
                  </a:lnTo>
                  <a:lnTo>
                    <a:pt x="1054100" y="62484"/>
                  </a:lnTo>
                  <a:lnTo>
                    <a:pt x="1003300" y="44196"/>
                  </a:lnTo>
                  <a:lnTo>
                    <a:pt x="965200" y="36576"/>
                  </a:lnTo>
                  <a:lnTo>
                    <a:pt x="914400" y="21336"/>
                  </a:lnTo>
                  <a:lnTo>
                    <a:pt x="876300" y="16764"/>
                  </a:lnTo>
                  <a:lnTo>
                    <a:pt x="850900" y="10668"/>
                  </a:lnTo>
                  <a:lnTo>
                    <a:pt x="812800" y="7620"/>
                  </a:lnTo>
                  <a:lnTo>
                    <a:pt x="787400" y="3048"/>
                  </a:lnTo>
                  <a:lnTo>
                    <a:pt x="711200" y="0"/>
                  </a:lnTo>
                  <a:lnTo>
                    <a:pt x="647700" y="0"/>
                  </a:lnTo>
                  <a:lnTo>
                    <a:pt x="584200" y="3048"/>
                  </a:lnTo>
                  <a:lnTo>
                    <a:pt x="482600" y="15240"/>
                  </a:lnTo>
                  <a:lnTo>
                    <a:pt x="457200" y="21336"/>
                  </a:lnTo>
                  <a:lnTo>
                    <a:pt x="419100" y="27432"/>
                  </a:lnTo>
                  <a:lnTo>
                    <a:pt x="393700" y="35052"/>
                  </a:lnTo>
                  <a:lnTo>
                    <a:pt x="368300" y="44196"/>
                  </a:lnTo>
                  <a:lnTo>
                    <a:pt x="330200" y="51816"/>
                  </a:lnTo>
                  <a:lnTo>
                    <a:pt x="254000" y="83820"/>
                  </a:lnTo>
                  <a:lnTo>
                    <a:pt x="228600" y="96012"/>
                  </a:lnTo>
                  <a:lnTo>
                    <a:pt x="190500" y="120396"/>
                  </a:lnTo>
                  <a:lnTo>
                    <a:pt x="165100" y="134112"/>
                  </a:lnTo>
                  <a:lnTo>
                    <a:pt x="127000" y="164592"/>
                  </a:lnTo>
                  <a:lnTo>
                    <a:pt x="101600" y="179832"/>
                  </a:lnTo>
                  <a:lnTo>
                    <a:pt x="76200" y="213360"/>
                  </a:lnTo>
                  <a:lnTo>
                    <a:pt x="50800" y="231648"/>
                  </a:lnTo>
                  <a:lnTo>
                    <a:pt x="38100" y="249936"/>
                  </a:lnTo>
                  <a:lnTo>
                    <a:pt x="25400" y="269748"/>
                  </a:lnTo>
                  <a:lnTo>
                    <a:pt x="25400" y="381000"/>
                  </a:lnTo>
                  <a:lnTo>
                    <a:pt x="38100" y="361188"/>
                  </a:lnTo>
                  <a:lnTo>
                    <a:pt x="38100" y="324612"/>
                  </a:lnTo>
                  <a:lnTo>
                    <a:pt x="63500" y="288036"/>
                  </a:lnTo>
                  <a:lnTo>
                    <a:pt x="101600" y="237744"/>
                  </a:lnTo>
                  <a:lnTo>
                    <a:pt x="139700" y="192024"/>
                  </a:lnTo>
                  <a:lnTo>
                    <a:pt x="165100" y="178308"/>
                  </a:lnTo>
                  <a:lnTo>
                    <a:pt x="203200" y="150876"/>
                  </a:lnTo>
                  <a:lnTo>
                    <a:pt x="228600" y="138684"/>
                  </a:lnTo>
                  <a:lnTo>
                    <a:pt x="241300" y="126492"/>
                  </a:lnTo>
                  <a:lnTo>
                    <a:pt x="317500" y="94488"/>
                  </a:lnTo>
                  <a:lnTo>
                    <a:pt x="342900" y="85344"/>
                  </a:lnTo>
                  <a:lnTo>
                    <a:pt x="368300" y="77724"/>
                  </a:lnTo>
                  <a:lnTo>
                    <a:pt x="406400" y="70104"/>
                  </a:lnTo>
                  <a:lnTo>
                    <a:pt x="431800" y="62484"/>
                  </a:lnTo>
                  <a:lnTo>
                    <a:pt x="482600" y="50292"/>
                  </a:lnTo>
                  <a:lnTo>
                    <a:pt x="520700" y="45720"/>
                  </a:lnTo>
                  <a:lnTo>
                    <a:pt x="546100" y="41148"/>
                  </a:lnTo>
                  <a:lnTo>
                    <a:pt x="584200" y="38100"/>
                  </a:lnTo>
                  <a:lnTo>
                    <a:pt x="647700" y="35052"/>
                  </a:lnTo>
                  <a:lnTo>
                    <a:pt x="711200" y="35052"/>
                  </a:lnTo>
                  <a:lnTo>
                    <a:pt x="774700" y="38100"/>
                  </a:lnTo>
                  <a:lnTo>
                    <a:pt x="812800" y="41148"/>
                  </a:lnTo>
                  <a:lnTo>
                    <a:pt x="838200" y="45720"/>
                  </a:lnTo>
                  <a:lnTo>
                    <a:pt x="876300" y="50292"/>
                  </a:lnTo>
                  <a:lnTo>
                    <a:pt x="927100" y="62484"/>
                  </a:lnTo>
                  <a:lnTo>
                    <a:pt x="965200" y="70104"/>
                  </a:lnTo>
                  <a:lnTo>
                    <a:pt x="1016000" y="85344"/>
                  </a:lnTo>
                  <a:lnTo>
                    <a:pt x="1041400" y="94488"/>
                  </a:lnTo>
                  <a:lnTo>
                    <a:pt x="1117600" y="126492"/>
                  </a:lnTo>
                  <a:lnTo>
                    <a:pt x="1143000" y="138684"/>
                  </a:lnTo>
                  <a:lnTo>
                    <a:pt x="1155700" y="150876"/>
                  </a:lnTo>
                  <a:lnTo>
                    <a:pt x="1181100" y="164592"/>
                  </a:lnTo>
                  <a:lnTo>
                    <a:pt x="1219200" y="192024"/>
                  </a:lnTo>
                  <a:lnTo>
                    <a:pt x="1244600" y="222504"/>
                  </a:lnTo>
                  <a:lnTo>
                    <a:pt x="1270000" y="239268"/>
                  </a:lnTo>
                  <a:lnTo>
                    <a:pt x="1282700" y="254508"/>
                  </a:lnTo>
                  <a:lnTo>
                    <a:pt x="1295400" y="271272"/>
                  </a:lnTo>
                  <a:lnTo>
                    <a:pt x="1308100" y="289560"/>
                  </a:lnTo>
                  <a:lnTo>
                    <a:pt x="1308100" y="306324"/>
                  </a:lnTo>
                  <a:lnTo>
                    <a:pt x="1320800" y="326136"/>
                  </a:lnTo>
                  <a:lnTo>
                    <a:pt x="1333500" y="362712"/>
                  </a:lnTo>
                  <a:lnTo>
                    <a:pt x="1333500" y="531876"/>
                  </a:lnTo>
                  <a:lnTo>
                    <a:pt x="1346200" y="492252"/>
                  </a:lnTo>
                  <a:lnTo>
                    <a:pt x="1358900" y="470916"/>
                  </a:lnTo>
                  <a:close/>
                </a:path>
                <a:path w="1371600" h="803275">
                  <a:moveTo>
                    <a:pt x="76200" y="449580"/>
                  </a:moveTo>
                  <a:lnTo>
                    <a:pt x="76200" y="336804"/>
                  </a:lnTo>
                  <a:lnTo>
                    <a:pt x="63500" y="353568"/>
                  </a:lnTo>
                  <a:lnTo>
                    <a:pt x="63500" y="434340"/>
                  </a:lnTo>
                  <a:lnTo>
                    <a:pt x="76200" y="449580"/>
                  </a:lnTo>
                  <a:close/>
                </a:path>
                <a:path w="1371600" h="803275">
                  <a:moveTo>
                    <a:pt x="1244600" y="321564"/>
                  </a:moveTo>
                  <a:lnTo>
                    <a:pt x="1244600" y="260604"/>
                  </a:lnTo>
                  <a:lnTo>
                    <a:pt x="1206500" y="233172"/>
                  </a:lnTo>
                  <a:lnTo>
                    <a:pt x="1181100" y="205740"/>
                  </a:lnTo>
                  <a:lnTo>
                    <a:pt x="1143000" y="181356"/>
                  </a:lnTo>
                  <a:lnTo>
                    <a:pt x="1117600" y="169164"/>
                  </a:lnTo>
                  <a:lnTo>
                    <a:pt x="1079500" y="147828"/>
                  </a:lnTo>
                  <a:lnTo>
                    <a:pt x="1003300" y="118872"/>
                  </a:lnTo>
                  <a:lnTo>
                    <a:pt x="927100" y="96012"/>
                  </a:lnTo>
                  <a:lnTo>
                    <a:pt x="863600" y="85344"/>
                  </a:lnTo>
                  <a:lnTo>
                    <a:pt x="800100" y="76200"/>
                  </a:lnTo>
                  <a:lnTo>
                    <a:pt x="774700" y="73152"/>
                  </a:lnTo>
                  <a:lnTo>
                    <a:pt x="749300" y="71628"/>
                  </a:lnTo>
                  <a:lnTo>
                    <a:pt x="711200" y="70104"/>
                  </a:lnTo>
                  <a:lnTo>
                    <a:pt x="685800" y="68580"/>
                  </a:lnTo>
                  <a:lnTo>
                    <a:pt x="584200" y="73152"/>
                  </a:lnTo>
                  <a:lnTo>
                    <a:pt x="520700" y="80772"/>
                  </a:lnTo>
                  <a:lnTo>
                    <a:pt x="469900" y="89916"/>
                  </a:lnTo>
                  <a:lnTo>
                    <a:pt x="431800" y="96012"/>
                  </a:lnTo>
                  <a:lnTo>
                    <a:pt x="355600" y="118872"/>
                  </a:lnTo>
                  <a:lnTo>
                    <a:pt x="304800" y="137160"/>
                  </a:lnTo>
                  <a:lnTo>
                    <a:pt x="266700" y="158496"/>
                  </a:lnTo>
                  <a:lnTo>
                    <a:pt x="241300" y="169164"/>
                  </a:lnTo>
                  <a:lnTo>
                    <a:pt x="203200" y="193548"/>
                  </a:lnTo>
                  <a:lnTo>
                    <a:pt x="177800" y="205740"/>
                  </a:lnTo>
                  <a:lnTo>
                    <a:pt x="139700" y="246888"/>
                  </a:lnTo>
                  <a:lnTo>
                    <a:pt x="127000" y="262128"/>
                  </a:lnTo>
                  <a:lnTo>
                    <a:pt x="114300" y="275844"/>
                  </a:lnTo>
                  <a:lnTo>
                    <a:pt x="76200" y="321564"/>
                  </a:lnTo>
                  <a:lnTo>
                    <a:pt x="76200" y="481584"/>
                  </a:lnTo>
                  <a:lnTo>
                    <a:pt x="101600" y="512064"/>
                  </a:lnTo>
                  <a:lnTo>
                    <a:pt x="101600" y="350520"/>
                  </a:lnTo>
                  <a:lnTo>
                    <a:pt x="114300" y="338328"/>
                  </a:lnTo>
                  <a:lnTo>
                    <a:pt x="127000" y="310896"/>
                  </a:lnTo>
                  <a:lnTo>
                    <a:pt x="139700" y="298704"/>
                  </a:lnTo>
                  <a:lnTo>
                    <a:pt x="152400" y="284988"/>
                  </a:lnTo>
                  <a:lnTo>
                    <a:pt x="165100" y="272796"/>
                  </a:lnTo>
                  <a:lnTo>
                    <a:pt x="177800" y="259080"/>
                  </a:lnTo>
                  <a:lnTo>
                    <a:pt x="215900" y="222504"/>
                  </a:lnTo>
                  <a:lnTo>
                    <a:pt x="292100" y="179832"/>
                  </a:lnTo>
                  <a:lnTo>
                    <a:pt x="368300" y="152400"/>
                  </a:lnTo>
                  <a:lnTo>
                    <a:pt x="419100" y="137160"/>
                  </a:lnTo>
                  <a:lnTo>
                    <a:pt x="495300" y="118872"/>
                  </a:lnTo>
                  <a:lnTo>
                    <a:pt x="584200" y="108204"/>
                  </a:lnTo>
                  <a:lnTo>
                    <a:pt x="647700" y="105156"/>
                  </a:lnTo>
                  <a:lnTo>
                    <a:pt x="685800" y="103632"/>
                  </a:lnTo>
                  <a:lnTo>
                    <a:pt x="774700" y="108204"/>
                  </a:lnTo>
                  <a:lnTo>
                    <a:pt x="863600" y="118872"/>
                  </a:lnTo>
                  <a:lnTo>
                    <a:pt x="914400" y="129540"/>
                  </a:lnTo>
                  <a:lnTo>
                    <a:pt x="1016000" y="160020"/>
                  </a:lnTo>
                  <a:lnTo>
                    <a:pt x="1066800" y="178308"/>
                  </a:lnTo>
                  <a:lnTo>
                    <a:pt x="1079500" y="188976"/>
                  </a:lnTo>
                  <a:lnTo>
                    <a:pt x="1104900" y="199644"/>
                  </a:lnTo>
                  <a:lnTo>
                    <a:pt x="1117600" y="210312"/>
                  </a:lnTo>
                  <a:lnTo>
                    <a:pt x="1143000" y="222504"/>
                  </a:lnTo>
                  <a:lnTo>
                    <a:pt x="1155700" y="233172"/>
                  </a:lnTo>
                  <a:lnTo>
                    <a:pt x="1168400" y="245364"/>
                  </a:lnTo>
                  <a:lnTo>
                    <a:pt x="1206500" y="269748"/>
                  </a:lnTo>
                  <a:lnTo>
                    <a:pt x="1206500" y="283464"/>
                  </a:lnTo>
                  <a:lnTo>
                    <a:pt x="1231900" y="307848"/>
                  </a:lnTo>
                  <a:lnTo>
                    <a:pt x="1244600" y="321564"/>
                  </a:lnTo>
                  <a:close/>
                </a:path>
                <a:path w="1371600" h="803275">
                  <a:moveTo>
                    <a:pt x="1257300" y="525780"/>
                  </a:moveTo>
                  <a:lnTo>
                    <a:pt x="1257300" y="451104"/>
                  </a:lnTo>
                  <a:lnTo>
                    <a:pt x="1244600" y="464820"/>
                  </a:lnTo>
                  <a:lnTo>
                    <a:pt x="1244600" y="477012"/>
                  </a:lnTo>
                  <a:lnTo>
                    <a:pt x="1231900" y="490728"/>
                  </a:lnTo>
                  <a:lnTo>
                    <a:pt x="1219200" y="502920"/>
                  </a:lnTo>
                  <a:lnTo>
                    <a:pt x="1219200" y="516636"/>
                  </a:lnTo>
                  <a:lnTo>
                    <a:pt x="1206500" y="530352"/>
                  </a:lnTo>
                  <a:lnTo>
                    <a:pt x="1168400" y="554736"/>
                  </a:lnTo>
                  <a:lnTo>
                    <a:pt x="1130300" y="591312"/>
                  </a:lnTo>
                  <a:lnTo>
                    <a:pt x="1079500" y="612648"/>
                  </a:lnTo>
                  <a:lnTo>
                    <a:pt x="1066800" y="623316"/>
                  </a:lnTo>
                  <a:lnTo>
                    <a:pt x="1016000" y="641604"/>
                  </a:lnTo>
                  <a:lnTo>
                    <a:pt x="990600" y="649224"/>
                  </a:lnTo>
                  <a:lnTo>
                    <a:pt x="965200" y="658368"/>
                  </a:lnTo>
                  <a:lnTo>
                    <a:pt x="939800" y="664464"/>
                  </a:lnTo>
                  <a:lnTo>
                    <a:pt x="914400" y="672084"/>
                  </a:lnTo>
                  <a:lnTo>
                    <a:pt x="889000" y="678180"/>
                  </a:lnTo>
                  <a:lnTo>
                    <a:pt x="838200" y="687324"/>
                  </a:lnTo>
                  <a:lnTo>
                    <a:pt x="800100" y="691896"/>
                  </a:lnTo>
                  <a:lnTo>
                    <a:pt x="774700" y="693420"/>
                  </a:lnTo>
                  <a:lnTo>
                    <a:pt x="749300" y="696468"/>
                  </a:lnTo>
                  <a:lnTo>
                    <a:pt x="711200" y="697992"/>
                  </a:lnTo>
                  <a:lnTo>
                    <a:pt x="647700" y="697992"/>
                  </a:lnTo>
                  <a:lnTo>
                    <a:pt x="584200" y="694944"/>
                  </a:lnTo>
                  <a:lnTo>
                    <a:pt x="495300" y="682752"/>
                  </a:lnTo>
                  <a:lnTo>
                    <a:pt x="419100" y="665988"/>
                  </a:lnTo>
                  <a:lnTo>
                    <a:pt x="368300" y="650748"/>
                  </a:lnTo>
                  <a:lnTo>
                    <a:pt x="304800" y="623316"/>
                  </a:lnTo>
                  <a:lnTo>
                    <a:pt x="279400" y="612648"/>
                  </a:lnTo>
                  <a:lnTo>
                    <a:pt x="241300" y="591312"/>
                  </a:lnTo>
                  <a:lnTo>
                    <a:pt x="215900" y="580644"/>
                  </a:lnTo>
                  <a:lnTo>
                    <a:pt x="152400" y="519684"/>
                  </a:lnTo>
                  <a:lnTo>
                    <a:pt x="139700" y="505968"/>
                  </a:lnTo>
                  <a:lnTo>
                    <a:pt x="127000" y="493776"/>
                  </a:lnTo>
                  <a:lnTo>
                    <a:pt x="127000" y="481584"/>
                  </a:lnTo>
                  <a:lnTo>
                    <a:pt x="114300" y="467868"/>
                  </a:lnTo>
                  <a:lnTo>
                    <a:pt x="114300" y="455676"/>
                  </a:lnTo>
                  <a:lnTo>
                    <a:pt x="101600" y="441960"/>
                  </a:lnTo>
                  <a:lnTo>
                    <a:pt x="101600" y="512064"/>
                  </a:lnTo>
                  <a:lnTo>
                    <a:pt x="114300" y="527304"/>
                  </a:lnTo>
                  <a:lnTo>
                    <a:pt x="127000" y="541020"/>
                  </a:lnTo>
                  <a:lnTo>
                    <a:pt x="139700" y="556260"/>
                  </a:lnTo>
                  <a:lnTo>
                    <a:pt x="165100" y="583692"/>
                  </a:lnTo>
                  <a:lnTo>
                    <a:pt x="177800" y="595884"/>
                  </a:lnTo>
                  <a:lnTo>
                    <a:pt x="203200" y="609600"/>
                  </a:lnTo>
                  <a:lnTo>
                    <a:pt x="215900" y="621792"/>
                  </a:lnTo>
                  <a:lnTo>
                    <a:pt x="241300" y="632460"/>
                  </a:lnTo>
                  <a:lnTo>
                    <a:pt x="266700" y="644652"/>
                  </a:lnTo>
                  <a:lnTo>
                    <a:pt x="279400" y="655320"/>
                  </a:lnTo>
                  <a:lnTo>
                    <a:pt x="304800" y="664464"/>
                  </a:lnTo>
                  <a:lnTo>
                    <a:pt x="330200" y="675132"/>
                  </a:lnTo>
                  <a:lnTo>
                    <a:pt x="355600" y="682752"/>
                  </a:lnTo>
                  <a:lnTo>
                    <a:pt x="381000" y="691896"/>
                  </a:lnTo>
                  <a:lnTo>
                    <a:pt x="406400" y="699516"/>
                  </a:lnTo>
                  <a:lnTo>
                    <a:pt x="469900" y="711708"/>
                  </a:lnTo>
                  <a:lnTo>
                    <a:pt x="495300" y="717804"/>
                  </a:lnTo>
                  <a:lnTo>
                    <a:pt x="520700" y="722376"/>
                  </a:lnTo>
                  <a:lnTo>
                    <a:pt x="558800" y="725424"/>
                  </a:lnTo>
                  <a:lnTo>
                    <a:pt x="584200" y="728472"/>
                  </a:lnTo>
                  <a:lnTo>
                    <a:pt x="622300" y="731520"/>
                  </a:lnTo>
                  <a:lnTo>
                    <a:pt x="647700" y="733044"/>
                  </a:lnTo>
                  <a:lnTo>
                    <a:pt x="711200" y="733044"/>
                  </a:lnTo>
                  <a:lnTo>
                    <a:pt x="749300" y="731520"/>
                  </a:lnTo>
                  <a:lnTo>
                    <a:pt x="774700" y="728472"/>
                  </a:lnTo>
                  <a:lnTo>
                    <a:pt x="812800" y="725424"/>
                  </a:lnTo>
                  <a:lnTo>
                    <a:pt x="838200" y="722376"/>
                  </a:lnTo>
                  <a:lnTo>
                    <a:pt x="863600" y="717804"/>
                  </a:lnTo>
                  <a:lnTo>
                    <a:pt x="901700" y="711708"/>
                  </a:lnTo>
                  <a:lnTo>
                    <a:pt x="952500" y="699516"/>
                  </a:lnTo>
                  <a:lnTo>
                    <a:pt x="1079500" y="655320"/>
                  </a:lnTo>
                  <a:lnTo>
                    <a:pt x="1117600" y="632460"/>
                  </a:lnTo>
                  <a:lnTo>
                    <a:pt x="1155700" y="608076"/>
                  </a:lnTo>
                  <a:lnTo>
                    <a:pt x="1181100" y="595884"/>
                  </a:lnTo>
                  <a:lnTo>
                    <a:pt x="1193800" y="582168"/>
                  </a:lnTo>
                  <a:lnTo>
                    <a:pt x="1231900" y="554736"/>
                  </a:lnTo>
                  <a:lnTo>
                    <a:pt x="1244600" y="541020"/>
                  </a:lnTo>
                  <a:lnTo>
                    <a:pt x="1257300" y="525780"/>
                  </a:lnTo>
                  <a:close/>
                </a:path>
                <a:path w="1371600" h="803275">
                  <a:moveTo>
                    <a:pt x="1282700" y="480060"/>
                  </a:moveTo>
                  <a:lnTo>
                    <a:pt x="1282700" y="320040"/>
                  </a:lnTo>
                  <a:lnTo>
                    <a:pt x="1257300" y="289560"/>
                  </a:lnTo>
                  <a:lnTo>
                    <a:pt x="1244600" y="275844"/>
                  </a:lnTo>
                  <a:lnTo>
                    <a:pt x="1244600" y="333756"/>
                  </a:lnTo>
                  <a:lnTo>
                    <a:pt x="1257300" y="347472"/>
                  </a:lnTo>
                  <a:lnTo>
                    <a:pt x="1257300" y="510540"/>
                  </a:lnTo>
                  <a:lnTo>
                    <a:pt x="1282700" y="480060"/>
                  </a:lnTo>
                  <a:close/>
                </a:path>
                <a:path w="1371600" h="803275">
                  <a:moveTo>
                    <a:pt x="1295400" y="449580"/>
                  </a:moveTo>
                  <a:lnTo>
                    <a:pt x="1295400" y="367284"/>
                  </a:lnTo>
                  <a:lnTo>
                    <a:pt x="1282700" y="336804"/>
                  </a:lnTo>
                  <a:lnTo>
                    <a:pt x="1282700" y="464820"/>
                  </a:lnTo>
                  <a:lnTo>
                    <a:pt x="1295400" y="449580"/>
                  </a:lnTo>
                  <a:close/>
                </a:path>
                <a:path w="1371600" h="803275">
                  <a:moveTo>
                    <a:pt x="1371600" y="426720"/>
                  </a:moveTo>
                  <a:lnTo>
                    <a:pt x="1371600" y="381000"/>
                  </a:lnTo>
                  <a:lnTo>
                    <a:pt x="1358900" y="358140"/>
                  </a:lnTo>
                  <a:lnTo>
                    <a:pt x="1358900" y="448056"/>
                  </a:lnTo>
                  <a:lnTo>
                    <a:pt x="1371600" y="426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4348479" y="5917691"/>
            <a:ext cx="1545590" cy="706120"/>
          </a:xfrm>
          <a:custGeom>
            <a:avLst/>
            <a:gdLst/>
            <a:ahLst/>
            <a:cxnLst/>
            <a:rect l="l" t="t" r="r" b="b"/>
            <a:pathLst>
              <a:path w="1545589" h="706120">
                <a:moveTo>
                  <a:pt x="772667" y="0"/>
                </a:moveTo>
                <a:lnTo>
                  <a:pt x="709298" y="1173"/>
                </a:lnTo>
                <a:lnTo>
                  <a:pt x="647340" y="4632"/>
                </a:lnTo>
                <a:lnTo>
                  <a:pt x="586991" y="10286"/>
                </a:lnTo>
                <a:lnTo>
                  <a:pt x="528450" y="18044"/>
                </a:lnTo>
                <a:lnTo>
                  <a:pt x="471916" y="27812"/>
                </a:lnTo>
                <a:lnTo>
                  <a:pt x="417588" y="39502"/>
                </a:lnTo>
                <a:lnTo>
                  <a:pt x="365665" y="53019"/>
                </a:lnTo>
                <a:lnTo>
                  <a:pt x="316345" y="68275"/>
                </a:lnTo>
                <a:lnTo>
                  <a:pt x="269829" y="85176"/>
                </a:lnTo>
                <a:lnTo>
                  <a:pt x="226313" y="103631"/>
                </a:lnTo>
                <a:lnTo>
                  <a:pt x="185999" y="123550"/>
                </a:lnTo>
                <a:lnTo>
                  <a:pt x="149083" y="144840"/>
                </a:lnTo>
                <a:lnTo>
                  <a:pt x="115766" y="167411"/>
                </a:lnTo>
                <a:lnTo>
                  <a:pt x="60721" y="216026"/>
                </a:lnTo>
                <a:lnTo>
                  <a:pt x="22456" y="268665"/>
                </a:lnTo>
                <a:lnTo>
                  <a:pt x="2561" y="324596"/>
                </a:lnTo>
                <a:lnTo>
                  <a:pt x="0" y="353567"/>
                </a:lnTo>
                <a:lnTo>
                  <a:pt x="2561" y="382321"/>
                </a:lnTo>
                <a:lnTo>
                  <a:pt x="22456" y="437881"/>
                </a:lnTo>
                <a:lnTo>
                  <a:pt x="60721" y="490227"/>
                </a:lnTo>
                <a:lnTo>
                  <a:pt x="115766" y="538619"/>
                </a:lnTo>
                <a:lnTo>
                  <a:pt x="149083" y="561100"/>
                </a:lnTo>
                <a:lnTo>
                  <a:pt x="185999" y="582314"/>
                </a:lnTo>
                <a:lnTo>
                  <a:pt x="226313" y="602170"/>
                </a:lnTo>
                <a:lnTo>
                  <a:pt x="269829" y="620574"/>
                </a:lnTo>
                <a:lnTo>
                  <a:pt x="316345" y="637434"/>
                </a:lnTo>
                <a:lnTo>
                  <a:pt x="365665" y="652657"/>
                </a:lnTo>
                <a:lnTo>
                  <a:pt x="417588" y="666151"/>
                </a:lnTo>
                <a:lnTo>
                  <a:pt x="471916" y="677822"/>
                </a:lnTo>
                <a:lnTo>
                  <a:pt x="528450" y="687580"/>
                </a:lnTo>
                <a:lnTo>
                  <a:pt x="586991" y="695330"/>
                </a:lnTo>
                <a:lnTo>
                  <a:pt x="647340" y="700980"/>
                </a:lnTo>
                <a:lnTo>
                  <a:pt x="709298" y="704438"/>
                </a:lnTo>
                <a:lnTo>
                  <a:pt x="772667" y="705611"/>
                </a:lnTo>
                <a:lnTo>
                  <a:pt x="836037" y="704438"/>
                </a:lnTo>
                <a:lnTo>
                  <a:pt x="897995" y="700980"/>
                </a:lnTo>
                <a:lnTo>
                  <a:pt x="958344" y="695330"/>
                </a:lnTo>
                <a:lnTo>
                  <a:pt x="1016885" y="687580"/>
                </a:lnTo>
                <a:lnTo>
                  <a:pt x="1073419" y="677822"/>
                </a:lnTo>
                <a:lnTo>
                  <a:pt x="1127747" y="666151"/>
                </a:lnTo>
                <a:lnTo>
                  <a:pt x="1179670" y="652657"/>
                </a:lnTo>
                <a:lnTo>
                  <a:pt x="1228990" y="637434"/>
                </a:lnTo>
                <a:lnTo>
                  <a:pt x="1275506" y="620574"/>
                </a:lnTo>
                <a:lnTo>
                  <a:pt x="1319021" y="602170"/>
                </a:lnTo>
                <a:lnTo>
                  <a:pt x="1359336" y="582314"/>
                </a:lnTo>
                <a:lnTo>
                  <a:pt x="1396252" y="561100"/>
                </a:lnTo>
                <a:lnTo>
                  <a:pt x="1429569" y="538619"/>
                </a:lnTo>
                <a:lnTo>
                  <a:pt x="1484614" y="490227"/>
                </a:lnTo>
                <a:lnTo>
                  <a:pt x="1522879" y="437881"/>
                </a:lnTo>
                <a:lnTo>
                  <a:pt x="1542774" y="382321"/>
                </a:lnTo>
                <a:lnTo>
                  <a:pt x="1545335" y="353567"/>
                </a:lnTo>
                <a:lnTo>
                  <a:pt x="1542774" y="324596"/>
                </a:lnTo>
                <a:lnTo>
                  <a:pt x="1522879" y="268665"/>
                </a:lnTo>
                <a:lnTo>
                  <a:pt x="1484614" y="216026"/>
                </a:lnTo>
                <a:lnTo>
                  <a:pt x="1429569" y="167411"/>
                </a:lnTo>
                <a:lnTo>
                  <a:pt x="1396252" y="144840"/>
                </a:lnTo>
                <a:lnTo>
                  <a:pt x="1359336" y="123550"/>
                </a:lnTo>
                <a:lnTo>
                  <a:pt x="1319021" y="103631"/>
                </a:lnTo>
                <a:lnTo>
                  <a:pt x="1275506" y="85176"/>
                </a:lnTo>
                <a:lnTo>
                  <a:pt x="1228990" y="68275"/>
                </a:lnTo>
                <a:lnTo>
                  <a:pt x="1179670" y="53019"/>
                </a:lnTo>
                <a:lnTo>
                  <a:pt x="1127747" y="39502"/>
                </a:lnTo>
                <a:lnTo>
                  <a:pt x="1073419" y="27812"/>
                </a:lnTo>
                <a:lnTo>
                  <a:pt x="1016885" y="18044"/>
                </a:lnTo>
                <a:lnTo>
                  <a:pt x="958344" y="10286"/>
                </a:lnTo>
                <a:lnTo>
                  <a:pt x="897995" y="4632"/>
                </a:lnTo>
                <a:lnTo>
                  <a:pt x="836037" y="1173"/>
                </a:lnTo>
                <a:lnTo>
                  <a:pt x="772667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03801" y="4652772"/>
            <a:ext cx="3465829" cy="578363"/>
          </a:xfrm>
          <a:prstGeom prst="rect">
            <a:avLst/>
          </a:prstGeom>
          <a:ln w="38099">
            <a:solidFill>
              <a:srgbClr val="000000"/>
            </a:solidFill>
          </a:ln>
        </p:spPr>
        <p:txBody>
          <a:bodyPr vert="horz" wrap="square" lIns="0" tIns="207010" rIns="0" bIns="0" rtlCol="0">
            <a:spAutoFit/>
          </a:bodyPr>
          <a:lstStyle/>
          <a:p>
            <a:pPr marL="1014730">
              <a:spcBef>
                <a:spcPts val="1630"/>
              </a:spcBef>
            </a:pPr>
            <a:r>
              <a:rPr sz="24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49947" y="5343144"/>
            <a:ext cx="0" cy="523240"/>
          </a:xfrm>
          <a:custGeom>
            <a:avLst/>
            <a:gdLst/>
            <a:ahLst/>
            <a:cxnLst/>
            <a:rect l="l" t="t" r="r" b="b"/>
            <a:pathLst>
              <a:path h="523239">
                <a:moveTo>
                  <a:pt x="0" y="0"/>
                </a:moveTo>
                <a:lnTo>
                  <a:pt x="0" y="522731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08574" y="6057389"/>
            <a:ext cx="93853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0" dirty="0">
                <a:solidFill>
                  <a:srgbClr val="7E00FF"/>
                </a:solidFill>
                <a:latin typeface="Arial MT"/>
                <a:cs typeface="Arial MT"/>
              </a:rPr>
              <a:t>Nome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50103" y="5343144"/>
            <a:ext cx="0" cy="523240"/>
          </a:xfrm>
          <a:custGeom>
            <a:avLst/>
            <a:gdLst/>
            <a:ahLst/>
            <a:cxnLst/>
            <a:rect l="l" t="t" r="r" b="b"/>
            <a:pathLst>
              <a:path h="523239">
                <a:moveTo>
                  <a:pt x="0" y="0"/>
                </a:moveTo>
                <a:lnTo>
                  <a:pt x="0" y="522731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16038" y="6043673"/>
            <a:ext cx="12242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N_Func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84817" y="6008621"/>
            <a:ext cx="8064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0" dirty="0">
                <a:solidFill>
                  <a:srgbClr val="7E00FF"/>
                </a:solidFill>
                <a:latin typeface="Arial MT"/>
                <a:cs typeface="Arial MT"/>
              </a:rPr>
              <a:t>Fone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4219" y="5317235"/>
            <a:ext cx="0" cy="521334"/>
          </a:xfrm>
          <a:custGeom>
            <a:avLst/>
            <a:gdLst/>
            <a:ahLst/>
            <a:cxnLst/>
            <a:rect l="l" t="t" r="r" b="b"/>
            <a:pathLst>
              <a:path h="521335">
                <a:moveTo>
                  <a:pt x="0" y="0"/>
                </a:moveTo>
                <a:lnTo>
                  <a:pt x="0" y="52120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69766" y="4617787"/>
            <a:ext cx="2269490" cy="803275"/>
            <a:chOff x="2090166" y="4617786"/>
            <a:chExt cx="2269490" cy="803275"/>
          </a:xfrm>
        </p:grpSpPr>
        <p:sp>
          <p:nvSpPr>
            <p:cNvPr id="3" name="object 3"/>
            <p:cNvSpPr/>
            <p:nvPr/>
          </p:nvSpPr>
          <p:spPr>
            <a:xfrm>
              <a:off x="2109216" y="4721351"/>
              <a:ext cx="1114425" cy="568960"/>
            </a:xfrm>
            <a:custGeom>
              <a:avLst/>
              <a:gdLst/>
              <a:ahLst/>
              <a:cxnLst/>
              <a:rect l="l" t="t" r="r" b="b"/>
              <a:pathLst>
                <a:path w="1114425" h="568960">
                  <a:moveTo>
                    <a:pt x="556259" y="0"/>
                  </a:moveTo>
                  <a:lnTo>
                    <a:pt x="495804" y="1658"/>
                  </a:lnTo>
                  <a:lnTo>
                    <a:pt x="437196" y="6518"/>
                  </a:lnTo>
                  <a:lnTo>
                    <a:pt x="380780" y="14410"/>
                  </a:lnTo>
                  <a:lnTo>
                    <a:pt x="326900" y="25164"/>
                  </a:lnTo>
                  <a:lnTo>
                    <a:pt x="275900" y="38607"/>
                  </a:lnTo>
                  <a:lnTo>
                    <a:pt x="228124" y="54571"/>
                  </a:lnTo>
                  <a:lnTo>
                    <a:pt x="183916" y="72883"/>
                  </a:lnTo>
                  <a:lnTo>
                    <a:pt x="143621" y="93374"/>
                  </a:lnTo>
                  <a:lnTo>
                    <a:pt x="107582" y="115872"/>
                  </a:lnTo>
                  <a:lnTo>
                    <a:pt x="76143" y="140207"/>
                  </a:lnTo>
                  <a:lnTo>
                    <a:pt x="28443" y="193706"/>
                  </a:lnTo>
                  <a:lnTo>
                    <a:pt x="3275" y="252504"/>
                  </a:lnTo>
                  <a:lnTo>
                    <a:pt x="0" y="283463"/>
                  </a:lnTo>
                  <a:lnTo>
                    <a:pt x="3275" y="314442"/>
                  </a:lnTo>
                  <a:lnTo>
                    <a:pt x="28443" y="373379"/>
                  </a:lnTo>
                  <a:lnTo>
                    <a:pt x="76143" y="427115"/>
                  </a:lnTo>
                  <a:lnTo>
                    <a:pt x="107582" y="451591"/>
                  </a:lnTo>
                  <a:lnTo>
                    <a:pt x="143621" y="474239"/>
                  </a:lnTo>
                  <a:lnTo>
                    <a:pt x="183916" y="494882"/>
                  </a:lnTo>
                  <a:lnTo>
                    <a:pt x="228124" y="513344"/>
                  </a:lnTo>
                  <a:lnTo>
                    <a:pt x="275900" y="529448"/>
                  </a:lnTo>
                  <a:lnTo>
                    <a:pt x="326900" y="543020"/>
                  </a:lnTo>
                  <a:lnTo>
                    <a:pt x="380780" y="553882"/>
                  </a:lnTo>
                  <a:lnTo>
                    <a:pt x="437196" y="561859"/>
                  </a:lnTo>
                  <a:lnTo>
                    <a:pt x="495804" y="566774"/>
                  </a:lnTo>
                  <a:lnTo>
                    <a:pt x="556259" y="568451"/>
                  </a:lnTo>
                  <a:lnTo>
                    <a:pt x="617000" y="566774"/>
                  </a:lnTo>
                  <a:lnTo>
                    <a:pt x="675855" y="561859"/>
                  </a:lnTo>
                  <a:lnTo>
                    <a:pt x="732483" y="553882"/>
                  </a:lnTo>
                  <a:lnTo>
                    <a:pt x="786542" y="543020"/>
                  </a:lnTo>
                  <a:lnTo>
                    <a:pt x="837691" y="529448"/>
                  </a:lnTo>
                  <a:lnTo>
                    <a:pt x="885590" y="513344"/>
                  </a:lnTo>
                  <a:lnTo>
                    <a:pt x="929896" y="494882"/>
                  </a:lnTo>
                  <a:lnTo>
                    <a:pt x="970267" y="474239"/>
                  </a:lnTo>
                  <a:lnTo>
                    <a:pt x="1006364" y="451591"/>
                  </a:lnTo>
                  <a:lnTo>
                    <a:pt x="1037843" y="427115"/>
                  </a:lnTo>
                  <a:lnTo>
                    <a:pt x="1085587" y="373379"/>
                  </a:lnTo>
                  <a:lnTo>
                    <a:pt x="1110768" y="314442"/>
                  </a:lnTo>
                  <a:lnTo>
                    <a:pt x="1114043" y="283463"/>
                  </a:lnTo>
                  <a:lnTo>
                    <a:pt x="1110768" y="252504"/>
                  </a:lnTo>
                  <a:lnTo>
                    <a:pt x="1085587" y="193706"/>
                  </a:lnTo>
                  <a:lnTo>
                    <a:pt x="1037843" y="140207"/>
                  </a:lnTo>
                  <a:lnTo>
                    <a:pt x="1006364" y="115872"/>
                  </a:lnTo>
                  <a:lnTo>
                    <a:pt x="970267" y="93374"/>
                  </a:lnTo>
                  <a:lnTo>
                    <a:pt x="929896" y="72883"/>
                  </a:lnTo>
                  <a:lnTo>
                    <a:pt x="885590" y="54571"/>
                  </a:lnTo>
                  <a:lnTo>
                    <a:pt x="837691" y="38607"/>
                  </a:lnTo>
                  <a:lnTo>
                    <a:pt x="786542" y="25164"/>
                  </a:lnTo>
                  <a:lnTo>
                    <a:pt x="732483" y="14410"/>
                  </a:lnTo>
                  <a:lnTo>
                    <a:pt x="675855" y="6518"/>
                  </a:lnTo>
                  <a:lnTo>
                    <a:pt x="617000" y="1658"/>
                  </a:lnTo>
                  <a:lnTo>
                    <a:pt x="556259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52216" y="4617786"/>
              <a:ext cx="1107440" cy="803275"/>
            </a:xfrm>
            <a:custGeom>
              <a:avLst/>
              <a:gdLst/>
              <a:ahLst/>
              <a:cxnLst/>
              <a:rect l="l" t="t" r="r" b="b"/>
              <a:pathLst>
                <a:path w="1107439" h="803275">
                  <a:moveTo>
                    <a:pt x="1107440" y="425129"/>
                  </a:moveTo>
                  <a:lnTo>
                    <a:pt x="1107440" y="382457"/>
                  </a:lnTo>
                  <a:lnTo>
                    <a:pt x="1106170" y="361121"/>
                  </a:lnTo>
                  <a:lnTo>
                    <a:pt x="1096010" y="318449"/>
                  </a:lnTo>
                  <a:lnTo>
                    <a:pt x="1080770" y="278825"/>
                  </a:lnTo>
                  <a:lnTo>
                    <a:pt x="1050290" y="222437"/>
                  </a:lnTo>
                  <a:lnTo>
                    <a:pt x="1023620" y="187385"/>
                  </a:lnTo>
                  <a:lnTo>
                    <a:pt x="993140" y="155381"/>
                  </a:lnTo>
                  <a:lnTo>
                    <a:pt x="939800" y="112709"/>
                  </a:lnTo>
                  <a:lnTo>
                    <a:pt x="900430" y="86801"/>
                  </a:lnTo>
                  <a:lnTo>
                    <a:pt x="835660" y="54797"/>
                  </a:lnTo>
                  <a:lnTo>
                    <a:pt x="740410" y="22793"/>
                  </a:lnTo>
                  <a:lnTo>
                    <a:pt x="664210" y="7553"/>
                  </a:lnTo>
                  <a:lnTo>
                    <a:pt x="610870" y="2981"/>
                  </a:lnTo>
                  <a:lnTo>
                    <a:pt x="554990" y="0"/>
                  </a:lnTo>
                  <a:lnTo>
                    <a:pt x="552450" y="6"/>
                  </a:lnTo>
                  <a:lnTo>
                    <a:pt x="529590" y="1312"/>
                  </a:lnTo>
                  <a:lnTo>
                    <a:pt x="528320" y="1385"/>
                  </a:lnTo>
                  <a:lnTo>
                    <a:pt x="499110" y="1457"/>
                  </a:lnTo>
                  <a:lnTo>
                    <a:pt x="473710" y="4505"/>
                  </a:lnTo>
                  <a:lnTo>
                    <a:pt x="445770" y="7553"/>
                  </a:lnTo>
                  <a:lnTo>
                    <a:pt x="393700" y="16697"/>
                  </a:lnTo>
                  <a:lnTo>
                    <a:pt x="345440" y="28889"/>
                  </a:lnTo>
                  <a:lnTo>
                    <a:pt x="295910" y="45653"/>
                  </a:lnTo>
                  <a:lnTo>
                    <a:pt x="252730" y="63941"/>
                  </a:lnTo>
                  <a:lnTo>
                    <a:pt x="209550" y="86801"/>
                  </a:lnTo>
                  <a:lnTo>
                    <a:pt x="170180" y="111185"/>
                  </a:lnTo>
                  <a:lnTo>
                    <a:pt x="133350" y="138617"/>
                  </a:lnTo>
                  <a:lnTo>
                    <a:pt x="101600" y="169097"/>
                  </a:lnTo>
                  <a:lnTo>
                    <a:pt x="72390" y="202625"/>
                  </a:lnTo>
                  <a:lnTo>
                    <a:pt x="36830" y="255965"/>
                  </a:lnTo>
                  <a:lnTo>
                    <a:pt x="27940" y="275777"/>
                  </a:lnTo>
                  <a:lnTo>
                    <a:pt x="19050" y="294065"/>
                  </a:lnTo>
                  <a:lnTo>
                    <a:pt x="12700" y="315401"/>
                  </a:lnTo>
                  <a:lnTo>
                    <a:pt x="6350" y="335213"/>
                  </a:lnTo>
                  <a:lnTo>
                    <a:pt x="1270" y="377885"/>
                  </a:lnTo>
                  <a:lnTo>
                    <a:pt x="2540" y="443417"/>
                  </a:lnTo>
                  <a:lnTo>
                    <a:pt x="11430" y="484565"/>
                  </a:lnTo>
                  <a:lnTo>
                    <a:pt x="34290" y="542695"/>
                  </a:lnTo>
                  <a:lnTo>
                    <a:pt x="34290" y="400745"/>
                  </a:lnTo>
                  <a:lnTo>
                    <a:pt x="36830" y="362645"/>
                  </a:lnTo>
                  <a:lnTo>
                    <a:pt x="40640" y="344357"/>
                  </a:lnTo>
                  <a:lnTo>
                    <a:pt x="46990" y="326069"/>
                  </a:lnTo>
                  <a:lnTo>
                    <a:pt x="50800" y="307781"/>
                  </a:lnTo>
                  <a:lnTo>
                    <a:pt x="67310" y="272729"/>
                  </a:lnTo>
                  <a:lnTo>
                    <a:pt x="111760" y="208721"/>
                  </a:lnTo>
                  <a:lnTo>
                    <a:pt x="171450" y="152333"/>
                  </a:lnTo>
                  <a:lnTo>
                    <a:pt x="208280" y="127949"/>
                  </a:lnTo>
                  <a:lnTo>
                    <a:pt x="265430" y="95945"/>
                  </a:lnTo>
                  <a:lnTo>
                    <a:pt x="308610" y="77657"/>
                  </a:lnTo>
                  <a:lnTo>
                    <a:pt x="354330" y="63941"/>
                  </a:lnTo>
                  <a:lnTo>
                    <a:pt x="377190" y="56321"/>
                  </a:lnTo>
                  <a:lnTo>
                    <a:pt x="401320" y="51749"/>
                  </a:lnTo>
                  <a:lnTo>
                    <a:pt x="425450" y="45653"/>
                  </a:lnTo>
                  <a:lnTo>
                    <a:pt x="501650" y="36509"/>
                  </a:lnTo>
                  <a:lnTo>
                    <a:pt x="527050" y="35058"/>
                  </a:lnTo>
                  <a:lnTo>
                    <a:pt x="580390" y="34985"/>
                  </a:lnTo>
                  <a:lnTo>
                    <a:pt x="607060" y="36509"/>
                  </a:lnTo>
                  <a:lnTo>
                    <a:pt x="631190" y="39557"/>
                  </a:lnTo>
                  <a:lnTo>
                    <a:pt x="657860" y="42605"/>
                  </a:lnTo>
                  <a:lnTo>
                    <a:pt x="730250" y="56321"/>
                  </a:lnTo>
                  <a:lnTo>
                    <a:pt x="753110" y="63941"/>
                  </a:lnTo>
                  <a:lnTo>
                    <a:pt x="775970" y="70037"/>
                  </a:lnTo>
                  <a:lnTo>
                    <a:pt x="798830" y="79181"/>
                  </a:lnTo>
                  <a:lnTo>
                    <a:pt x="820420" y="86801"/>
                  </a:lnTo>
                  <a:lnTo>
                    <a:pt x="842010" y="95945"/>
                  </a:lnTo>
                  <a:lnTo>
                    <a:pt x="881380" y="117281"/>
                  </a:lnTo>
                  <a:lnTo>
                    <a:pt x="918210" y="140141"/>
                  </a:lnTo>
                  <a:lnTo>
                    <a:pt x="951230" y="166049"/>
                  </a:lnTo>
                  <a:lnTo>
                    <a:pt x="969010" y="179765"/>
                  </a:lnTo>
                  <a:lnTo>
                    <a:pt x="1009650" y="225485"/>
                  </a:lnTo>
                  <a:lnTo>
                    <a:pt x="1019810" y="240725"/>
                  </a:lnTo>
                  <a:lnTo>
                    <a:pt x="1031240" y="257489"/>
                  </a:lnTo>
                  <a:lnTo>
                    <a:pt x="1056640" y="309305"/>
                  </a:lnTo>
                  <a:lnTo>
                    <a:pt x="1068070" y="345881"/>
                  </a:lnTo>
                  <a:lnTo>
                    <a:pt x="1073150" y="402269"/>
                  </a:lnTo>
                  <a:lnTo>
                    <a:pt x="1073150" y="541824"/>
                  </a:lnTo>
                  <a:lnTo>
                    <a:pt x="1079500" y="528761"/>
                  </a:lnTo>
                  <a:lnTo>
                    <a:pt x="1088390" y="508949"/>
                  </a:lnTo>
                  <a:lnTo>
                    <a:pt x="1094740" y="489137"/>
                  </a:lnTo>
                  <a:lnTo>
                    <a:pt x="1101090" y="467801"/>
                  </a:lnTo>
                  <a:lnTo>
                    <a:pt x="1107440" y="425129"/>
                  </a:lnTo>
                  <a:close/>
                </a:path>
                <a:path w="1107439" h="803275">
                  <a:moveTo>
                    <a:pt x="1073150" y="541824"/>
                  </a:moveTo>
                  <a:lnTo>
                    <a:pt x="1073150" y="402269"/>
                  </a:lnTo>
                  <a:lnTo>
                    <a:pt x="1070610" y="440369"/>
                  </a:lnTo>
                  <a:lnTo>
                    <a:pt x="1065530" y="458657"/>
                  </a:lnTo>
                  <a:lnTo>
                    <a:pt x="1061720" y="478469"/>
                  </a:lnTo>
                  <a:lnTo>
                    <a:pt x="1055370" y="495233"/>
                  </a:lnTo>
                  <a:lnTo>
                    <a:pt x="1049020" y="513521"/>
                  </a:lnTo>
                  <a:lnTo>
                    <a:pt x="1019810" y="563813"/>
                  </a:lnTo>
                  <a:lnTo>
                    <a:pt x="995680" y="594293"/>
                  </a:lnTo>
                  <a:lnTo>
                    <a:pt x="951230" y="636965"/>
                  </a:lnTo>
                  <a:lnTo>
                    <a:pt x="918210" y="662873"/>
                  </a:lnTo>
                  <a:lnTo>
                    <a:pt x="881380" y="687257"/>
                  </a:lnTo>
                  <a:lnTo>
                    <a:pt x="842010" y="707069"/>
                  </a:lnTo>
                  <a:lnTo>
                    <a:pt x="798830" y="725357"/>
                  </a:lnTo>
                  <a:lnTo>
                    <a:pt x="753110" y="740597"/>
                  </a:lnTo>
                  <a:lnTo>
                    <a:pt x="706120" y="752789"/>
                  </a:lnTo>
                  <a:lnTo>
                    <a:pt x="657860" y="761933"/>
                  </a:lnTo>
                  <a:lnTo>
                    <a:pt x="580390" y="768029"/>
                  </a:lnTo>
                  <a:lnTo>
                    <a:pt x="527050" y="768029"/>
                  </a:lnTo>
                  <a:lnTo>
                    <a:pt x="474980" y="764981"/>
                  </a:lnTo>
                  <a:lnTo>
                    <a:pt x="424180" y="757361"/>
                  </a:lnTo>
                  <a:lnTo>
                    <a:pt x="377190" y="746693"/>
                  </a:lnTo>
                  <a:lnTo>
                    <a:pt x="353060" y="740597"/>
                  </a:lnTo>
                  <a:lnTo>
                    <a:pt x="308610" y="725357"/>
                  </a:lnTo>
                  <a:lnTo>
                    <a:pt x="265430" y="707069"/>
                  </a:lnTo>
                  <a:lnTo>
                    <a:pt x="207010" y="675065"/>
                  </a:lnTo>
                  <a:lnTo>
                    <a:pt x="171450" y="650681"/>
                  </a:lnTo>
                  <a:lnTo>
                    <a:pt x="124460" y="609533"/>
                  </a:lnTo>
                  <a:lnTo>
                    <a:pt x="97790" y="579053"/>
                  </a:lnTo>
                  <a:lnTo>
                    <a:pt x="87630" y="562289"/>
                  </a:lnTo>
                  <a:lnTo>
                    <a:pt x="77470" y="547049"/>
                  </a:lnTo>
                  <a:lnTo>
                    <a:pt x="66040" y="530285"/>
                  </a:lnTo>
                  <a:lnTo>
                    <a:pt x="58420" y="511997"/>
                  </a:lnTo>
                  <a:lnTo>
                    <a:pt x="50800" y="495233"/>
                  </a:lnTo>
                  <a:lnTo>
                    <a:pt x="44450" y="476945"/>
                  </a:lnTo>
                  <a:lnTo>
                    <a:pt x="40640" y="458657"/>
                  </a:lnTo>
                  <a:lnTo>
                    <a:pt x="36830" y="438845"/>
                  </a:lnTo>
                  <a:lnTo>
                    <a:pt x="34290" y="400745"/>
                  </a:lnTo>
                  <a:lnTo>
                    <a:pt x="34290" y="542695"/>
                  </a:lnTo>
                  <a:lnTo>
                    <a:pt x="57150" y="582101"/>
                  </a:lnTo>
                  <a:lnTo>
                    <a:pt x="85090" y="615629"/>
                  </a:lnTo>
                  <a:lnTo>
                    <a:pt x="115570" y="647633"/>
                  </a:lnTo>
                  <a:lnTo>
                    <a:pt x="149860" y="678113"/>
                  </a:lnTo>
                  <a:lnTo>
                    <a:pt x="186690" y="704021"/>
                  </a:lnTo>
                  <a:lnTo>
                    <a:pt x="208280" y="716213"/>
                  </a:lnTo>
                  <a:lnTo>
                    <a:pt x="227330" y="728405"/>
                  </a:lnTo>
                  <a:lnTo>
                    <a:pt x="271780" y="748217"/>
                  </a:lnTo>
                  <a:lnTo>
                    <a:pt x="318770" y="766505"/>
                  </a:lnTo>
                  <a:lnTo>
                    <a:pt x="392430" y="786317"/>
                  </a:lnTo>
                  <a:lnTo>
                    <a:pt x="444500" y="795461"/>
                  </a:lnTo>
                  <a:lnTo>
                    <a:pt x="497840" y="801557"/>
                  </a:lnTo>
                  <a:lnTo>
                    <a:pt x="524510" y="803081"/>
                  </a:lnTo>
                  <a:lnTo>
                    <a:pt x="580390" y="803081"/>
                  </a:lnTo>
                  <a:lnTo>
                    <a:pt x="635000" y="800033"/>
                  </a:lnTo>
                  <a:lnTo>
                    <a:pt x="660400" y="795461"/>
                  </a:lnTo>
                  <a:lnTo>
                    <a:pt x="688340" y="792413"/>
                  </a:lnTo>
                  <a:lnTo>
                    <a:pt x="713740" y="786317"/>
                  </a:lnTo>
                  <a:lnTo>
                    <a:pt x="737870" y="781745"/>
                  </a:lnTo>
                  <a:lnTo>
                    <a:pt x="787400" y="766505"/>
                  </a:lnTo>
                  <a:lnTo>
                    <a:pt x="833120" y="749741"/>
                  </a:lnTo>
                  <a:lnTo>
                    <a:pt x="897890" y="717737"/>
                  </a:lnTo>
                  <a:lnTo>
                    <a:pt x="938530" y="691829"/>
                  </a:lnTo>
                  <a:lnTo>
                    <a:pt x="972820" y="664397"/>
                  </a:lnTo>
                  <a:lnTo>
                    <a:pt x="991870" y="650681"/>
                  </a:lnTo>
                  <a:lnTo>
                    <a:pt x="1007110" y="633917"/>
                  </a:lnTo>
                  <a:lnTo>
                    <a:pt x="1022350" y="618677"/>
                  </a:lnTo>
                  <a:lnTo>
                    <a:pt x="1047750" y="585149"/>
                  </a:lnTo>
                  <a:lnTo>
                    <a:pt x="1060450" y="566861"/>
                  </a:lnTo>
                  <a:lnTo>
                    <a:pt x="1070610" y="547049"/>
                  </a:lnTo>
                  <a:lnTo>
                    <a:pt x="1073150" y="541824"/>
                  </a:lnTo>
                  <a:close/>
                </a:path>
                <a:path w="1107439" h="803275">
                  <a:moveTo>
                    <a:pt x="1038860" y="400745"/>
                  </a:moveTo>
                  <a:lnTo>
                    <a:pt x="1037590" y="383981"/>
                  </a:lnTo>
                  <a:lnTo>
                    <a:pt x="1035050" y="368741"/>
                  </a:lnTo>
                  <a:lnTo>
                    <a:pt x="1032510" y="351977"/>
                  </a:lnTo>
                  <a:lnTo>
                    <a:pt x="1027430" y="335213"/>
                  </a:lnTo>
                  <a:lnTo>
                    <a:pt x="1023620" y="319973"/>
                  </a:lnTo>
                  <a:lnTo>
                    <a:pt x="1017270" y="304733"/>
                  </a:lnTo>
                  <a:lnTo>
                    <a:pt x="991870" y="260537"/>
                  </a:lnTo>
                  <a:lnTo>
                    <a:pt x="943610" y="205673"/>
                  </a:lnTo>
                  <a:lnTo>
                    <a:pt x="897890" y="169097"/>
                  </a:lnTo>
                  <a:lnTo>
                    <a:pt x="844550" y="137093"/>
                  </a:lnTo>
                  <a:lnTo>
                    <a:pt x="806450" y="118805"/>
                  </a:lnTo>
                  <a:lnTo>
                    <a:pt x="765810" y="103565"/>
                  </a:lnTo>
                  <a:lnTo>
                    <a:pt x="698500" y="85277"/>
                  </a:lnTo>
                  <a:lnTo>
                    <a:pt x="651510" y="77657"/>
                  </a:lnTo>
                  <a:lnTo>
                    <a:pt x="628650" y="74609"/>
                  </a:lnTo>
                  <a:lnTo>
                    <a:pt x="604520" y="71561"/>
                  </a:lnTo>
                  <a:lnTo>
                    <a:pt x="580390" y="70182"/>
                  </a:lnTo>
                  <a:lnTo>
                    <a:pt x="527050" y="70117"/>
                  </a:lnTo>
                  <a:lnTo>
                    <a:pt x="506730" y="71401"/>
                  </a:lnTo>
                  <a:lnTo>
                    <a:pt x="505460" y="71481"/>
                  </a:lnTo>
                  <a:lnTo>
                    <a:pt x="504190" y="71561"/>
                  </a:lnTo>
                  <a:lnTo>
                    <a:pt x="430530" y="80705"/>
                  </a:lnTo>
                  <a:lnTo>
                    <a:pt x="384810" y="91373"/>
                  </a:lnTo>
                  <a:lnTo>
                    <a:pt x="341630" y="103565"/>
                  </a:lnTo>
                  <a:lnTo>
                    <a:pt x="300990" y="118805"/>
                  </a:lnTo>
                  <a:lnTo>
                    <a:pt x="261620" y="137093"/>
                  </a:lnTo>
                  <a:lnTo>
                    <a:pt x="209550" y="169097"/>
                  </a:lnTo>
                  <a:lnTo>
                    <a:pt x="177800" y="193481"/>
                  </a:lnTo>
                  <a:lnTo>
                    <a:pt x="149860" y="219389"/>
                  </a:lnTo>
                  <a:lnTo>
                    <a:pt x="115570" y="260537"/>
                  </a:lnTo>
                  <a:lnTo>
                    <a:pt x="90170" y="306257"/>
                  </a:lnTo>
                  <a:lnTo>
                    <a:pt x="74930" y="353501"/>
                  </a:lnTo>
                  <a:lnTo>
                    <a:pt x="69850" y="402269"/>
                  </a:lnTo>
                  <a:lnTo>
                    <a:pt x="72390" y="435797"/>
                  </a:lnTo>
                  <a:lnTo>
                    <a:pt x="74930" y="452561"/>
                  </a:lnTo>
                  <a:lnTo>
                    <a:pt x="85090" y="483041"/>
                  </a:lnTo>
                  <a:lnTo>
                    <a:pt x="90170" y="499805"/>
                  </a:lnTo>
                  <a:lnTo>
                    <a:pt x="97790" y="515045"/>
                  </a:lnTo>
                  <a:lnTo>
                    <a:pt x="104140" y="523618"/>
                  </a:lnTo>
                  <a:lnTo>
                    <a:pt x="104140" y="390077"/>
                  </a:lnTo>
                  <a:lnTo>
                    <a:pt x="105410" y="374837"/>
                  </a:lnTo>
                  <a:lnTo>
                    <a:pt x="111760" y="347405"/>
                  </a:lnTo>
                  <a:lnTo>
                    <a:pt x="116840" y="333689"/>
                  </a:lnTo>
                  <a:lnTo>
                    <a:pt x="123190" y="319973"/>
                  </a:lnTo>
                  <a:lnTo>
                    <a:pt x="127000" y="307781"/>
                  </a:lnTo>
                  <a:lnTo>
                    <a:pt x="153670" y="268157"/>
                  </a:lnTo>
                  <a:lnTo>
                    <a:pt x="186690" y="231581"/>
                  </a:lnTo>
                  <a:lnTo>
                    <a:pt x="199390" y="220913"/>
                  </a:lnTo>
                  <a:lnTo>
                    <a:pt x="212090" y="208721"/>
                  </a:lnTo>
                  <a:lnTo>
                    <a:pt x="260350" y="178241"/>
                  </a:lnTo>
                  <a:lnTo>
                    <a:pt x="294640" y="159953"/>
                  </a:lnTo>
                  <a:lnTo>
                    <a:pt x="351790" y="137093"/>
                  </a:lnTo>
                  <a:lnTo>
                    <a:pt x="393700" y="124901"/>
                  </a:lnTo>
                  <a:lnTo>
                    <a:pt x="436880" y="115757"/>
                  </a:lnTo>
                  <a:lnTo>
                    <a:pt x="482600" y="108137"/>
                  </a:lnTo>
                  <a:lnTo>
                    <a:pt x="527050" y="105250"/>
                  </a:lnTo>
                  <a:lnTo>
                    <a:pt x="577850" y="105169"/>
                  </a:lnTo>
                  <a:lnTo>
                    <a:pt x="603250" y="106783"/>
                  </a:lnTo>
                  <a:lnTo>
                    <a:pt x="646430" y="111185"/>
                  </a:lnTo>
                  <a:lnTo>
                    <a:pt x="690880" y="118805"/>
                  </a:lnTo>
                  <a:lnTo>
                    <a:pt x="712470" y="124901"/>
                  </a:lnTo>
                  <a:lnTo>
                    <a:pt x="734060" y="129473"/>
                  </a:lnTo>
                  <a:lnTo>
                    <a:pt x="753110" y="137093"/>
                  </a:lnTo>
                  <a:lnTo>
                    <a:pt x="773430" y="143189"/>
                  </a:lnTo>
                  <a:lnTo>
                    <a:pt x="793750" y="150809"/>
                  </a:lnTo>
                  <a:lnTo>
                    <a:pt x="811530" y="159953"/>
                  </a:lnTo>
                  <a:lnTo>
                    <a:pt x="828040" y="167573"/>
                  </a:lnTo>
                  <a:lnTo>
                    <a:pt x="847090" y="176717"/>
                  </a:lnTo>
                  <a:lnTo>
                    <a:pt x="877570" y="198053"/>
                  </a:lnTo>
                  <a:lnTo>
                    <a:pt x="892810" y="207197"/>
                  </a:lnTo>
                  <a:lnTo>
                    <a:pt x="905510" y="219389"/>
                  </a:lnTo>
                  <a:lnTo>
                    <a:pt x="953770" y="266633"/>
                  </a:lnTo>
                  <a:lnTo>
                    <a:pt x="977900" y="304733"/>
                  </a:lnTo>
                  <a:lnTo>
                    <a:pt x="994410" y="344357"/>
                  </a:lnTo>
                  <a:lnTo>
                    <a:pt x="1003300" y="399221"/>
                  </a:lnTo>
                  <a:lnTo>
                    <a:pt x="1003300" y="526221"/>
                  </a:lnTo>
                  <a:lnTo>
                    <a:pt x="1017270" y="498281"/>
                  </a:lnTo>
                  <a:lnTo>
                    <a:pt x="1023620" y="483041"/>
                  </a:lnTo>
                  <a:lnTo>
                    <a:pt x="1029970" y="466277"/>
                  </a:lnTo>
                  <a:lnTo>
                    <a:pt x="1032510" y="451037"/>
                  </a:lnTo>
                  <a:lnTo>
                    <a:pt x="1035050" y="434273"/>
                  </a:lnTo>
                  <a:lnTo>
                    <a:pt x="1038860" y="400745"/>
                  </a:lnTo>
                  <a:close/>
                </a:path>
                <a:path w="1107439" h="803275">
                  <a:moveTo>
                    <a:pt x="1003300" y="526221"/>
                  </a:moveTo>
                  <a:lnTo>
                    <a:pt x="1003300" y="399221"/>
                  </a:lnTo>
                  <a:lnTo>
                    <a:pt x="1002030" y="414461"/>
                  </a:lnTo>
                  <a:lnTo>
                    <a:pt x="1002030" y="428177"/>
                  </a:lnTo>
                  <a:lnTo>
                    <a:pt x="995680" y="455609"/>
                  </a:lnTo>
                  <a:lnTo>
                    <a:pt x="991870" y="469325"/>
                  </a:lnTo>
                  <a:lnTo>
                    <a:pt x="979170" y="496757"/>
                  </a:lnTo>
                  <a:lnTo>
                    <a:pt x="971550" y="508949"/>
                  </a:lnTo>
                  <a:lnTo>
                    <a:pt x="963930" y="522665"/>
                  </a:lnTo>
                  <a:lnTo>
                    <a:pt x="933450" y="559241"/>
                  </a:lnTo>
                  <a:lnTo>
                    <a:pt x="880110" y="604961"/>
                  </a:lnTo>
                  <a:lnTo>
                    <a:pt x="848360" y="624773"/>
                  </a:lnTo>
                  <a:lnTo>
                    <a:pt x="831850" y="635441"/>
                  </a:lnTo>
                  <a:lnTo>
                    <a:pt x="812800" y="643061"/>
                  </a:lnTo>
                  <a:lnTo>
                    <a:pt x="795020" y="652205"/>
                  </a:lnTo>
                  <a:lnTo>
                    <a:pt x="755650" y="667445"/>
                  </a:lnTo>
                  <a:lnTo>
                    <a:pt x="713740" y="679637"/>
                  </a:lnTo>
                  <a:lnTo>
                    <a:pt x="671830" y="688781"/>
                  </a:lnTo>
                  <a:lnTo>
                    <a:pt x="626110" y="694877"/>
                  </a:lnTo>
                  <a:lnTo>
                    <a:pt x="577850" y="697925"/>
                  </a:lnTo>
                  <a:lnTo>
                    <a:pt x="554990" y="699449"/>
                  </a:lnTo>
                  <a:lnTo>
                    <a:pt x="506730" y="696401"/>
                  </a:lnTo>
                  <a:lnTo>
                    <a:pt x="438150" y="688781"/>
                  </a:lnTo>
                  <a:lnTo>
                    <a:pt x="394970" y="679637"/>
                  </a:lnTo>
                  <a:lnTo>
                    <a:pt x="354330" y="667445"/>
                  </a:lnTo>
                  <a:lnTo>
                    <a:pt x="314960" y="652205"/>
                  </a:lnTo>
                  <a:lnTo>
                    <a:pt x="278130" y="635441"/>
                  </a:lnTo>
                  <a:lnTo>
                    <a:pt x="229870" y="606485"/>
                  </a:lnTo>
                  <a:lnTo>
                    <a:pt x="187960" y="572957"/>
                  </a:lnTo>
                  <a:lnTo>
                    <a:pt x="154940" y="537905"/>
                  </a:lnTo>
                  <a:lnTo>
                    <a:pt x="130810" y="498281"/>
                  </a:lnTo>
                  <a:lnTo>
                    <a:pt x="123190" y="486089"/>
                  </a:lnTo>
                  <a:lnTo>
                    <a:pt x="109220" y="444941"/>
                  </a:lnTo>
                  <a:lnTo>
                    <a:pt x="104140" y="403793"/>
                  </a:lnTo>
                  <a:lnTo>
                    <a:pt x="104140" y="523618"/>
                  </a:lnTo>
                  <a:lnTo>
                    <a:pt x="107950" y="528761"/>
                  </a:lnTo>
                  <a:lnTo>
                    <a:pt x="116840" y="544001"/>
                  </a:lnTo>
                  <a:lnTo>
                    <a:pt x="138430" y="571433"/>
                  </a:lnTo>
                  <a:lnTo>
                    <a:pt x="149860" y="585149"/>
                  </a:lnTo>
                  <a:lnTo>
                    <a:pt x="163830" y="598865"/>
                  </a:lnTo>
                  <a:lnTo>
                    <a:pt x="179070" y="611057"/>
                  </a:lnTo>
                  <a:lnTo>
                    <a:pt x="193040" y="623249"/>
                  </a:lnTo>
                  <a:lnTo>
                    <a:pt x="209550" y="635441"/>
                  </a:lnTo>
                  <a:lnTo>
                    <a:pt x="242570" y="656777"/>
                  </a:lnTo>
                  <a:lnTo>
                    <a:pt x="261620" y="665921"/>
                  </a:lnTo>
                  <a:lnTo>
                    <a:pt x="280670" y="676589"/>
                  </a:lnTo>
                  <a:lnTo>
                    <a:pt x="300990" y="684209"/>
                  </a:lnTo>
                  <a:lnTo>
                    <a:pt x="321310" y="693353"/>
                  </a:lnTo>
                  <a:lnTo>
                    <a:pt x="341630" y="700973"/>
                  </a:lnTo>
                  <a:lnTo>
                    <a:pt x="386080" y="713165"/>
                  </a:lnTo>
                  <a:lnTo>
                    <a:pt x="454660" y="726881"/>
                  </a:lnTo>
                  <a:lnTo>
                    <a:pt x="527050" y="732825"/>
                  </a:lnTo>
                  <a:lnTo>
                    <a:pt x="580390" y="732977"/>
                  </a:lnTo>
                  <a:lnTo>
                    <a:pt x="628650" y="729929"/>
                  </a:lnTo>
                  <a:lnTo>
                    <a:pt x="652780" y="726881"/>
                  </a:lnTo>
                  <a:lnTo>
                    <a:pt x="675640" y="722309"/>
                  </a:lnTo>
                  <a:lnTo>
                    <a:pt x="699770" y="717737"/>
                  </a:lnTo>
                  <a:lnTo>
                    <a:pt x="744220" y="707069"/>
                  </a:lnTo>
                  <a:lnTo>
                    <a:pt x="787400" y="691829"/>
                  </a:lnTo>
                  <a:lnTo>
                    <a:pt x="847090" y="665921"/>
                  </a:lnTo>
                  <a:lnTo>
                    <a:pt x="881380" y="646109"/>
                  </a:lnTo>
                  <a:lnTo>
                    <a:pt x="897890" y="633917"/>
                  </a:lnTo>
                  <a:lnTo>
                    <a:pt x="915670" y="623249"/>
                  </a:lnTo>
                  <a:lnTo>
                    <a:pt x="930910" y="611057"/>
                  </a:lnTo>
                  <a:lnTo>
                    <a:pt x="943610" y="597341"/>
                  </a:lnTo>
                  <a:lnTo>
                    <a:pt x="957580" y="585149"/>
                  </a:lnTo>
                  <a:lnTo>
                    <a:pt x="981710" y="557717"/>
                  </a:lnTo>
                  <a:lnTo>
                    <a:pt x="991870" y="542477"/>
                  </a:lnTo>
                  <a:lnTo>
                    <a:pt x="1002030" y="528761"/>
                  </a:lnTo>
                  <a:lnTo>
                    <a:pt x="1003300" y="5262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2444998" y="4719828"/>
            <a:ext cx="1222375" cy="704215"/>
          </a:xfrm>
          <a:custGeom>
            <a:avLst/>
            <a:gdLst/>
            <a:ahLst/>
            <a:cxnLst/>
            <a:rect l="l" t="t" r="r" b="b"/>
            <a:pathLst>
              <a:path w="1222375" h="704214">
                <a:moveTo>
                  <a:pt x="611123" y="0"/>
                </a:moveTo>
                <a:lnTo>
                  <a:pt x="552141" y="1605"/>
                </a:lnTo>
                <a:lnTo>
                  <a:pt x="494772" y="6324"/>
                </a:lnTo>
                <a:lnTo>
                  <a:pt x="439270" y="14011"/>
                </a:lnTo>
                <a:lnTo>
                  <a:pt x="385888" y="24522"/>
                </a:lnTo>
                <a:lnTo>
                  <a:pt x="334879" y="37712"/>
                </a:lnTo>
                <a:lnTo>
                  <a:pt x="286496" y="53434"/>
                </a:lnTo>
                <a:lnTo>
                  <a:pt x="240992" y="71544"/>
                </a:lnTo>
                <a:lnTo>
                  <a:pt x="198620" y="91897"/>
                </a:lnTo>
                <a:lnTo>
                  <a:pt x="159635" y="114348"/>
                </a:lnTo>
                <a:lnTo>
                  <a:pt x="124287" y="138751"/>
                </a:lnTo>
                <a:lnTo>
                  <a:pt x="92832" y="164961"/>
                </a:lnTo>
                <a:lnTo>
                  <a:pt x="65521" y="192833"/>
                </a:lnTo>
                <a:lnTo>
                  <a:pt x="24347" y="252983"/>
                </a:lnTo>
                <a:lnTo>
                  <a:pt x="2789" y="318039"/>
                </a:lnTo>
                <a:lnTo>
                  <a:pt x="0" y="352043"/>
                </a:lnTo>
                <a:lnTo>
                  <a:pt x="2789" y="386048"/>
                </a:lnTo>
                <a:lnTo>
                  <a:pt x="24347" y="451104"/>
                </a:lnTo>
                <a:lnTo>
                  <a:pt x="65521" y="511254"/>
                </a:lnTo>
                <a:lnTo>
                  <a:pt x="92832" y="539126"/>
                </a:lnTo>
                <a:lnTo>
                  <a:pt x="124287" y="565336"/>
                </a:lnTo>
                <a:lnTo>
                  <a:pt x="159635" y="589739"/>
                </a:lnTo>
                <a:lnTo>
                  <a:pt x="198620" y="612190"/>
                </a:lnTo>
                <a:lnTo>
                  <a:pt x="240992" y="632543"/>
                </a:lnTo>
                <a:lnTo>
                  <a:pt x="286496" y="650653"/>
                </a:lnTo>
                <a:lnTo>
                  <a:pt x="334879" y="666375"/>
                </a:lnTo>
                <a:lnTo>
                  <a:pt x="385888" y="679565"/>
                </a:lnTo>
                <a:lnTo>
                  <a:pt x="439270" y="690076"/>
                </a:lnTo>
                <a:lnTo>
                  <a:pt x="494772" y="697763"/>
                </a:lnTo>
                <a:lnTo>
                  <a:pt x="552141" y="702482"/>
                </a:lnTo>
                <a:lnTo>
                  <a:pt x="611123" y="704087"/>
                </a:lnTo>
                <a:lnTo>
                  <a:pt x="669868" y="702482"/>
                </a:lnTo>
                <a:lnTo>
                  <a:pt x="727056" y="697763"/>
                </a:lnTo>
                <a:lnTo>
                  <a:pt x="782430" y="690076"/>
                </a:lnTo>
                <a:lnTo>
                  <a:pt x="835731" y="679565"/>
                </a:lnTo>
                <a:lnTo>
                  <a:pt x="886700" y="666375"/>
                </a:lnTo>
                <a:lnTo>
                  <a:pt x="935077" y="650653"/>
                </a:lnTo>
                <a:lnTo>
                  <a:pt x="980606" y="632543"/>
                </a:lnTo>
                <a:lnTo>
                  <a:pt x="1023026" y="612190"/>
                </a:lnTo>
                <a:lnTo>
                  <a:pt x="1062080" y="589739"/>
                </a:lnTo>
                <a:lnTo>
                  <a:pt x="1097508" y="565336"/>
                </a:lnTo>
                <a:lnTo>
                  <a:pt x="1129051" y="539126"/>
                </a:lnTo>
                <a:lnTo>
                  <a:pt x="1156452" y="511254"/>
                </a:lnTo>
                <a:lnTo>
                  <a:pt x="1197789" y="451104"/>
                </a:lnTo>
                <a:lnTo>
                  <a:pt x="1219449" y="386048"/>
                </a:lnTo>
                <a:lnTo>
                  <a:pt x="1222254" y="352043"/>
                </a:lnTo>
                <a:lnTo>
                  <a:pt x="1219449" y="318039"/>
                </a:lnTo>
                <a:lnTo>
                  <a:pt x="1197789" y="252983"/>
                </a:lnTo>
                <a:lnTo>
                  <a:pt x="1156452" y="192833"/>
                </a:lnTo>
                <a:lnTo>
                  <a:pt x="1129051" y="164961"/>
                </a:lnTo>
                <a:lnTo>
                  <a:pt x="1097508" y="138751"/>
                </a:lnTo>
                <a:lnTo>
                  <a:pt x="1062080" y="114348"/>
                </a:lnTo>
                <a:lnTo>
                  <a:pt x="1023026" y="91897"/>
                </a:lnTo>
                <a:lnTo>
                  <a:pt x="980606" y="71544"/>
                </a:lnTo>
                <a:lnTo>
                  <a:pt x="935077" y="53434"/>
                </a:lnTo>
                <a:lnTo>
                  <a:pt x="886700" y="37712"/>
                </a:lnTo>
                <a:lnTo>
                  <a:pt x="835731" y="24522"/>
                </a:lnTo>
                <a:lnTo>
                  <a:pt x="782430" y="14011"/>
                </a:lnTo>
                <a:lnTo>
                  <a:pt x="727056" y="6324"/>
                </a:lnTo>
                <a:lnTo>
                  <a:pt x="669868" y="1605"/>
                </a:lnTo>
                <a:lnTo>
                  <a:pt x="611123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63157" y="3454908"/>
            <a:ext cx="2741930" cy="624530"/>
          </a:xfrm>
          <a:prstGeom prst="rect">
            <a:avLst/>
          </a:prstGeom>
          <a:ln w="38099">
            <a:solidFill>
              <a:srgbClr val="000000"/>
            </a:solidFill>
          </a:ln>
        </p:spPr>
        <p:txBody>
          <a:bodyPr vert="horz" wrap="square" lIns="0" tIns="207010" rIns="0" bIns="0" rtlCol="0">
            <a:spAutoFit/>
          </a:bodyPr>
          <a:lstStyle/>
          <a:p>
            <a:pPr marL="557530">
              <a:spcBef>
                <a:spcPts val="1630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2403" y="4145279"/>
            <a:ext cx="0" cy="521334"/>
          </a:xfrm>
          <a:custGeom>
            <a:avLst/>
            <a:gdLst/>
            <a:ahLst/>
            <a:cxnLst/>
            <a:rect l="l" t="t" r="r" b="b"/>
            <a:pathLst>
              <a:path h="521335">
                <a:moveTo>
                  <a:pt x="0" y="0"/>
                </a:moveTo>
                <a:lnTo>
                  <a:pt x="0" y="52120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52693" y="4859525"/>
            <a:ext cx="93853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0" dirty="0">
                <a:solidFill>
                  <a:srgbClr val="7E00FF"/>
                </a:solidFill>
                <a:latin typeface="Arial MT"/>
                <a:cs typeface="Arial MT"/>
              </a:rPr>
              <a:t>Nome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77457" y="4145279"/>
            <a:ext cx="0" cy="521334"/>
          </a:xfrm>
          <a:custGeom>
            <a:avLst/>
            <a:gdLst/>
            <a:ahLst/>
            <a:cxnLst/>
            <a:rect l="l" t="t" r="r" b="b"/>
            <a:pathLst>
              <a:path h="521335">
                <a:moveTo>
                  <a:pt x="0" y="0"/>
                </a:moveTo>
                <a:lnTo>
                  <a:pt x="0" y="52120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052316" y="4847334"/>
            <a:ext cx="916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N_Func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46191" y="4873243"/>
            <a:ext cx="6064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20" dirty="0">
                <a:solidFill>
                  <a:srgbClr val="7E00FF"/>
                </a:solidFill>
                <a:latin typeface="Arial MT"/>
                <a:cs typeface="Arial MT"/>
              </a:rPr>
              <a:t>Fone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621020" y="4117847"/>
            <a:ext cx="0" cy="523240"/>
          </a:xfrm>
          <a:custGeom>
            <a:avLst/>
            <a:gdLst/>
            <a:ahLst/>
            <a:cxnLst/>
            <a:rect l="l" t="t" r="r" b="b"/>
            <a:pathLst>
              <a:path h="523239">
                <a:moveTo>
                  <a:pt x="0" y="0"/>
                </a:moveTo>
                <a:lnTo>
                  <a:pt x="0" y="522731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837929" y="5491986"/>
            <a:ext cx="209931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-10" dirty="0">
                <a:solidFill>
                  <a:srgbClr val="7E00FF"/>
                </a:solidFill>
                <a:latin typeface="Arial MT"/>
                <a:cs typeface="Arial MT"/>
              </a:rPr>
              <a:t>Professor_Fone</a:t>
            </a:r>
            <a:endParaRPr sz="2300">
              <a:latin typeface="Arial MT"/>
              <a:cs typeface="Arial MT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743951" y="4067556"/>
          <a:ext cx="2490470" cy="782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4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2955"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1910"/>
                        </a:spcBef>
                      </a:pPr>
                      <a:r>
                        <a:rPr sz="2300" spc="-2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Nome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4257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260"/>
                        </a:spcBef>
                      </a:pPr>
                      <a:r>
                        <a:rPr sz="2300" u="sng" spc="-1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N_Func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8702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772907" y="5935980"/>
          <a:ext cx="2489200" cy="721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1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45"/>
                        </a:spcBef>
                      </a:pPr>
                      <a:r>
                        <a:rPr sz="2300" u="sng" spc="-1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N_Func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4701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645"/>
                        </a:spcBef>
                      </a:pPr>
                      <a:r>
                        <a:rPr sz="23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Fone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0891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7850121" y="3629659"/>
            <a:ext cx="127508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300">
              <a:latin typeface="Arial MT"/>
              <a:cs typeface="Arial MT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7760715" y="2493264"/>
          <a:ext cx="3177540" cy="947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453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sz="2300" spc="-2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Nome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520"/>
                        </a:lnSpc>
                      </a:pPr>
                      <a:r>
                        <a:rPr sz="2300" spc="-1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N_Func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7E00FF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172085">
                        <a:lnSpc>
                          <a:spcPct val="100000"/>
                        </a:lnSpc>
                      </a:pPr>
                      <a:r>
                        <a:rPr sz="23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Fone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7E00FF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3567950" y="1326997"/>
            <a:ext cx="5994400" cy="1311898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/>
              <a:t>Atributos</a:t>
            </a:r>
            <a:r>
              <a:rPr spc="-90" dirty="0"/>
              <a:t> </a:t>
            </a:r>
            <a:r>
              <a:rPr spc="-10" dirty="0"/>
              <a:t>multivalorados</a:t>
            </a:r>
          </a:p>
          <a:p>
            <a:pPr marR="618490" algn="r">
              <a:lnSpc>
                <a:spcPct val="100000"/>
              </a:lnSpc>
              <a:spcBef>
                <a:spcPts val="310"/>
              </a:spcBef>
            </a:pPr>
            <a:r>
              <a:rPr sz="23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42200" y="4343400"/>
            <a:ext cx="228600" cy="2133600"/>
          </a:xfrm>
          <a:custGeom>
            <a:avLst/>
            <a:gdLst/>
            <a:ahLst/>
            <a:cxnLst/>
            <a:rect l="l" t="t" r="r" b="b"/>
            <a:pathLst>
              <a:path w="228600" h="2133600">
                <a:moveTo>
                  <a:pt x="228599" y="0"/>
                </a:moveTo>
                <a:lnTo>
                  <a:pt x="161373" y="34235"/>
                </a:lnTo>
                <a:lnTo>
                  <a:pt x="136538" y="72749"/>
                </a:lnTo>
                <a:lnTo>
                  <a:pt x="120188" y="121724"/>
                </a:lnTo>
                <a:lnTo>
                  <a:pt x="114299" y="178307"/>
                </a:lnTo>
                <a:lnTo>
                  <a:pt x="114299" y="865631"/>
                </a:lnTo>
                <a:lnTo>
                  <a:pt x="108411" y="921471"/>
                </a:lnTo>
                <a:lnTo>
                  <a:pt x="92061" y="969995"/>
                </a:lnTo>
                <a:lnTo>
                  <a:pt x="67226" y="1008278"/>
                </a:lnTo>
                <a:lnTo>
                  <a:pt x="35881" y="1033393"/>
                </a:lnTo>
                <a:lnTo>
                  <a:pt x="0" y="1042415"/>
                </a:lnTo>
                <a:lnTo>
                  <a:pt x="35881" y="1051596"/>
                </a:lnTo>
                <a:lnTo>
                  <a:pt x="67226" y="1077090"/>
                </a:lnTo>
                <a:lnTo>
                  <a:pt x="92061" y="1115824"/>
                </a:lnTo>
                <a:lnTo>
                  <a:pt x="108411" y="1164726"/>
                </a:lnTo>
                <a:lnTo>
                  <a:pt x="114299" y="1220723"/>
                </a:lnTo>
                <a:lnTo>
                  <a:pt x="114299" y="1955291"/>
                </a:lnTo>
                <a:lnTo>
                  <a:pt x="120188" y="2011875"/>
                </a:lnTo>
                <a:lnTo>
                  <a:pt x="136538" y="2060850"/>
                </a:lnTo>
                <a:lnTo>
                  <a:pt x="161373" y="2099364"/>
                </a:lnTo>
                <a:lnTo>
                  <a:pt x="192718" y="2124565"/>
                </a:lnTo>
                <a:lnTo>
                  <a:pt x="228599" y="2133599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459477" y="2638044"/>
            <a:ext cx="1983105" cy="699770"/>
          </a:xfrm>
          <a:custGeom>
            <a:avLst/>
            <a:gdLst/>
            <a:ahLst/>
            <a:cxnLst/>
            <a:rect l="l" t="t" r="r" b="b"/>
            <a:pathLst>
              <a:path w="1983104" h="699770">
                <a:moveTo>
                  <a:pt x="1828573" y="109597"/>
                </a:moveTo>
                <a:lnTo>
                  <a:pt x="1811059" y="54480"/>
                </a:lnTo>
                <a:lnTo>
                  <a:pt x="0" y="644652"/>
                </a:lnTo>
                <a:lnTo>
                  <a:pt x="18288" y="699516"/>
                </a:lnTo>
                <a:lnTo>
                  <a:pt x="1828573" y="109597"/>
                </a:lnTo>
                <a:close/>
              </a:path>
              <a:path w="1983104" h="699770">
                <a:moveTo>
                  <a:pt x="1982724" y="28956"/>
                </a:moveTo>
                <a:lnTo>
                  <a:pt x="1793748" y="0"/>
                </a:lnTo>
                <a:lnTo>
                  <a:pt x="1811059" y="54480"/>
                </a:lnTo>
                <a:lnTo>
                  <a:pt x="1837944" y="45720"/>
                </a:lnTo>
                <a:lnTo>
                  <a:pt x="1856232" y="100584"/>
                </a:lnTo>
                <a:lnTo>
                  <a:pt x="1856232" y="152637"/>
                </a:lnTo>
                <a:lnTo>
                  <a:pt x="1982724" y="28956"/>
                </a:lnTo>
                <a:close/>
              </a:path>
              <a:path w="1983104" h="699770">
                <a:moveTo>
                  <a:pt x="1856232" y="100584"/>
                </a:moveTo>
                <a:lnTo>
                  <a:pt x="1837944" y="45720"/>
                </a:lnTo>
                <a:lnTo>
                  <a:pt x="1811059" y="54480"/>
                </a:lnTo>
                <a:lnTo>
                  <a:pt x="1828573" y="109597"/>
                </a:lnTo>
                <a:lnTo>
                  <a:pt x="1856232" y="100584"/>
                </a:lnTo>
                <a:close/>
              </a:path>
              <a:path w="1983104" h="699770">
                <a:moveTo>
                  <a:pt x="1856232" y="152637"/>
                </a:moveTo>
                <a:lnTo>
                  <a:pt x="1856232" y="100584"/>
                </a:lnTo>
                <a:lnTo>
                  <a:pt x="1828573" y="109597"/>
                </a:lnTo>
                <a:lnTo>
                  <a:pt x="1845564" y="163068"/>
                </a:lnTo>
                <a:lnTo>
                  <a:pt x="1856232" y="1526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218428" y="5305045"/>
            <a:ext cx="995680" cy="239395"/>
          </a:xfrm>
          <a:custGeom>
            <a:avLst/>
            <a:gdLst/>
            <a:ahLst/>
            <a:cxnLst/>
            <a:rect l="l" t="t" r="r" b="b"/>
            <a:pathLst>
              <a:path w="995679" h="239395">
                <a:moveTo>
                  <a:pt x="829537" y="126667"/>
                </a:moveTo>
                <a:lnTo>
                  <a:pt x="9144" y="0"/>
                </a:lnTo>
                <a:lnTo>
                  <a:pt x="0" y="57912"/>
                </a:lnTo>
                <a:lnTo>
                  <a:pt x="820881" y="183181"/>
                </a:lnTo>
                <a:lnTo>
                  <a:pt x="829537" y="126667"/>
                </a:lnTo>
                <a:close/>
              </a:path>
              <a:path w="995679" h="239395">
                <a:moveTo>
                  <a:pt x="858012" y="224790"/>
                </a:moveTo>
                <a:lnTo>
                  <a:pt x="858012" y="131064"/>
                </a:lnTo>
                <a:lnTo>
                  <a:pt x="848868" y="187452"/>
                </a:lnTo>
                <a:lnTo>
                  <a:pt x="820881" y="183181"/>
                </a:lnTo>
                <a:lnTo>
                  <a:pt x="812292" y="239268"/>
                </a:lnTo>
                <a:lnTo>
                  <a:pt x="858012" y="224790"/>
                </a:lnTo>
                <a:close/>
              </a:path>
              <a:path w="995679" h="239395">
                <a:moveTo>
                  <a:pt x="858012" y="131064"/>
                </a:moveTo>
                <a:lnTo>
                  <a:pt x="829537" y="126667"/>
                </a:lnTo>
                <a:lnTo>
                  <a:pt x="820881" y="183181"/>
                </a:lnTo>
                <a:lnTo>
                  <a:pt x="848868" y="187452"/>
                </a:lnTo>
                <a:lnTo>
                  <a:pt x="858012" y="131064"/>
                </a:lnTo>
                <a:close/>
              </a:path>
              <a:path w="995679" h="239395">
                <a:moveTo>
                  <a:pt x="995172" y="181356"/>
                </a:moveTo>
                <a:lnTo>
                  <a:pt x="838200" y="70104"/>
                </a:lnTo>
                <a:lnTo>
                  <a:pt x="829537" y="126667"/>
                </a:lnTo>
                <a:lnTo>
                  <a:pt x="858012" y="131064"/>
                </a:lnTo>
                <a:lnTo>
                  <a:pt x="858012" y="224790"/>
                </a:lnTo>
                <a:lnTo>
                  <a:pt x="995172" y="1813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Mapeamento</a:t>
            </a:r>
            <a:r>
              <a:rPr spc="-65" dirty="0"/>
              <a:t> </a:t>
            </a:r>
            <a:r>
              <a:rPr dirty="0"/>
              <a:t>MER</a:t>
            </a:r>
            <a:r>
              <a:rPr spc="-65" dirty="0"/>
              <a:t> </a:t>
            </a:r>
            <a:r>
              <a:rPr dirty="0"/>
              <a:t>–</a:t>
            </a:r>
            <a:r>
              <a:rPr spc="-85" dirty="0"/>
              <a:t> </a:t>
            </a:r>
            <a:r>
              <a:rPr spc="-10" dirty="0"/>
              <a:t>Relacional </a:t>
            </a:r>
            <a:r>
              <a:rPr dirty="0"/>
              <a:t>Passos</a:t>
            </a:r>
            <a:r>
              <a:rPr spc="-3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Mapeamento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3" y="2471419"/>
            <a:ext cx="7049134" cy="39096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4965" marR="262255" indent="-342900">
              <a:lnSpc>
                <a:spcPts val="3020"/>
              </a:lnSpc>
              <a:spcBef>
                <a:spcPts val="480"/>
              </a:spcBef>
              <a:buAutoNum type="arabicPeriod"/>
              <a:tabLst>
                <a:tab pos="354965" algn="l"/>
                <a:tab pos="424180" algn="l"/>
              </a:tabLst>
            </a:pPr>
            <a:r>
              <a:rPr sz="2800" dirty="0">
                <a:latin typeface="Tahoma"/>
                <a:cs typeface="Tahoma"/>
              </a:rPr>
              <a:t>	Mapear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todos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conjuntos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entidades </a:t>
            </a:r>
            <a:r>
              <a:rPr sz="2800" dirty="0">
                <a:latin typeface="Tahoma"/>
                <a:cs typeface="Tahoma"/>
              </a:rPr>
              <a:t>regulares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(não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fracas);</a:t>
            </a:r>
            <a:endParaRPr sz="2800">
              <a:latin typeface="Tahoma"/>
              <a:cs typeface="Tahoma"/>
            </a:endParaRPr>
          </a:p>
          <a:p>
            <a:pPr marL="424815" indent="-412115">
              <a:lnSpc>
                <a:spcPts val="2820"/>
              </a:lnSpc>
              <a:buAutoNum type="arabicPeriod"/>
              <a:tabLst>
                <a:tab pos="424815" algn="l"/>
              </a:tabLst>
            </a:pPr>
            <a:r>
              <a:rPr sz="2800" dirty="0">
                <a:latin typeface="Tahoma"/>
                <a:cs typeface="Tahoma"/>
              </a:rPr>
              <a:t>Mapear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todos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conjuntos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entidades</a:t>
            </a:r>
            <a:endParaRPr sz="2800">
              <a:latin typeface="Tahoma"/>
              <a:cs typeface="Tahoma"/>
            </a:endParaRPr>
          </a:p>
          <a:p>
            <a:pPr marL="354965">
              <a:lnSpc>
                <a:spcPts val="3030"/>
              </a:lnSpc>
            </a:pPr>
            <a:r>
              <a:rPr sz="2800" spc="-10" dirty="0">
                <a:latin typeface="Tahoma"/>
                <a:cs typeface="Tahoma"/>
              </a:rPr>
              <a:t>fracas;</a:t>
            </a:r>
            <a:endParaRPr sz="2800">
              <a:latin typeface="Tahoma"/>
              <a:cs typeface="Tahoma"/>
            </a:endParaRPr>
          </a:p>
          <a:p>
            <a:pPr marL="354965" marR="5080" indent="-342900">
              <a:lnSpc>
                <a:spcPts val="3020"/>
              </a:lnSpc>
              <a:spcBef>
                <a:spcPts val="215"/>
              </a:spcBef>
              <a:buAutoNum type="arabicPeriod" startAt="3"/>
              <a:tabLst>
                <a:tab pos="354965" algn="l"/>
                <a:tab pos="424180" algn="l"/>
              </a:tabLst>
            </a:pPr>
            <a:r>
              <a:rPr sz="2800" dirty="0">
                <a:latin typeface="Tahoma"/>
                <a:cs typeface="Tahoma"/>
              </a:rPr>
              <a:t>	Mapear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todos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conjuntos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dirty="0">
                <a:latin typeface="Tahoma"/>
                <a:cs typeface="Tahoma"/>
              </a:rPr>
              <a:t>relacionamentos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com</a:t>
            </a:r>
            <a:r>
              <a:rPr sz="2800" spc="-60" dirty="0">
                <a:latin typeface="Tahoma"/>
                <a:cs typeface="Tahoma"/>
              </a:rPr>
              <a:t>  </a:t>
            </a:r>
            <a:r>
              <a:rPr sz="2800" dirty="0">
                <a:latin typeface="Tahoma"/>
                <a:cs typeface="Tahoma"/>
              </a:rPr>
              <a:t>cardinalidade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1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X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1;</a:t>
            </a:r>
            <a:endParaRPr sz="2800">
              <a:latin typeface="Tahoma"/>
              <a:cs typeface="Tahoma"/>
            </a:endParaRPr>
          </a:p>
          <a:p>
            <a:pPr marL="354965" marR="343535" indent="-342900">
              <a:lnSpc>
                <a:spcPts val="3020"/>
              </a:lnSpc>
              <a:spcBef>
                <a:spcPts val="5"/>
              </a:spcBef>
              <a:buAutoNum type="arabicPeriod" startAt="3"/>
              <a:tabLst>
                <a:tab pos="354965" algn="l"/>
                <a:tab pos="424180" algn="l"/>
              </a:tabLst>
            </a:pPr>
            <a:r>
              <a:rPr sz="2800" dirty="0">
                <a:latin typeface="Tahoma"/>
                <a:cs typeface="Tahoma"/>
              </a:rPr>
              <a:t>	Mapear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todos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conjuntos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dirty="0">
                <a:latin typeface="Tahoma"/>
                <a:cs typeface="Tahoma"/>
              </a:rPr>
              <a:t>relacionamentos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cardinalidade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1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X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N;</a:t>
            </a:r>
            <a:endParaRPr sz="2800">
              <a:latin typeface="Tahoma"/>
              <a:cs typeface="Tahoma"/>
            </a:endParaRPr>
          </a:p>
          <a:p>
            <a:pPr marL="354965" marR="262255" indent="-342900">
              <a:lnSpc>
                <a:spcPts val="3020"/>
              </a:lnSpc>
              <a:spcBef>
                <a:spcPts val="10"/>
              </a:spcBef>
              <a:buAutoNum type="arabicPeriod" startAt="3"/>
              <a:tabLst>
                <a:tab pos="354965" algn="l"/>
                <a:tab pos="424180" algn="l"/>
              </a:tabLst>
            </a:pPr>
            <a:r>
              <a:rPr sz="2800" dirty="0">
                <a:latin typeface="Tahoma"/>
                <a:cs typeface="Tahoma"/>
              </a:rPr>
              <a:t>	Mapear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todos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conjuntos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dirty="0">
                <a:latin typeface="Tahoma"/>
                <a:cs typeface="Tahoma"/>
              </a:rPr>
              <a:t>relacionamentos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cardinalidade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X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M;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Mapeamento</a:t>
            </a:r>
            <a:r>
              <a:rPr spc="-65" dirty="0"/>
              <a:t> </a:t>
            </a:r>
            <a:r>
              <a:rPr dirty="0"/>
              <a:t>MER</a:t>
            </a:r>
            <a:r>
              <a:rPr spc="-65" dirty="0"/>
              <a:t> </a:t>
            </a:r>
            <a:r>
              <a:rPr dirty="0"/>
              <a:t>–</a:t>
            </a:r>
            <a:r>
              <a:rPr spc="-85" dirty="0"/>
              <a:t> </a:t>
            </a:r>
            <a:r>
              <a:rPr spc="-10" dirty="0"/>
              <a:t>Relacional </a:t>
            </a:r>
            <a:r>
              <a:rPr dirty="0"/>
              <a:t>Passos</a:t>
            </a:r>
            <a:r>
              <a:rPr spc="-3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Mapeamento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4" y="2504947"/>
            <a:ext cx="6919595" cy="2463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748030" indent="-342900">
              <a:spcBef>
                <a:spcPts val="100"/>
              </a:spcBef>
              <a:buSzPct val="98437"/>
              <a:buAutoNum type="arabicPeriod" startAt="7"/>
              <a:tabLst>
                <a:tab pos="354965" algn="l"/>
                <a:tab pos="483870" algn="l"/>
              </a:tabLst>
            </a:pPr>
            <a:r>
              <a:rPr sz="3200" dirty="0">
                <a:latin typeface="Tahoma"/>
                <a:cs typeface="Tahoma"/>
              </a:rPr>
              <a:t>Mapear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todas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ocorrências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de </a:t>
            </a:r>
            <a:r>
              <a:rPr sz="3200" dirty="0">
                <a:latin typeface="Tahoma"/>
                <a:cs typeface="Tahoma"/>
              </a:rPr>
              <a:t>abstração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generalização;</a:t>
            </a:r>
            <a:endParaRPr sz="3200">
              <a:latin typeface="Tahoma"/>
              <a:cs typeface="Tahoma"/>
            </a:endParaRPr>
          </a:p>
          <a:p>
            <a:pPr marL="354965" marR="873125" indent="-350520">
              <a:lnSpc>
                <a:spcPts val="3829"/>
              </a:lnSpc>
              <a:spcBef>
                <a:spcPts val="140"/>
              </a:spcBef>
              <a:buSzPct val="98437"/>
              <a:buAutoNum type="arabicPeriod" startAt="7"/>
              <a:tabLst>
                <a:tab pos="354965" algn="l"/>
                <a:tab pos="356870" algn="l"/>
              </a:tabLst>
            </a:pPr>
            <a:r>
              <a:rPr sz="3200" dirty="0">
                <a:latin typeface="Tahoma"/>
                <a:cs typeface="Tahoma"/>
              </a:rPr>
              <a:t>	Mapear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todas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ocorrências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de </a:t>
            </a:r>
            <a:r>
              <a:rPr sz="3200" dirty="0">
                <a:latin typeface="Tahoma"/>
                <a:cs typeface="Tahoma"/>
              </a:rPr>
              <a:t>abstração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agregação.</a:t>
            </a:r>
            <a:endParaRPr sz="3200">
              <a:latin typeface="Tahoma"/>
              <a:cs typeface="Tahoma"/>
            </a:endParaRPr>
          </a:p>
          <a:p>
            <a:pPr marL="484505" indent="-471805">
              <a:lnSpc>
                <a:spcPts val="3710"/>
              </a:lnSpc>
              <a:buSzPct val="98437"/>
              <a:buAutoNum type="arabicPeriod" startAt="7"/>
              <a:tabLst>
                <a:tab pos="484505" algn="l"/>
              </a:tabLst>
            </a:pPr>
            <a:r>
              <a:rPr sz="3200" dirty="0">
                <a:latin typeface="Tahoma"/>
                <a:cs typeface="Tahoma"/>
              </a:rPr>
              <a:t>Mapear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atributos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multivalorados.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27374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Exercício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4" y="2504947"/>
            <a:ext cx="735774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spcBef>
                <a:spcPts val="100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Com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base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no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documento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Requisitos </a:t>
            </a:r>
            <a:r>
              <a:rPr sz="3200" dirty="0">
                <a:latin typeface="Tahoma"/>
                <a:cs typeface="Tahoma"/>
              </a:rPr>
              <a:t>fazer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Mapeamento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para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Modelo </a:t>
            </a:r>
            <a:r>
              <a:rPr sz="3200" dirty="0">
                <a:latin typeface="Tahoma"/>
                <a:cs typeface="Tahoma"/>
              </a:rPr>
              <a:t>Entidade</a:t>
            </a:r>
            <a:r>
              <a:rPr sz="3200" spc="-114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Relacionamento.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51504" y="2710686"/>
            <a:ext cx="712215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400" dirty="0"/>
              <a:t>Normalização</a:t>
            </a:r>
            <a:r>
              <a:rPr sz="5400" spc="-140" dirty="0"/>
              <a:t> </a:t>
            </a:r>
            <a:r>
              <a:rPr sz="5400" dirty="0"/>
              <a:t>de</a:t>
            </a:r>
            <a:r>
              <a:rPr sz="5400" spc="-160" dirty="0"/>
              <a:t> </a:t>
            </a:r>
            <a:r>
              <a:rPr sz="5400" spc="-10" dirty="0"/>
              <a:t>Dados</a:t>
            </a:r>
            <a:endParaRPr sz="540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Normalização</a:t>
            </a:r>
            <a:r>
              <a:rPr spc="-110" dirty="0"/>
              <a:t> </a:t>
            </a:r>
            <a:r>
              <a:rPr dirty="0"/>
              <a:t>de</a:t>
            </a:r>
            <a:r>
              <a:rPr spc="-114" dirty="0"/>
              <a:t> </a:t>
            </a:r>
            <a:r>
              <a:rPr spc="-10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3" y="2506472"/>
            <a:ext cx="7602220" cy="4057521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4965" marR="857885" indent="-342900">
              <a:lnSpc>
                <a:spcPct val="100400"/>
              </a:lnSpc>
              <a:spcBef>
                <a:spcPts val="8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Ao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normalizarmos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informação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estamos garantindo:</a:t>
            </a:r>
            <a:endParaRPr sz="2800">
              <a:latin typeface="Tahoma"/>
              <a:cs typeface="Tahoma"/>
            </a:endParaRPr>
          </a:p>
          <a:p>
            <a:pPr marL="756285" marR="5080" lvl="1" indent="-287020">
              <a:lnSpc>
                <a:spcPct val="99800"/>
              </a:lnSpc>
              <a:spcBef>
                <a:spcPts val="56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não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existência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redundâncias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(cada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deve </a:t>
            </a:r>
            <a:r>
              <a:rPr sz="2400" dirty="0">
                <a:latin typeface="Tahoma"/>
                <a:cs typeface="Tahoma"/>
              </a:rPr>
              <a:t>ser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armazenado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uma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única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vez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numa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única localização)</a:t>
            </a:r>
            <a:endParaRPr sz="2400">
              <a:latin typeface="Tahoma"/>
              <a:cs typeface="Tahoma"/>
            </a:endParaRPr>
          </a:p>
          <a:p>
            <a:pPr marL="756285" marR="265430" lvl="1" indent="-287020">
              <a:lnSpc>
                <a:spcPct val="999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Consistência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Informação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Qualquer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operação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manipulação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informação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(Inserção, </a:t>
            </a:r>
            <a:r>
              <a:rPr sz="2400" dirty="0">
                <a:latin typeface="Tahoma"/>
                <a:cs typeface="Tahoma"/>
              </a:rPr>
              <a:t>Alteração,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Destruição)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deve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afetar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uma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só </a:t>
            </a:r>
            <a:r>
              <a:rPr sz="2400" dirty="0">
                <a:latin typeface="Tahoma"/>
                <a:cs typeface="Tahoma"/>
              </a:rPr>
              <a:t>ocorrência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um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dado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spcBef>
                <a:spcPts val="56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Visão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relacional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dos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dados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SGBD</a:t>
            </a:r>
            <a:r>
              <a:rPr spc="-30" dirty="0"/>
              <a:t> </a:t>
            </a:r>
            <a:r>
              <a:rPr dirty="0"/>
              <a:t>+</a:t>
            </a:r>
            <a:r>
              <a:rPr spc="-35" dirty="0"/>
              <a:t> </a:t>
            </a:r>
            <a:r>
              <a:rPr dirty="0"/>
              <a:t>Banco</a:t>
            </a:r>
            <a:r>
              <a:rPr spc="-45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spc="-10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3" y="2426614"/>
            <a:ext cx="5100320" cy="4468531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54965" indent="-342265">
              <a:spcBef>
                <a:spcPts val="445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Independência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dados</a:t>
            </a:r>
            <a:endParaRPr sz="2800">
              <a:latin typeface="Tahoma"/>
              <a:cs typeface="Tahoma"/>
            </a:endParaRPr>
          </a:p>
          <a:p>
            <a:pPr marL="354965" indent="-342265">
              <a:spcBef>
                <a:spcPts val="35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Consistência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dados</a:t>
            </a:r>
            <a:endParaRPr sz="2800">
              <a:latin typeface="Tahoma"/>
              <a:cs typeface="Tahoma"/>
            </a:endParaRPr>
          </a:p>
          <a:p>
            <a:pPr>
              <a:spcBef>
                <a:spcPts val="490"/>
              </a:spcBef>
              <a:buClr>
                <a:srgbClr val="3232CC"/>
              </a:buClr>
              <a:buFont typeface="Segoe UI Symbol"/>
              <a:buChar char="■"/>
            </a:pPr>
            <a:endParaRPr sz="2800">
              <a:latin typeface="Tahoma"/>
              <a:cs typeface="Tahoma"/>
            </a:endParaRPr>
          </a:p>
          <a:p>
            <a:pPr marL="354965" indent="-342265">
              <a:buClr>
                <a:srgbClr val="3232CC"/>
              </a:buClr>
              <a:buSzPct val="57627"/>
              <a:buFont typeface="Segoe UI Symbol"/>
              <a:buChar char="■"/>
              <a:tabLst>
                <a:tab pos="354965" algn="l"/>
              </a:tabLst>
            </a:pPr>
            <a:r>
              <a:rPr sz="2950" i="1" spc="-254" dirty="0">
                <a:latin typeface="Verdana"/>
                <a:cs typeface="Verdana"/>
              </a:rPr>
              <a:t>SGBD</a:t>
            </a:r>
            <a:r>
              <a:rPr sz="2950" i="1" spc="-254" dirty="0">
                <a:latin typeface="Arial"/>
                <a:cs typeface="Arial"/>
              </a:rPr>
              <a:t>🡪</a:t>
            </a:r>
            <a:r>
              <a:rPr sz="2950" i="1" spc="-254" dirty="0">
                <a:latin typeface="Verdana"/>
                <a:cs typeface="Verdana"/>
              </a:rPr>
              <a:t>Regras</a:t>
            </a:r>
            <a:r>
              <a:rPr sz="2950" i="1" spc="-160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de</a:t>
            </a:r>
            <a:r>
              <a:rPr sz="2950" i="1" spc="-145" dirty="0">
                <a:latin typeface="Verdana"/>
                <a:cs typeface="Verdana"/>
              </a:rPr>
              <a:t> </a:t>
            </a:r>
            <a:r>
              <a:rPr sz="2950" i="1" spc="-360" dirty="0">
                <a:latin typeface="Verdana"/>
                <a:cs typeface="Verdana"/>
              </a:rPr>
              <a:t>Integridade</a:t>
            </a:r>
            <a:endParaRPr sz="2950">
              <a:latin typeface="Verdana"/>
              <a:cs typeface="Verdana"/>
            </a:endParaRPr>
          </a:p>
          <a:p>
            <a:pPr marL="756285" lvl="1" indent="-287020">
              <a:spcBef>
                <a:spcPts val="254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spc="155" dirty="0">
                <a:latin typeface="Tahoma"/>
                <a:cs typeface="Tahoma"/>
              </a:rPr>
              <a:t>Validade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spcBef>
                <a:spcPts val="259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spc="165" dirty="0">
                <a:latin typeface="Tahoma"/>
                <a:cs typeface="Tahoma"/>
              </a:rPr>
              <a:t>Completeza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spcBef>
                <a:spcPts val="258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spc="150" dirty="0">
                <a:latin typeface="Tahoma"/>
                <a:cs typeface="Tahoma"/>
              </a:rPr>
              <a:t>Consistência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Consistência</a:t>
            </a:r>
            <a:r>
              <a:rPr spc="-65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3" y="2504946"/>
            <a:ext cx="6767830" cy="3930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348615" indent="-342900">
              <a:spcBef>
                <a:spcPts val="100"/>
              </a:spcBef>
            </a:pPr>
            <a:r>
              <a:rPr sz="3200" dirty="0">
                <a:latin typeface="Tahoma"/>
                <a:cs typeface="Tahoma"/>
              </a:rPr>
              <a:t>O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controle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consistência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pode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ser </a:t>
            </a:r>
            <a:r>
              <a:rPr sz="3200" spc="-10" dirty="0">
                <a:latin typeface="Tahoma"/>
                <a:cs typeface="Tahoma"/>
              </a:rPr>
              <a:t>exercido:</a:t>
            </a:r>
            <a:endParaRPr sz="3200">
              <a:latin typeface="Tahoma"/>
              <a:cs typeface="Tahoma"/>
            </a:endParaRPr>
          </a:p>
          <a:p>
            <a:pPr marL="356235" indent="-343535">
              <a:spcBef>
                <a:spcPts val="3679"/>
              </a:spcBef>
              <a:buClr>
                <a:srgbClr val="3232CC"/>
              </a:buClr>
              <a:buSzPct val="56716"/>
              <a:buFont typeface="Segoe UI Symbol"/>
              <a:buChar char="■"/>
              <a:tabLst>
                <a:tab pos="356235" algn="l"/>
              </a:tabLst>
            </a:pPr>
            <a:r>
              <a:rPr sz="3350" i="1" spc="-275" dirty="0">
                <a:latin typeface="Verdana"/>
                <a:cs typeface="Verdana"/>
              </a:rPr>
              <a:t>Pelo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25" dirty="0">
                <a:latin typeface="Verdana"/>
                <a:cs typeface="Verdana"/>
              </a:rPr>
              <a:t>gerenciador;</a:t>
            </a:r>
            <a:endParaRPr sz="3350">
              <a:latin typeface="Verdana"/>
              <a:cs typeface="Verdana"/>
            </a:endParaRPr>
          </a:p>
          <a:p>
            <a:pPr marL="356235" indent="-343535">
              <a:spcBef>
                <a:spcPts val="3660"/>
              </a:spcBef>
              <a:buClr>
                <a:srgbClr val="3232CC"/>
              </a:buClr>
              <a:buSzPct val="56716"/>
              <a:buFont typeface="Segoe UI Symbol"/>
              <a:buChar char="■"/>
              <a:tabLst>
                <a:tab pos="356235" algn="l"/>
              </a:tabLst>
            </a:pPr>
            <a:r>
              <a:rPr sz="3350" i="1" spc="-285" dirty="0">
                <a:latin typeface="Verdana"/>
                <a:cs typeface="Verdana"/>
              </a:rPr>
              <a:t>Pelos</a:t>
            </a:r>
            <a:r>
              <a:rPr sz="3350" i="1" spc="-190" dirty="0">
                <a:latin typeface="Verdana"/>
                <a:cs typeface="Verdana"/>
              </a:rPr>
              <a:t> </a:t>
            </a:r>
            <a:r>
              <a:rPr sz="3350" i="1" spc="-315" dirty="0">
                <a:latin typeface="Verdana"/>
                <a:cs typeface="Verdana"/>
              </a:rPr>
              <a:t>aplicativos;</a:t>
            </a:r>
            <a:endParaRPr sz="3350">
              <a:latin typeface="Verdana"/>
              <a:cs typeface="Verdana"/>
            </a:endParaRPr>
          </a:p>
          <a:p>
            <a:pPr marL="356235" indent="-343535">
              <a:spcBef>
                <a:spcPts val="3660"/>
              </a:spcBef>
              <a:buClr>
                <a:srgbClr val="3232CC"/>
              </a:buClr>
              <a:buSzPct val="56716"/>
              <a:buFont typeface="Segoe UI Symbol"/>
              <a:buChar char="■"/>
              <a:tabLst>
                <a:tab pos="356235" algn="l"/>
              </a:tabLst>
            </a:pPr>
            <a:r>
              <a:rPr sz="3350" i="1" spc="-285" dirty="0">
                <a:latin typeface="Verdana"/>
                <a:cs typeface="Verdana"/>
              </a:rPr>
              <a:t>Pela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00" dirty="0">
                <a:latin typeface="Verdana"/>
                <a:cs typeface="Verdana"/>
              </a:rPr>
              <a:t>própria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10" dirty="0">
                <a:latin typeface="Verdana"/>
                <a:cs typeface="Verdana"/>
              </a:rPr>
              <a:t>construção</a:t>
            </a:r>
            <a:r>
              <a:rPr sz="3350" i="1" spc="-165" dirty="0">
                <a:latin typeface="Verdana"/>
                <a:cs typeface="Verdana"/>
              </a:rPr>
              <a:t> </a:t>
            </a:r>
            <a:r>
              <a:rPr sz="3350" i="1" spc="-320" dirty="0">
                <a:latin typeface="Verdana"/>
                <a:cs typeface="Verdana"/>
              </a:rPr>
              <a:t>do</a:t>
            </a:r>
            <a:r>
              <a:rPr sz="3350" i="1" spc="-165" dirty="0">
                <a:latin typeface="Verdana"/>
                <a:cs typeface="Verdana"/>
              </a:rPr>
              <a:t> </a:t>
            </a:r>
            <a:r>
              <a:rPr sz="3350" i="1" spc="-345" dirty="0">
                <a:latin typeface="Verdana"/>
                <a:cs typeface="Verdana"/>
              </a:rPr>
              <a:t>sistema.</a:t>
            </a:r>
            <a:endParaRPr sz="3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Consistência</a:t>
            </a:r>
            <a:r>
              <a:rPr spc="-6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4" y="2506472"/>
            <a:ext cx="7599045" cy="42259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4965" marR="610870" indent="-342900">
              <a:lnSpc>
                <a:spcPct val="100400"/>
              </a:lnSpc>
              <a:spcBef>
                <a:spcPts val="8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Manter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consistência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pela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própria </a:t>
            </a:r>
            <a:r>
              <a:rPr sz="2800" dirty="0">
                <a:latin typeface="Tahoma"/>
                <a:cs typeface="Tahoma"/>
              </a:rPr>
              <a:t>construção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do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sistema:</a:t>
            </a:r>
            <a:endParaRPr sz="2800">
              <a:latin typeface="Tahoma"/>
              <a:cs typeface="Tahoma"/>
            </a:endParaRPr>
          </a:p>
          <a:p>
            <a:pPr marL="756285" marR="5080" lvl="1" indent="-287020">
              <a:lnSpc>
                <a:spcPct val="119800"/>
              </a:lnSpc>
              <a:spcBef>
                <a:spcPts val="277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Controlar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construção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sistema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através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da </a:t>
            </a:r>
            <a:r>
              <a:rPr sz="2400" dirty="0">
                <a:latin typeface="Tahoma"/>
                <a:cs typeface="Tahoma"/>
              </a:rPr>
              <a:t>criação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tabelas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segundo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regras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garantam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a </a:t>
            </a:r>
            <a:r>
              <a:rPr sz="2400" dirty="0">
                <a:latin typeface="Tahoma"/>
                <a:cs typeface="Tahoma"/>
              </a:rPr>
              <a:t>manutenção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certas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propriedades.</a:t>
            </a:r>
            <a:endParaRPr sz="2400">
              <a:latin typeface="Tahoma"/>
              <a:cs typeface="Tahoma"/>
            </a:endParaRPr>
          </a:p>
          <a:p>
            <a:pPr marL="752475" marR="960755" lvl="1" indent="-283210" algn="just">
              <a:lnSpc>
                <a:spcPct val="119800"/>
              </a:lnSpc>
              <a:spcBef>
                <a:spcPts val="287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As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tabelas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atendem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um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determinado 	</a:t>
            </a:r>
            <a:r>
              <a:rPr sz="2400" dirty="0">
                <a:latin typeface="Tahoma"/>
                <a:cs typeface="Tahoma"/>
              </a:rPr>
              <a:t>conjunto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regras,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diz-</a:t>
            </a:r>
            <a:r>
              <a:rPr sz="2400" dirty="0">
                <a:latin typeface="Tahoma"/>
                <a:cs typeface="Tahoma"/>
              </a:rPr>
              <a:t>se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estarem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em</a:t>
            </a:r>
            <a:r>
              <a:rPr sz="2400" spc="-25" dirty="0">
                <a:latin typeface="Tahoma"/>
                <a:cs typeface="Tahoma"/>
              </a:rPr>
              <a:t> uma 	</a:t>
            </a:r>
            <a:r>
              <a:rPr sz="2400" dirty="0">
                <a:latin typeface="Tahoma"/>
                <a:cs typeface="Tahoma"/>
              </a:rPr>
              <a:t>determinada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180" dirty="0">
                <a:latin typeface="Tahoma"/>
                <a:cs typeface="Tahoma"/>
              </a:rPr>
              <a:t>forma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145" dirty="0">
                <a:latin typeface="Tahoma"/>
                <a:cs typeface="Tahoma"/>
              </a:rPr>
              <a:t>normal.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72516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Primeira</a:t>
            </a:r>
            <a:r>
              <a:rPr spc="-125" dirty="0"/>
              <a:t> </a:t>
            </a:r>
            <a:r>
              <a:rPr dirty="0"/>
              <a:t>Forma</a:t>
            </a:r>
            <a:r>
              <a:rPr spc="-114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02833" y="2475990"/>
            <a:ext cx="851535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marR="17780" indent="-342900">
              <a:spcBef>
                <a:spcPts val="100"/>
              </a:spcBef>
              <a:buClr>
                <a:srgbClr val="3232CC"/>
              </a:buClr>
              <a:buSzPct val="60000"/>
              <a:buFont typeface="Segoe UI Symbol"/>
              <a:buChar char="■"/>
              <a:tabLst>
                <a:tab pos="367665" algn="l"/>
              </a:tabLst>
            </a:pPr>
            <a:r>
              <a:rPr sz="3000" dirty="0">
                <a:latin typeface="Tahoma"/>
                <a:cs typeface="Tahoma"/>
              </a:rPr>
              <a:t>Uma</a:t>
            </a:r>
            <a:r>
              <a:rPr sz="3000" spc="-25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relação</a:t>
            </a:r>
            <a:r>
              <a:rPr sz="3000" spc="-20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está</a:t>
            </a:r>
            <a:r>
              <a:rPr sz="3000" spc="-25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na</a:t>
            </a:r>
            <a:r>
              <a:rPr sz="3000" spc="-30" dirty="0">
                <a:latin typeface="Tahoma"/>
                <a:cs typeface="Tahoma"/>
              </a:rPr>
              <a:t> </a:t>
            </a:r>
            <a:r>
              <a:rPr sz="3000" spc="140" dirty="0">
                <a:latin typeface="Tahoma"/>
                <a:cs typeface="Tahoma"/>
              </a:rPr>
              <a:t>1</a:t>
            </a:r>
            <a:r>
              <a:rPr sz="3000" spc="209" baseline="25000" dirty="0">
                <a:latin typeface="Tahoma"/>
                <a:cs typeface="Tahoma"/>
              </a:rPr>
              <a:t>a.</a:t>
            </a:r>
            <a:r>
              <a:rPr sz="3000" spc="345" baseline="25000" dirty="0">
                <a:latin typeface="Tahoma"/>
                <a:cs typeface="Tahoma"/>
              </a:rPr>
              <a:t> </a:t>
            </a:r>
            <a:r>
              <a:rPr sz="3000" spc="229" dirty="0">
                <a:latin typeface="Tahoma"/>
                <a:cs typeface="Tahoma"/>
              </a:rPr>
              <a:t>forma</a:t>
            </a:r>
            <a:r>
              <a:rPr sz="3000" spc="-80" dirty="0">
                <a:latin typeface="Tahoma"/>
                <a:cs typeface="Tahoma"/>
              </a:rPr>
              <a:t> </a:t>
            </a:r>
            <a:r>
              <a:rPr sz="3000" spc="235" dirty="0">
                <a:latin typeface="Tahoma"/>
                <a:cs typeface="Tahoma"/>
              </a:rPr>
              <a:t>normal</a:t>
            </a:r>
            <a:r>
              <a:rPr sz="3000" spc="-30" dirty="0">
                <a:latin typeface="Tahoma"/>
                <a:cs typeface="Tahoma"/>
              </a:rPr>
              <a:t> </a:t>
            </a:r>
            <a:r>
              <a:rPr sz="3000" spc="-10" dirty="0">
                <a:latin typeface="Tahoma"/>
                <a:cs typeface="Tahoma"/>
              </a:rPr>
              <a:t>quando </a:t>
            </a:r>
            <a:r>
              <a:rPr sz="3000" dirty="0">
                <a:latin typeface="Tahoma"/>
                <a:cs typeface="Tahoma"/>
              </a:rPr>
              <a:t>todos</a:t>
            </a:r>
            <a:r>
              <a:rPr sz="3000" spc="-50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os</a:t>
            </a:r>
            <a:r>
              <a:rPr sz="3000" spc="-55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seus</a:t>
            </a:r>
            <a:r>
              <a:rPr sz="3000" spc="-45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atributos</a:t>
            </a:r>
            <a:r>
              <a:rPr sz="3000" spc="-45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são</a:t>
            </a:r>
            <a:r>
              <a:rPr sz="3000" spc="-50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atômicos</a:t>
            </a:r>
            <a:r>
              <a:rPr sz="3000" spc="-55" dirty="0">
                <a:latin typeface="Tahoma"/>
                <a:cs typeface="Tahoma"/>
              </a:rPr>
              <a:t> </a:t>
            </a:r>
            <a:r>
              <a:rPr sz="3000" spc="-60" dirty="0">
                <a:latin typeface="Tahoma"/>
                <a:cs typeface="Tahoma"/>
              </a:rPr>
              <a:t>e </a:t>
            </a:r>
            <a:r>
              <a:rPr sz="3000" spc="-10" dirty="0">
                <a:latin typeface="Tahoma"/>
                <a:cs typeface="Tahoma"/>
              </a:rPr>
              <a:t>monovalorados.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69026" y="4283964"/>
            <a:ext cx="8430895" cy="2413000"/>
          </a:xfrm>
          <a:custGeom>
            <a:avLst/>
            <a:gdLst/>
            <a:ahLst/>
            <a:cxnLst/>
            <a:rect l="l" t="t" r="r" b="b"/>
            <a:pathLst>
              <a:path w="8430895" h="2413000">
                <a:moveTo>
                  <a:pt x="0" y="33527"/>
                </a:moveTo>
                <a:lnTo>
                  <a:pt x="0" y="2409443"/>
                </a:lnTo>
                <a:lnTo>
                  <a:pt x="8430767" y="2409443"/>
                </a:lnTo>
                <a:lnTo>
                  <a:pt x="8430767" y="33527"/>
                </a:lnTo>
                <a:lnTo>
                  <a:pt x="0" y="33527"/>
                </a:lnTo>
                <a:close/>
              </a:path>
              <a:path w="8430895" h="2413000">
                <a:moveTo>
                  <a:pt x="1659642" y="38099"/>
                </a:moveTo>
                <a:lnTo>
                  <a:pt x="1659642" y="2407919"/>
                </a:lnTo>
              </a:path>
              <a:path w="8430895" h="2413000">
                <a:moveTo>
                  <a:pt x="3159258" y="0"/>
                </a:moveTo>
                <a:lnTo>
                  <a:pt x="3159258" y="2412491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72073" y="4303777"/>
            <a:ext cx="8441690" cy="2411095"/>
          </a:xfrm>
          <a:custGeom>
            <a:avLst/>
            <a:gdLst/>
            <a:ahLst/>
            <a:cxnLst/>
            <a:rect l="l" t="t" r="r" b="b"/>
            <a:pathLst>
              <a:path w="8441690" h="2411095">
                <a:moveTo>
                  <a:pt x="8427725" y="734567"/>
                </a:moveTo>
                <a:lnTo>
                  <a:pt x="4571" y="734567"/>
                </a:lnTo>
              </a:path>
              <a:path w="8441690" h="2411095">
                <a:moveTo>
                  <a:pt x="8427725" y="1235963"/>
                </a:moveTo>
                <a:lnTo>
                  <a:pt x="0" y="1235963"/>
                </a:lnTo>
              </a:path>
              <a:path w="8441690" h="2411095">
                <a:moveTo>
                  <a:pt x="8441441" y="1813559"/>
                </a:moveTo>
                <a:lnTo>
                  <a:pt x="4571" y="1813559"/>
                </a:lnTo>
              </a:path>
              <a:path w="8441690" h="2411095">
                <a:moveTo>
                  <a:pt x="5148077" y="0"/>
                </a:moveTo>
                <a:lnTo>
                  <a:pt x="5148077" y="2410967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431274" y="4422138"/>
            <a:ext cx="1925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Nome_Filhos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08699" y="4463287"/>
            <a:ext cx="11728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000" b="1" spc="-10" dirty="0">
                <a:latin typeface="Arial"/>
                <a:cs typeface="Arial"/>
              </a:rPr>
              <a:t>Endereço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7924" y="4402326"/>
            <a:ext cx="859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Nome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1256" y="4441951"/>
            <a:ext cx="11004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Dt.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Nasc.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60945" y="4245864"/>
            <a:ext cx="2952115" cy="935990"/>
          </a:xfrm>
          <a:custGeom>
            <a:avLst/>
            <a:gdLst/>
            <a:ahLst/>
            <a:cxnLst/>
            <a:rect l="l" t="t" r="r" b="b"/>
            <a:pathLst>
              <a:path w="2952115" h="935989">
                <a:moveTo>
                  <a:pt x="1475231" y="0"/>
                </a:moveTo>
                <a:lnTo>
                  <a:pt x="1405861" y="511"/>
                </a:lnTo>
                <a:lnTo>
                  <a:pt x="1337308" y="2029"/>
                </a:lnTo>
                <a:lnTo>
                  <a:pt x="1269644" y="4532"/>
                </a:lnTo>
                <a:lnTo>
                  <a:pt x="1202940" y="7997"/>
                </a:lnTo>
                <a:lnTo>
                  <a:pt x="1137268" y="12400"/>
                </a:lnTo>
                <a:lnTo>
                  <a:pt x="1072698" y="17720"/>
                </a:lnTo>
                <a:lnTo>
                  <a:pt x="1009302" y="23932"/>
                </a:lnTo>
                <a:lnTo>
                  <a:pt x="947151" y="31015"/>
                </a:lnTo>
                <a:lnTo>
                  <a:pt x="886317" y="38946"/>
                </a:lnTo>
                <a:lnTo>
                  <a:pt x="826869" y="47701"/>
                </a:lnTo>
                <a:lnTo>
                  <a:pt x="768881" y="57258"/>
                </a:lnTo>
                <a:lnTo>
                  <a:pt x="712423" y="67595"/>
                </a:lnTo>
                <a:lnTo>
                  <a:pt x="657566" y="78687"/>
                </a:lnTo>
                <a:lnTo>
                  <a:pt x="604381" y="90513"/>
                </a:lnTo>
                <a:lnTo>
                  <a:pt x="552940" y="103049"/>
                </a:lnTo>
                <a:lnTo>
                  <a:pt x="503315" y="116274"/>
                </a:lnTo>
                <a:lnTo>
                  <a:pt x="455575" y="130163"/>
                </a:lnTo>
                <a:lnTo>
                  <a:pt x="409792" y="144695"/>
                </a:lnTo>
                <a:lnTo>
                  <a:pt x="366039" y="159845"/>
                </a:lnTo>
                <a:lnTo>
                  <a:pt x="324385" y="175593"/>
                </a:lnTo>
                <a:lnTo>
                  <a:pt x="284902" y="191914"/>
                </a:lnTo>
                <a:lnTo>
                  <a:pt x="247662" y="208786"/>
                </a:lnTo>
                <a:lnTo>
                  <a:pt x="212735" y="226186"/>
                </a:lnTo>
                <a:lnTo>
                  <a:pt x="150107" y="262479"/>
                </a:lnTo>
                <a:lnTo>
                  <a:pt x="97588" y="300610"/>
                </a:lnTo>
                <a:lnTo>
                  <a:pt x="55748" y="340397"/>
                </a:lnTo>
                <a:lnTo>
                  <a:pt x="25156" y="381657"/>
                </a:lnTo>
                <a:lnTo>
                  <a:pt x="6384" y="424208"/>
                </a:lnTo>
                <a:lnTo>
                  <a:pt x="0" y="467867"/>
                </a:lnTo>
                <a:lnTo>
                  <a:pt x="1607" y="489947"/>
                </a:lnTo>
                <a:lnTo>
                  <a:pt x="14257" y="533280"/>
                </a:lnTo>
                <a:lnTo>
                  <a:pt x="39010" y="575361"/>
                </a:lnTo>
                <a:lnTo>
                  <a:pt x="75297" y="616012"/>
                </a:lnTo>
                <a:lnTo>
                  <a:pt x="122548" y="655058"/>
                </a:lnTo>
                <a:lnTo>
                  <a:pt x="180193" y="692320"/>
                </a:lnTo>
                <a:lnTo>
                  <a:pt x="247662" y="727620"/>
                </a:lnTo>
                <a:lnTo>
                  <a:pt x="284902" y="744480"/>
                </a:lnTo>
                <a:lnTo>
                  <a:pt x="324385" y="760782"/>
                </a:lnTo>
                <a:lnTo>
                  <a:pt x="366039" y="776506"/>
                </a:lnTo>
                <a:lnTo>
                  <a:pt x="409792" y="791628"/>
                </a:lnTo>
                <a:lnTo>
                  <a:pt x="455575" y="806127"/>
                </a:lnTo>
                <a:lnTo>
                  <a:pt x="503315" y="819980"/>
                </a:lnTo>
                <a:lnTo>
                  <a:pt x="552940" y="833165"/>
                </a:lnTo>
                <a:lnTo>
                  <a:pt x="604381" y="845661"/>
                </a:lnTo>
                <a:lnTo>
                  <a:pt x="657566" y="857444"/>
                </a:lnTo>
                <a:lnTo>
                  <a:pt x="712423" y="868494"/>
                </a:lnTo>
                <a:lnTo>
                  <a:pt x="768881" y="878786"/>
                </a:lnTo>
                <a:lnTo>
                  <a:pt x="826869" y="888300"/>
                </a:lnTo>
                <a:lnTo>
                  <a:pt x="886317" y="897014"/>
                </a:lnTo>
                <a:lnTo>
                  <a:pt x="947151" y="904904"/>
                </a:lnTo>
                <a:lnTo>
                  <a:pt x="1009302" y="911949"/>
                </a:lnTo>
                <a:lnTo>
                  <a:pt x="1072698" y="918127"/>
                </a:lnTo>
                <a:lnTo>
                  <a:pt x="1137268" y="923415"/>
                </a:lnTo>
                <a:lnTo>
                  <a:pt x="1202940" y="927791"/>
                </a:lnTo>
                <a:lnTo>
                  <a:pt x="1269644" y="931233"/>
                </a:lnTo>
                <a:lnTo>
                  <a:pt x="1337308" y="933720"/>
                </a:lnTo>
                <a:lnTo>
                  <a:pt x="1405861" y="935228"/>
                </a:lnTo>
                <a:lnTo>
                  <a:pt x="1475231" y="935735"/>
                </a:lnTo>
                <a:lnTo>
                  <a:pt x="1544729" y="935228"/>
                </a:lnTo>
                <a:lnTo>
                  <a:pt x="1613402" y="933720"/>
                </a:lnTo>
                <a:lnTo>
                  <a:pt x="1681178" y="931233"/>
                </a:lnTo>
                <a:lnTo>
                  <a:pt x="1747988" y="927791"/>
                </a:lnTo>
                <a:lnTo>
                  <a:pt x="1813759" y="923415"/>
                </a:lnTo>
                <a:lnTo>
                  <a:pt x="1878422" y="918127"/>
                </a:lnTo>
                <a:lnTo>
                  <a:pt x="1941905" y="911949"/>
                </a:lnTo>
                <a:lnTo>
                  <a:pt x="2004136" y="904904"/>
                </a:lnTo>
                <a:lnTo>
                  <a:pt x="2065046" y="897014"/>
                </a:lnTo>
                <a:lnTo>
                  <a:pt x="2124562" y="888300"/>
                </a:lnTo>
                <a:lnTo>
                  <a:pt x="2182614" y="878786"/>
                </a:lnTo>
                <a:lnTo>
                  <a:pt x="2239132" y="868494"/>
                </a:lnTo>
                <a:lnTo>
                  <a:pt x="2294043" y="857444"/>
                </a:lnTo>
                <a:lnTo>
                  <a:pt x="2347276" y="845661"/>
                </a:lnTo>
                <a:lnTo>
                  <a:pt x="2398762" y="833165"/>
                </a:lnTo>
                <a:lnTo>
                  <a:pt x="2448429" y="819980"/>
                </a:lnTo>
                <a:lnTo>
                  <a:pt x="2496205" y="806127"/>
                </a:lnTo>
                <a:lnTo>
                  <a:pt x="2542020" y="791628"/>
                </a:lnTo>
                <a:lnTo>
                  <a:pt x="2585803" y="776506"/>
                </a:lnTo>
                <a:lnTo>
                  <a:pt x="2627482" y="760782"/>
                </a:lnTo>
                <a:lnTo>
                  <a:pt x="2666987" y="744480"/>
                </a:lnTo>
                <a:lnTo>
                  <a:pt x="2704247" y="727620"/>
                </a:lnTo>
                <a:lnTo>
                  <a:pt x="2739191" y="710226"/>
                </a:lnTo>
                <a:lnTo>
                  <a:pt x="2801845" y="673923"/>
                </a:lnTo>
                <a:lnTo>
                  <a:pt x="2854381" y="635747"/>
                </a:lnTo>
                <a:lnTo>
                  <a:pt x="2896232" y="595876"/>
                </a:lnTo>
                <a:lnTo>
                  <a:pt x="2926828" y="554488"/>
                </a:lnTo>
                <a:lnTo>
                  <a:pt x="2945603" y="511759"/>
                </a:lnTo>
                <a:lnTo>
                  <a:pt x="2951987" y="467867"/>
                </a:lnTo>
                <a:lnTo>
                  <a:pt x="2950379" y="445911"/>
                </a:lnTo>
                <a:lnTo>
                  <a:pt x="2937729" y="402783"/>
                </a:lnTo>
                <a:lnTo>
                  <a:pt x="2912972" y="360854"/>
                </a:lnTo>
                <a:lnTo>
                  <a:pt x="2876677" y="320308"/>
                </a:lnTo>
                <a:lnTo>
                  <a:pt x="2829413" y="281326"/>
                </a:lnTo>
                <a:lnTo>
                  <a:pt x="2771747" y="244091"/>
                </a:lnTo>
                <a:lnTo>
                  <a:pt x="2704247" y="208786"/>
                </a:lnTo>
                <a:lnTo>
                  <a:pt x="2666987" y="191914"/>
                </a:lnTo>
                <a:lnTo>
                  <a:pt x="2627482" y="175593"/>
                </a:lnTo>
                <a:lnTo>
                  <a:pt x="2585803" y="159845"/>
                </a:lnTo>
                <a:lnTo>
                  <a:pt x="2542020" y="144695"/>
                </a:lnTo>
                <a:lnTo>
                  <a:pt x="2496205" y="130163"/>
                </a:lnTo>
                <a:lnTo>
                  <a:pt x="2448429" y="116274"/>
                </a:lnTo>
                <a:lnTo>
                  <a:pt x="2398762" y="103049"/>
                </a:lnTo>
                <a:lnTo>
                  <a:pt x="2347276" y="90513"/>
                </a:lnTo>
                <a:lnTo>
                  <a:pt x="2294043" y="78687"/>
                </a:lnTo>
                <a:lnTo>
                  <a:pt x="2239132" y="67595"/>
                </a:lnTo>
                <a:lnTo>
                  <a:pt x="2182614" y="57258"/>
                </a:lnTo>
                <a:lnTo>
                  <a:pt x="2124562" y="47701"/>
                </a:lnTo>
                <a:lnTo>
                  <a:pt x="2065046" y="38946"/>
                </a:lnTo>
                <a:lnTo>
                  <a:pt x="2004136" y="31015"/>
                </a:lnTo>
                <a:lnTo>
                  <a:pt x="1941905" y="23932"/>
                </a:lnTo>
                <a:lnTo>
                  <a:pt x="1878422" y="17720"/>
                </a:lnTo>
                <a:lnTo>
                  <a:pt x="1813759" y="12400"/>
                </a:lnTo>
                <a:lnTo>
                  <a:pt x="1747988" y="7997"/>
                </a:lnTo>
                <a:lnTo>
                  <a:pt x="1681178" y="4532"/>
                </a:lnTo>
                <a:lnTo>
                  <a:pt x="1613402" y="2029"/>
                </a:lnTo>
                <a:lnTo>
                  <a:pt x="1544729" y="511"/>
                </a:lnTo>
                <a:lnTo>
                  <a:pt x="1475231" y="0"/>
                </a:lnTo>
                <a:close/>
              </a:path>
            </a:pathLst>
          </a:custGeom>
          <a:ln w="28574">
            <a:solidFill>
              <a:srgbClr val="FF7C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72516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Primeira</a:t>
            </a:r>
            <a:r>
              <a:rPr spc="-125" dirty="0"/>
              <a:t> </a:t>
            </a:r>
            <a:r>
              <a:rPr dirty="0"/>
              <a:t>Forma</a:t>
            </a:r>
            <a:r>
              <a:rPr spc="-114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4" y="2504947"/>
            <a:ext cx="48609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spcBef>
                <a:spcPts val="100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6870" algn="l"/>
              </a:tabLst>
            </a:pPr>
            <a:r>
              <a:rPr sz="3200" dirty="0">
                <a:latin typeface="Tahoma"/>
                <a:cs typeface="Tahoma"/>
              </a:rPr>
              <a:t>Atributos</a:t>
            </a:r>
            <a:r>
              <a:rPr sz="3200" spc="-10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multivalorados: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95874" y="3543300"/>
            <a:ext cx="8430895" cy="2376170"/>
          </a:xfrm>
          <a:custGeom>
            <a:avLst/>
            <a:gdLst/>
            <a:ahLst/>
            <a:cxnLst/>
            <a:rect l="l" t="t" r="r" b="b"/>
            <a:pathLst>
              <a:path w="8430895" h="2376170">
                <a:moveTo>
                  <a:pt x="0" y="0"/>
                </a:moveTo>
                <a:lnTo>
                  <a:pt x="0" y="2375915"/>
                </a:lnTo>
                <a:lnTo>
                  <a:pt x="8430767" y="2375915"/>
                </a:lnTo>
                <a:lnTo>
                  <a:pt x="8430767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59602" y="3715002"/>
            <a:ext cx="871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89346" y="3766818"/>
            <a:ext cx="8382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Dt.</a:t>
            </a:r>
            <a:r>
              <a:rPr sz="1600" b="1" spc="-20" dirty="0">
                <a:latin typeface="Arial"/>
                <a:cs typeface="Arial"/>
              </a:rPr>
              <a:t> Nasc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53991" y="3505201"/>
            <a:ext cx="1501140" cy="2411095"/>
          </a:xfrm>
          <a:custGeom>
            <a:avLst/>
            <a:gdLst/>
            <a:ahLst/>
            <a:cxnLst/>
            <a:rect l="l" t="t" r="r" b="b"/>
            <a:pathLst>
              <a:path w="1501139" h="2411095">
                <a:moveTo>
                  <a:pt x="0" y="38099"/>
                </a:moveTo>
                <a:lnTo>
                  <a:pt x="0" y="2407919"/>
                </a:lnTo>
              </a:path>
              <a:path w="1501139" h="2411095">
                <a:moveTo>
                  <a:pt x="1501139" y="0"/>
                </a:moveTo>
                <a:lnTo>
                  <a:pt x="1501139" y="2410967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98921" y="4177283"/>
            <a:ext cx="8440420" cy="1074420"/>
          </a:xfrm>
          <a:custGeom>
            <a:avLst/>
            <a:gdLst/>
            <a:ahLst/>
            <a:cxnLst/>
            <a:rect l="l" t="t" r="r" b="b"/>
            <a:pathLst>
              <a:path w="8440420" h="1074420">
                <a:moveTo>
                  <a:pt x="8427725" y="0"/>
                </a:moveTo>
                <a:lnTo>
                  <a:pt x="4571" y="0"/>
                </a:lnTo>
              </a:path>
              <a:path w="8440420" h="1074420">
                <a:moveTo>
                  <a:pt x="8427725" y="484631"/>
                </a:moveTo>
                <a:lnTo>
                  <a:pt x="0" y="484631"/>
                </a:lnTo>
              </a:path>
              <a:path w="8440420" h="1074420">
                <a:moveTo>
                  <a:pt x="8439917" y="1074419"/>
                </a:moveTo>
                <a:lnTo>
                  <a:pt x="4571" y="1074419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81699" y="3760722"/>
            <a:ext cx="1414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Endereco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696200" y="3343656"/>
            <a:ext cx="2891790" cy="2644775"/>
            <a:chOff x="5816600" y="3343655"/>
            <a:chExt cx="2891790" cy="2644775"/>
          </a:xfrm>
        </p:grpSpPr>
        <p:sp>
          <p:nvSpPr>
            <p:cNvPr id="11" name="object 11"/>
            <p:cNvSpPr/>
            <p:nvPr/>
          </p:nvSpPr>
          <p:spPr>
            <a:xfrm>
              <a:off x="5867400" y="3526535"/>
              <a:ext cx="0" cy="2411095"/>
            </a:xfrm>
            <a:custGeom>
              <a:avLst/>
              <a:gdLst/>
              <a:ahLst/>
              <a:cxnLst/>
              <a:rect l="l" t="t" r="r" b="b"/>
              <a:pathLst>
                <a:path h="2411095">
                  <a:moveTo>
                    <a:pt x="0" y="0"/>
                  </a:moveTo>
                  <a:lnTo>
                    <a:pt x="0" y="2410967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31636" y="3381755"/>
              <a:ext cx="2438400" cy="909955"/>
            </a:xfrm>
            <a:custGeom>
              <a:avLst/>
              <a:gdLst/>
              <a:ahLst/>
              <a:cxnLst/>
              <a:rect l="l" t="t" r="r" b="b"/>
              <a:pathLst>
                <a:path w="2438400" h="909954">
                  <a:moveTo>
                    <a:pt x="2438399" y="454151"/>
                  </a:moveTo>
                  <a:lnTo>
                    <a:pt x="2431230" y="404555"/>
                  </a:lnTo>
                  <a:lnTo>
                    <a:pt x="2410221" y="356533"/>
                  </a:lnTo>
                  <a:lnTo>
                    <a:pt x="2376123" y="310359"/>
                  </a:lnTo>
                  <a:lnTo>
                    <a:pt x="2329687" y="266306"/>
                  </a:lnTo>
                  <a:lnTo>
                    <a:pt x="2271663" y="224648"/>
                  </a:lnTo>
                  <a:lnTo>
                    <a:pt x="2238540" y="204803"/>
                  </a:lnTo>
                  <a:lnTo>
                    <a:pt x="2202801" y="185659"/>
                  </a:lnTo>
                  <a:lnTo>
                    <a:pt x="2164541" y="167251"/>
                  </a:lnTo>
                  <a:lnTo>
                    <a:pt x="2123853" y="149612"/>
                  </a:lnTo>
                  <a:lnTo>
                    <a:pt x="2080831" y="132778"/>
                  </a:lnTo>
                  <a:lnTo>
                    <a:pt x="2035569" y="116782"/>
                  </a:lnTo>
                  <a:lnTo>
                    <a:pt x="1988160" y="101658"/>
                  </a:lnTo>
                  <a:lnTo>
                    <a:pt x="1938698" y="87441"/>
                  </a:lnTo>
                  <a:lnTo>
                    <a:pt x="1887278" y="74164"/>
                  </a:lnTo>
                  <a:lnTo>
                    <a:pt x="1833992" y="61863"/>
                  </a:lnTo>
                  <a:lnTo>
                    <a:pt x="1778936" y="50570"/>
                  </a:lnTo>
                  <a:lnTo>
                    <a:pt x="1722202" y="40322"/>
                  </a:lnTo>
                  <a:lnTo>
                    <a:pt x="1663884" y="31150"/>
                  </a:lnTo>
                  <a:lnTo>
                    <a:pt x="1604077" y="23091"/>
                  </a:lnTo>
                  <a:lnTo>
                    <a:pt x="1542873" y="16178"/>
                  </a:lnTo>
                  <a:lnTo>
                    <a:pt x="1480367" y="10445"/>
                  </a:lnTo>
                  <a:lnTo>
                    <a:pt x="1416653" y="5926"/>
                  </a:lnTo>
                  <a:lnTo>
                    <a:pt x="1351825" y="2656"/>
                  </a:lnTo>
                  <a:lnTo>
                    <a:pt x="1285976" y="669"/>
                  </a:lnTo>
                  <a:lnTo>
                    <a:pt x="1219199" y="0"/>
                  </a:lnTo>
                  <a:lnTo>
                    <a:pt x="1152281" y="669"/>
                  </a:lnTo>
                  <a:lnTo>
                    <a:pt x="1086308" y="2656"/>
                  </a:lnTo>
                  <a:lnTo>
                    <a:pt x="1021375" y="5926"/>
                  </a:lnTo>
                  <a:lnTo>
                    <a:pt x="957574" y="10445"/>
                  </a:lnTo>
                  <a:lnTo>
                    <a:pt x="894997" y="16178"/>
                  </a:lnTo>
                  <a:lnTo>
                    <a:pt x="833737" y="23091"/>
                  </a:lnTo>
                  <a:lnTo>
                    <a:pt x="773888" y="31150"/>
                  </a:lnTo>
                  <a:lnTo>
                    <a:pt x="715542" y="40322"/>
                  </a:lnTo>
                  <a:lnTo>
                    <a:pt x="658791" y="50570"/>
                  </a:lnTo>
                  <a:lnTo>
                    <a:pt x="603729" y="61863"/>
                  </a:lnTo>
                  <a:lnTo>
                    <a:pt x="550449" y="74164"/>
                  </a:lnTo>
                  <a:lnTo>
                    <a:pt x="499042" y="87441"/>
                  </a:lnTo>
                  <a:lnTo>
                    <a:pt x="449603" y="101658"/>
                  </a:lnTo>
                  <a:lnTo>
                    <a:pt x="402224" y="116782"/>
                  </a:lnTo>
                  <a:lnTo>
                    <a:pt x="356996" y="132778"/>
                  </a:lnTo>
                  <a:lnTo>
                    <a:pt x="314015" y="149612"/>
                  </a:lnTo>
                  <a:lnTo>
                    <a:pt x="273371" y="167251"/>
                  </a:lnTo>
                  <a:lnTo>
                    <a:pt x="235159" y="185659"/>
                  </a:lnTo>
                  <a:lnTo>
                    <a:pt x="199470" y="204803"/>
                  </a:lnTo>
                  <a:lnTo>
                    <a:pt x="166398" y="224648"/>
                  </a:lnTo>
                  <a:lnTo>
                    <a:pt x="108474" y="266306"/>
                  </a:lnTo>
                  <a:lnTo>
                    <a:pt x="62130" y="310359"/>
                  </a:lnTo>
                  <a:lnTo>
                    <a:pt x="28108" y="356533"/>
                  </a:lnTo>
                  <a:lnTo>
                    <a:pt x="7150" y="404555"/>
                  </a:lnTo>
                  <a:lnTo>
                    <a:pt x="0" y="454151"/>
                  </a:lnTo>
                  <a:lnTo>
                    <a:pt x="1803" y="479134"/>
                  </a:lnTo>
                  <a:lnTo>
                    <a:pt x="15950" y="528015"/>
                  </a:lnTo>
                  <a:lnTo>
                    <a:pt x="43532" y="575218"/>
                  </a:lnTo>
                  <a:lnTo>
                    <a:pt x="83808" y="620463"/>
                  </a:lnTo>
                  <a:lnTo>
                    <a:pt x="136035" y="663471"/>
                  </a:lnTo>
                  <a:lnTo>
                    <a:pt x="199470" y="703964"/>
                  </a:lnTo>
                  <a:lnTo>
                    <a:pt x="235159" y="723180"/>
                  </a:lnTo>
                  <a:lnTo>
                    <a:pt x="273371" y="741662"/>
                  </a:lnTo>
                  <a:lnTo>
                    <a:pt x="314015" y="759376"/>
                  </a:lnTo>
                  <a:lnTo>
                    <a:pt x="356996" y="776287"/>
                  </a:lnTo>
                  <a:lnTo>
                    <a:pt x="402224" y="792359"/>
                  </a:lnTo>
                  <a:lnTo>
                    <a:pt x="449603" y="807559"/>
                  </a:lnTo>
                  <a:lnTo>
                    <a:pt x="499042" y="821850"/>
                  </a:lnTo>
                  <a:lnTo>
                    <a:pt x="550449" y="835198"/>
                  </a:lnTo>
                  <a:lnTo>
                    <a:pt x="603729" y="847569"/>
                  </a:lnTo>
                  <a:lnTo>
                    <a:pt x="658791" y="858927"/>
                  </a:lnTo>
                  <a:lnTo>
                    <a:pt x="715542" y="869238"/>
                  </a:lnTo>
                  <a:lnTo>
                    <a:pt x="773888" y="878466"/>
                  </a:lnTo>
                  <a:lnTo>
                    <a:pt x="833737" y="886577"/>
                  </a:lnTo>
                  <a:lnTo>
                    <a:pt x="894997" y="893536"/>
                  </a:lnTo>
                  <a:lnTo>
                    <a:pt x="957574" y="899308"/>
                  </a:lnTo>
                  <a:lnTo>
                    <a:pt x="1021375" y="903858"/>
                  </a:lnTo>
                  <a:lnTo>
                    <a:pt x="1086308" y="907151"/>
                  </a:lnTo>
                  <a:lnTo>
                    <a:pt x="1152281" y="909153"/>
                  </a:lnTo>
                  <a:lnTo>
                    <a:pt x="1219199" y="909827"/>
                  </a:lnTo>
                  <a:lnTo>
                    <a:pt x="1285976" y="909153"/>
                  </a:lnTo>
                  <a:lnTo>
                    <a:pt x="1351825" y="907151"/>
                  </a:lnTo>
                  <a:lnTo>
                    <a:pt x="1416653" y="903858"/>
                  </a:lnTo>
                  <a:lnTo>
                    <a:pt x="1480367" y="899308"/>
                  </a:lnTo>
                  <a:lnTo>
                    <a:pt x="1542873" y="893536"/>
                  </a:lnTo>
                  <a:lnTo>
                    <a:pt x="1604077" y="886577"/>
                  </a:lnTo>
                  <a:lnTo>
                    <a:pt x="1663884" y="878466"/>
                  </a:lnTo>
                  <a:lnTo>
                    <a:pt x="1722202" y="869238"/>
                  </a:lnTo>
                  <a:lnTo>
                    <a:pt x="1778936" y="858927"/>
                  </a:lnTo>
                  <a:lnTo>
                    <a:pt x="1833992" y="847569"/>
                  </a:lnTo>
                  <a:lnTo>
                    <a:pt x="1887278" y="835198"/>
                  </a:lnTo>
                  <a:lnTo>
                    <a:pt x="1938698" y="821850"/>
                  </a:lnTo>
                  <a:lnTo>
                    <a:pt x="1988160" y="807559"/>
                  </a:lnTo>
                  <a:lnTo>
                    <a:pt x="2035569" y="792359"/>
                  </a:lnTo>
                  <a:lnTo>
                    <a:pt x="2080831" y="776287"/>
                  </a:lnTo>
                  <a:lnTo>
                    <a:pt x="2123853" y="759376"/>
                  </a:lnTo>
                  <a:lnTo>
                    <a:pt x="2164541" y="741662"/>
                  </a:lnTo>
                  <a:lnTo>
                    <a:pt x="2202801" y="723180"/>
                  </a:lnTo>
                  <a:lnTo>
                    <a:pt x="2238540" y="703964"/>
                  </a:lnTo>
                  <a:lnTo>
                    <a:pt x="2271663" y="684050"/>
                  </a:lnTo>
                  <a:lnTo>
                    <a:pt x="2329687" y="642264"/>
                  </a:lnTo>
                  <a:lnTo>
                    <a:pt x="2376123" y="598102"/>
                  </a:lnTo>
                  <a:lnTo>
                    <a:pt x="2410221" y="551844"/>
                  </a:lnTo>
                  <a:lnTo>
                    <a:pt x="2431230" y="503767"/>
                  </a:lnTo>
                  <a:lnTo>
                    <a:pt x="2438399" y="4541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31636" y="3381755"/>
              <a:ext cx="2438400" cy="909955"/>
            </a:xfrm>
            <a:custGeom>
              <a:avLst/>
              <a:gdLst/>
              <a:ahLst/>
              <a:cxnLst/>
              <a:rect l="l" t="t" r="r" b="b"/>
              <a:pathLst>
                <a:path w="2438400" h="909954">
                  <a:moveTo>
                    <a:pt x="1219199" y="0"/>
                  </a:moveTo>
                  <a:lnTo>
                    <a:pt x="1152281" y="669"/>
                  </a:lnTo>
                  <a:lnTo>
                    <a:pt x="1086308" y="2656"/>
                  </a:lnTo>
                  <a:lnTo>
                    <a:pt x="1021375" y="5926"/>
                  </a:lnTo>
                  <a:lnTo>
                    <a:pt x="957574" y="10445"/>
                  </a:lnTo>
                  <a:lnTo>
                    <a:pt x="894997" y="16178"/>
                  </a:lnTo>
                  <a:lnTo>
                    <a:pt x="833737" y="23091"/>
                  </a:lnTo>
                  <a:lnTo>
                    <a:pt x="773888" y="31150"/>
                  </a:lnTo>
                  <a:lnTo>
                    <a:pt x="715542" y="40322"/>
                  </a:lnTo>
                  <a:lnTo>
                    <a:pt x="658791" y="50570"/>
                  </a:lnTo>
                  <a:lnTo>
                    <a:pt x="603729" y="61863"/>
                  </a:lnTo>
                  <a:lnTo>
                    <a:pt x="550449" y="74164"/>
                  </a:lnTo>
                  <a:lnTo>
                    <a:pt x="499042" y="87441"/>
                  </a:lnTo>
                  <a:lnTo>
                    <a:pt x="449603" y="101658"/>
                  </a:lnTo>
                  <a:lnTo>
                    <a:pt x="402224" y="116782"/>
                  </a:lnTo>
                  <a:lnTo>
                    <a:pt x="356996" y="132778"/>
                  </a:lnTo>
                  <a:lnTo>
                    <a:pt x="314015" y="149612"/>
                  </a:lnTo>
                  <a:lnTo>
                    <a:pt x="273371" y="167251"/>
                  </a:lnTo>
                  <a:lnTo>
                    <a:pt x="235159" y="185659"/>
                  </a:lnTo>
                  <a:lnTo>
                    <a:pt x="199470" y="204803"/>
                  </a:lnTo>
                  <a:lnTo>
                    <a:pt x="166398" y="224648"/>
                  </a:lnTo>
                  <a:lnTo>
                    <a:pt x="108474" y="266306"/>
                  </a:lnTo>
                  <a:lnTo>
                    <a:pt x="62130" y="310359"/>
                  </a:lnTo>
                  <a:lnTo>
                    <a:pt x="28108" y="356533"/>
                  </a:lnTo>
                  <a:lnTo>
                    <a:pt x="7150" y="404555"/>
                  </a:lnTo>
                  <a:lnTo>
                    <a:pt x="0" y="454151"/>
                  </a:lnTo>
                  <a:lnTo>
                    <a:pt x="1803" y="479134"/>
                  </a:lnTo>
                  <a:lnTo>
                    <a:pt x="15950" y="528015"/>
                  </a:lnTo>
                  <a:lnTo>
                    <a:pt x="43532" y="575218"/>
                  </a:lnTo>
                  <a:lnTo>
                    <a:pt x="83808" y="620463"/>
                  </a:lnTo>
                  <a:lnTo>
                    <a:pt x="136035" y="663471"/>
                  </a:lnTo>
                  <a:lnTo>
                    <a:pt x="199470" y="703964"/>
                  </a:lnTo>
                  <a:lnTo>
                    <a:pt x="235159" y="723180"/>
                  </a:lnTo>
                  <a:lnTo>
                    <a:pt x="273371" y="741662"/>
                  </a:lnTo>
                  <a:lnTo>
                    <a:pt x="314015" y="759376"/>
                  </a:lnTo>
                  <a:lnTo>
                    <a:pt x="356996" y="776287"/>
                  </a:lnTo>
                  <a:lnTo>
                    <a:pt x="402224" y="792359"/>
                  </a:lnTo>
                  <a:lnTo>
                    <a:pt x="449603" y="807559"/>
                  </a:lnTo>
                  <a:lnTo>
                    <a:pt x="499042" y="821850"/>
                  </a:lnTo>
                  <a:lnTo>
                    <a:pt x="550449" y="835198"/>
                  </a:lnTo>
                  <a:lnTo>
                    <a:pt x="603729" y="847569"/>
                  </a:lnTo>
                  <a:lnTo>
                    <a:pt x="658791" y="858927"/>
                  </a:lnTo>
                  <a:lnTo>
                    <a:pt x="715542" y="869238"/>
                  </a:lnTo>
                  <a:lnTo>
                    <a:pt x="773888" y="878466"/>
                  </a:lnTo>
                  <a:lnTo>
                    <a:pt x="833737" y="886577"/>
                  </a:lnTo>
                  <a:lnTo>
                    <a:pt x="894997" y="893536"/>
                  </a:lnTo>
                  <a:lnTo>
                    <a:pt x="957574" y="899308"/>
                  </a:lnTo>
                  <a:lnTo>
                    <a:pt x="1021375" y="903858"/>
                  </a:lnTo>
                  <a:lnTo>
                    <a:pt x="1086308" y="907151"/>
                  </a:lnTo>
                  <a:lnTo>
                    <a:pt x="1152281" y="909153"/>
                  </a:lnTo>
                  <a:lnTo>
                    <a:pt x="1219199" y="909827"/>
                  </a:lnTo>
                  <a:lnTo>
                    <a:pt x="1285976" y="909153"/>
                  </a:lnTo>
                  <a:lnTo>
                    <a:pt x="1351825" y="907151"/>
                  </a:lnTo>
                  <a:lnTo>
                    <a:pt x="1416653" y="903858"/>
                  </a:lnTo>
                  <a:lnTo>
                    <a:pt x="1480367" y="899308"/>
                  </a:lnTo>
                  <a:lnTo>
                    <a:pt x="1542873" y="893536"/>
                  </a:lnTo>
                  <a:lnTo>
                    <a:pt x="1604077" y="886577"/>
                  </a:lnTo>
                  <a:lnTo>
                    <a:pt x="1663884" y="878466"/>
                  </a:lnTo>
                  <a:lnTo>
                    <a:pt x="1722202" y="869238"/>
                  </a:lnTo>
                  <a:lnTo>
                    <a:pt x="1778936" y="858927"/>
                  </a:lnTo>
                  <a:lnTo>
                    <a:pt x="1833992" y="847569"/>
                  </a:lnTo>
                  <a:lnTo>
                    <a:pt x="1887278" y="835198"/>
                  </a:lnTo>
                  <a:lnTo>
                    <a:pt x="1938698" y="821850"/>
                  </a:lnTo>
                  <a:lnTo>
                    <a:pt x="1988160" y="807559"/>
                  </a:lnTo>
                  <a:lnTo>
                    <a:pt x="2035569" y="792359"/>
                  </a:lnTo>
                  <a:lnTo>
                    <a:pt x="2080831" y="776287"/>
                  </a:lnTo>
                  <a:lnTo>
                    <a:pt x="2123853" y="759376"/>
                  </a:lnTo>
                  <a:lnTo>
                    <a:pt x="2164541" y="741662"/>
                  </a:lnTo>
                  <a:lnTo>
                    <a:pt x="2202801" y="723180"/>
                  </a:lnTo>
                  <a:lnTo>
                    <a:pt x="2238540" y="703964"/>
                  </a:lnTo>
                  <a:lnTo>
                    <a:pt x="2271663" y="684050"/>
                  </a:lnTo>
                  <a:lnTo>
                    <a:pt x="2329687" y="642264"/>
                  </a:lnTo>
                  <a:lnTo>
                    <a:pt x="2376123" y="598102"/>
                  </a:lnTo>
                  <a:lnTo>
                    <a:pt x="2410221" y="551844"/>
                  </a:lnTo>
                  <a:lnTo>
                    <a:pt x="2431230" y="503767"/>
                  </a:lnTo>
                  <a:lnTo>
                    <a:pt x="2438399" y="454151"/>
                  </a:lnTo>
                  <a:lnTo>
                    <a:pt x="2436591" y="429174"/>
                  </a:lnTo>
                  <a:lnTo>
                    <a:pt x="2422408" y="380330"/>
                  </a:lnTo>
                  <a:lnTo>
                    <a:pt x="2394761" y="333198"/>
                  </a:lnTo>
                  <a:lnTo>
                    <a:pt x="2354400" y="288050"/>
                  </a:lnTo>
                  <a:lnTo>
                    <a:pt x="2302076" y="245161"/>
                  </a:lnTo>
                  <a:lnTo>
                    <a:pt x="2238540" y="204803"/>
                  </a:lnTo>
                  <a:lnTo>
                    <a:pt x="2202801" y="185659"/>
                  </a:lnTo>
                  <a:lnTo>
                    <a:pt x="2164541" y="167251"/>
                  </a:lnTo>
                  <a:lnTo>
                    <a:pt x="2123853" y="149612"/>
                  </a:lnTo>
                  <a:lnTo>
                    <a:pt x="2080831" y="132778"/>
                  </a:lnTo>
                  <a:lnTo>
                    <a:pt x="2035569" y="116782"/>
                  </a:lnTo>
                  <a:lnTo>
                    <a:pt x="1988160" y="101658"/>
                  </a:lnTo>
                  <a:lnTo>
                    <a:pt x="1938698" y="87441"/>
                  </a:lnTo>
                  <a:lnTo>
                    <a:pt x="1887278" y="74164"/>
                  </a:lnTo>
                  <a:lnTo>
                    <a:pt x="1833992" y="61863"/>
                  </a:lnTo>
                  <a:lnTo>
                    <a:pt x="1778936" y="50570"/>
                  </a:lnTo>
                  <a:lnTo>
                    <a:pt x="1722202" y="40322"/>
                  </a:lnTo>
                  <a:lnTo>
                    <a:pt x="1663884" y="31150"/>
                  </a:lnTo>
                  <a:lnTo>
                    <a:pt x="1604077" y="23091"/>
                  </a:lnTo>
                  <a:lnTo>
                    <a:pt x="1542873" y="16178"/>
                  </a:lnTo>
                  <a:lnTo>
                    <a:pt x="1480367" y="10445"/>
                  </a:lnTo>
                  <a:lnTo>
                    <a:pt x="1416653" y="5926"/>
                  </a:lnTo>
                  <a:lnTo>
                    <a:pt x="1351825" y="2656"/>
                  </a:lnTo>
                  <a:lnTo>
                    <a:pt x="1285976" y="669"/>
                  </a:lnTo>
                  <a:lnTo>
                    <a:pt x="1219199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564878" y="3647946"/>
            <a:ext cx="1397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0" dirty="0">
                <a:latin typeface="Arial"/>
                <a:cs typeface="Arial"/>
              </a:rPr>
              <a:t>Nome_filhos</a:t>
            </a:r>
            <a:endParaRPr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79901" y="5042916"/>
            <a:ext cx="6106795" cy="1922145"/>
            <a:chOff x="2400300" y="5042915"/>
            <a:chExt cx="6106795" cy="1922145"/>
          </a:xfrm>
        </p:grpSpPr>
        <p:sp>
          <p:nvSpPr>
            <p:cNvPr id="16" name="object 16"/>
            <p:cNvSpPr/>
            <p:nvPr/>
          </p:nvSpPr>
          <p:spPr>
            <a:xfrm>
              <a:off x="2438400" y="5081015"/>
              <a:ext cx="6030595" cy="1845945"/>
            </a:xfrm>
            <a:custGeom>
              <a:avLst/>
              <a:gdLst/>
              <a:ahLst/>
              <a:cxnLst/>
              <a:rect l="l" t="t" r="r" b="b"/>
              <a:pathLst>
                <a:path w="6030595" h="1845945">
                  <a:moveTo>
                    <a:pt x="6030467" y="923543"/>
                  </a:moveTo>
                  <a:lnTo>
                    <a:pt x="6027276" y="880638"/>
                  </a:lnTo>
                  <a:lnTo>
                    <a:pt x="6017796" y="838240"/>
                  </a:lnTo>
                  <a:lnTo>
                    <a:pt x="6002164" y="796391"/>
                  </a:lnTo>
                  <a:lnTo>
                    <a:pt x="5980521" y="755133"/>
                  </a:lnTo>
                  <a:lnTo>
                    <a:pt x="5953006" y="714508"/>
                  </a:lnTo>
                  <a:lnTo>
                    <a:pt x="5919757" y="674560"/>
                  </a:lnTo>
                  <a:lnTo>
                    <a:pt x="5880913" y="635329"/>
                  </a:lnTo>
                  <a:lnTo>
                    <a:pt x="5836614" y="596860"/>
                  </a:lnTo>
                  <a:lnTo>
                    <a:pt x="5786997" y="559193"/>
                  </a:lnTo>
                  <a:lnTo>
                    <a:pt x="5732203" y="522371"/>
                  </a:lnTo>
                  <a:lnTo>
                    <a:pt x="5672371" y="486436"/>
                  </a:lnTo>
                  <a:lnTo>
                    <a:pt x="5607639" y="451432"/>
                  </a:lnTo>
                  <a:lnTo>
                    <a:pt x="5573478" y="434291"/>
                  </a:lnTo>
                  <a:lnTo>
                    <a:pt x="5538145" y="417399"/>
                  </a:lnTo>
                  <a:lnTo>
                    <a:pt x="5501657" y="400761"/>
                  </a:lnTo>
                  <a:lnTo>
                    <a:pt x="5464031" y="384381"/>
                  </a:lnTo>
                  <a:lnTo>
                    <a:pt x="5425283" y="368265"/>
                  </a:lnTo>
                  <a:lnTo>
                    <a:pt x="5385433" y="352419"/>
                  </a:lnTo>
                  <a:lnTo>
                    <a:pt x="5344496" y="336848"/>
                  </a:lnTo>
                  <a:lnTo>
                    <a:pt x="5302491" y="321557"/>
                  </a:lnTo>
                  <a:lnTo>
                    <a:pt x="5259435" y="306551"/>
                  </a:lnTo>
                  <a:lnTo>
                    <a:pt x="5215345" y="291836"/>
                  </a:lnTo>
                  <a:lnTo>
                    <a:pt x="5170238" y="277416"/>
                  </a:lnTo>
                  <a:lnTo>
                    <a:pt x="5124133" y="263298"/>
                  </a:lnTo>
                  <a:lnTo>
                    <a:pt x="5077045" y="249486"/>
                  </a:lnTo>
                  <a:lnTo>
                    <a:pt x="5028994" y="235986"/>
                  </a:lnTo>
                  <a:lnTo>
                    <a:pt x="4979995" y="222803"/>
                  </a:lnTo>
                  <a:lnTo>
                    <a:pt x="4930067" y="209943"/>
                  </a:lnTo>
                  <a:lnTo>
                    <a:pt x="4879226" y="197410"/>
                  </a:lnTo>
                  <a:lnTo>
                    <a:pt x="4827491" y="185209"/>
                  </a:lnTo>
                  <a:lnTo>
                    <a:pt x="4774878" y="173348"/>
                  </a:lnTo>
                  <a:lnTo>
                    <a:pt x="4721405" y="161829"/>
                  </a:lnTo>
                  <a:lnTo>
                    <a:pt x="4667089" y="150660"/>
                  </a:lnTo>
                  <a:lnTo>
                    <a:pt x="4611948" y="139844"/>
                  </a:lnTo>
                  <a:lnTo>
                    <a:pt x="4555999" y="129388"/>
                  </a:lnTo>
                  <a:lnTo>
                    <a:pt x="4499260" y="119297"/>
                  </a:lnTo>
                  <a:lnTo>
                    <a:pt x="4441747" y="109575"/>
                  </a:lnTo>
                  <a:lnTo>
                    <a:pt x="4383478" y="100229"/>
                  </a:lnTo>
                  <a:lnTo>
                    <a:pt x="4324471" y="91263"/>
                  </a:lnTo>
                  <a:lnTo>
                    <a:pt x="4264742" y="82683"/>
                  </a:lnTo>
                  <a:lnTo>
                    <a:pt x="4204310" y="74494"/>
                  </a:lnTo>
                  <a:lnTo>
                    <a:pt x="4143192" y="66702"/>
                  </a:lnTo>
                  <a:lnTo>
                    <a:pt x="4081404" y="59311"/>
                  </a:lnTo>
                  <a:lnTo>
                    <a:pt x="4018965" y="52327"/>
                  </a:lnTo>
                  <a:lnTo>
                    <a:pt x="3955892" y="45755"/>
                  </a:lnTo>
                  <a:lnTo>
                    <a:pt x="3892201" y="39601"/>
                  </a:lnTo>
                  <a:lnTo>
                    <a:pt x="3827912" y="33870"/>
                  </a:lnTo>
                  <a:lnTo>
                    <a:pt x="3763040" y="28567"/>
                  </a:lnTo>
                  <a:lnTo>
                    <a:pt x="3697603" y="23697"/>
                  </a:lnTo>
                  <a:lnTo>
                    <a:pt x="3631619" y="19266"/>
                  </a:lnTo>
                  <a:lnTo>
                    <a:pt x="3565105" y="15279"/>
                  </a:lnTo>
                  <a:lnTo>
                    <a:pt x="3498078" y="11741"/>
                  </a:lnTo>
                  <a:lnTo>
                    <a:pt x="3430556" y="8657"/>
                  </a:lnTo>
                  <a:lnTo>
                    <a:pt x="3362556" y="6034"/>
                  </a:lnTo>
                  <a:lnTo>
                    <a:pt x="3294095" y="3876"/>
                  </a:lnTo>
                  <a:lnTo>
                    <a:pt x="3225192" y="2188"/>
                  </a:lnTo>
                  <a:lnTo>
                    <a:pt x="3155862" y="976"/>
                  </a:lnTo>
                  <a:lnTo>
                    <a:pt x="3086124" y="244"/>
                  </a:lnTo>
                  <a:lnTo>
                    <a:pt x="3015995" y="0"/>
                  </a:lnTo>
                  <a:lnTo>
                    <a:pt x="2945803" y="244"/>
                  </a:lnTo>
                  <a:lnTo>
                    <a:pt x="2876003" y="976"/>
                  </a:lnTo>
                  <a:lnTo>
                    <a:pt x="2806614" y="2188"/>
                  </a:lnTo>
                  <a:lnTo>
                    <a:pt x="2737652" y="3876"/>
                  </a:lnTo>
                  <a:lnTo>
                    <a:pt x="2669135" y="6034"/>
                  </a:lnTo>
                  <a:lnTo>
                    <a:pt x="2601080" y="8657"/>
                  </a:lnTo>
                  <a:lnTo>
                    <a:pt x="2533505" y="11741"/>
                  </a:lnTo>
                  <a:lnTo>
                    <a:pt x="2466427" y="15279"/>
                  </a:lnTo>
                  <a:lnTo>
                    <a:pt x="2399863" y="19266"/>
                  </a:lnTo>
                  <a:lnTo>
                    <a:pt x="2333830" y="23697"/>
                  </a:lnTo>
                  <a:lnTo>
                    <a:pt x="2268347" y="28567"/>
                  </a:lnTo>
                  <a:lnTo>
                    <a:pt x="2203430" y="33870"/>
                  </a:lnTo>
                  <a:lnTo>
                    <a:pt x="2139096" y="39601"/>
                  </a:lnTo>
                  <a:lnTo>
                    <a:pt x="2075364" y="45755"/>
                  </a:lnTo>
                  <a:lnTo>
                    <a:pt x="2012249" y="52327"/>
                  </a:lnTo>
                  <a:lnTo>
                    <a:pt x="1949771" y="59311"/>
                  </a:lnTo>
                  <a:lnTo>
                    <a:pt x="1887945" y="66702"/>
                  </a:lnTo>
                  <a:lnTo>
                    <a:pt x="1826790" y="74494"/>
                  </a:lnTo>
                  <a:lnTo>
                    <a:pt x="1766323" y="82683"/>
                  </a:lnTo>
                  <a:lnTo>
                    <a:pt x="1706561" y="91263"/>
                  </a:lnTo>
                  <a:lnTo>
                    <a:pt x="1647521" y="100229"/>
                  </a:lnTo>
                  <a:lnTo>
                    <a:pt x="1589221" y="109575"/>
                  </a:lnTo>
                  <a:lnTo>
                    <a:pt x="1531678" y="119297"/>
                  </a:lnTo>
                  <a:lnTo>
                    <a:pt x="1474910" y="129388"/>
                  </a:lnTo>
                  <a:lnTo>
                    <a:pt x="1418933" y="139844"/>
                  </a:lnTo>
                  <a:lnTo>
                    <a:pt x="1363765" y="150660"/>
                  </a:lnTo>
                  <a:lnTo>
                    <a:pt x="1309424" y="161829"/>
                  </a:lnTo>
                  <a:lnTo>
                    <a:pt x="1255927" y="173348"/>
                  </a:lnTo>
                  <a:lnTo>
                    <a:pt x="1203291" y="185209"/>
                  </a:lnTo>
                  <a:lnTo>
                    <a:pt x="1151534" y="197410"/>
                  </a:lnTo>
                  <a:lnTo>
                    <a:pt x="1100673" y="209943"/>
                  </a:lnTo>
                  <a:lnTo>
                    <a:pt x="1050724" y="222803"/>
                  </a:lnTo>
                  <a:lnTo>
                    <a:pt x="1001707" y="235986"/>
                  </a:lnTo>
                  <a:lnTo>
                    <a:pt x="953637" y="249486"/>
                  </a:lnTo>
                  <a:lnTo>
                    <a:pt x="906533" y="263298"/>
                  </a:lnTo>
                  <a:lnTo>
                    <a:pt x="860411" y="277416"/>
                  </a:lnTo>
                  <a:lnTo>
                    <a:pt x="815289" y="291836"/>
                  </a:lnTo>
                  <a:lnTo>
                    <a:pt x="771185" y="306551"/>
                  </a:lnTo>
                  <a:lnTo>
                    <a:pt x="728115" y="321557"/>
                  </a:lnTo>
                  <a:lnTo>
                    <a:pt x="686097" y="336848"/>
                  </a:lnTo>
                  <a:lnTo>
                    <a:pt x="645149" y="352419"/>
                  </a:lnTo>
                  <a:lnTo>
                    <a:pt x="605287" y="368265"/>
                  </a:lnTo>
                  <a:lnTo>
                    <a:pt x="566530" y="384381"/>
                  </a:lnTo>
                  <a:lnTo>
                    <a:pt x="528894" y="400761"/>
                  </a:lnTo>
                  <a:lnTo>
                    <a:pt x="492396" y="417399"/>
                  </a:lnTo>
                  <a:lnTo>
                    <a:pt x="457055" y="434291"/>
                  </a:lnTo>
                  <a:lnTo>
                    <a:pt x="422887" y="451432"/>
                  </a:lnTo>
                  <a:lnTo>
                    <a:pt x="358141" y="486436"/>
                  </a:lnTo>
                  <a:lnTo>
                    <a:pt x="298297" y="522371"/>
                  </a:lnTo>
                  <a:lnTo>
                    <a:pt x="243494" y="559193"/>
                  </a:lnTo>
                  <a:lnTo>
                    <a:pt x="193871" y="596860"/>
                  </a:lnTo>
                  <a:lnTo>
                    <a:pt x="149566" y="635329"/>
                  </a:lnTo>
                  <a:lnTo>
                    <a:pt x="110717" y="674560"/>
                  </a:lnTo>
                  <a:lnTo>
                    <a:pt x="77465" y="714508"/>
                  </a:lnTo>
                  <a:lnTo>
                    <a:pt x="49948" y="755133"/>
                  </a:lnTo>
                  <a:lnTo>
                    <a:pt x="28303" y="796391"/>
                  </a:lnTo>
                  <a:lnTo>
                    <a:pt x="12672" y="838240"/>
                  </a:lnTo>
                  <a:lnTo>
                    <a:pt x="3191" y="880638"/>
                  </a:lnTo>
                  <a:lnTo>
                    <a:pt x="0" y="923543"/>
                  </a:lnTo>
                  <a:lnTo>
                    <a:pt x="800" y="944993"/>
                  </a:lnTo>
                  <a:lnTo>
                    <a:pt x="7154" y="987528"/>
                  </a:lnTo>
                  <a:lnTo>
                    <a:pt x="19727" y="1029543"/>
                  </a:lnTo>
                  <a:lnTo>
                    <a:pt x="38383" y="1070994"/>
                  </a:lnTo>
                  <a:lnTo>
                    <a:pt x="62981" y="1111839"/>
                  </a:lnTo>
                  <a:lnTo>
                    <a:pt x="93383" y="1152036"/>
                  </a:lnTo>
                  <a:lnTo>
                    <a:pt x="129451" y="1191542"/>
                  </a:lnTo>
                  <a:lnTo>
                    <a:pt x="171045" y="1230314"/>
                  </a:lnTo>
                  <a:lnTo>
                    <a:pt x="218026" y="1268310"/>
                  </a:lnTo>
                  <a:lnTo>
                    <a:pt x="270257" y="1305488"/>
                  </a:lnTo>
                  <a:lnTo>
                    <a:pt x="327598" y="1341805"/>
                  </a:lnTo>
                  <a:lnTo>
                    <a:pt x="389910" y="1377219"/>
                  </a:lnTo>
                  <a:lnTo>
                    <a:pt x="457055" y="1411686"/>
                  </a:lnTo>
                  <a:lnTo>
                    <a:pt x="492396" y="1428552"/>
                  </a:lnTo>
                  <a:lnTo>
                    <a:pt x="528894" y="1445165"/>
                  </a:lnTo>
                  <a:lnTo>
                    <a:pt x="566530" y="1461521"/>
                  </a:lnTo>
                  <a:lnTo>
                    <a:pt x="605287" y="1477613"/>
                  </a:lnTo>
                  <a:lnTo>
                    <a:pt x="645149" y="1493437"/>
                  </a:lnTo>
                  <a:lnTo>
                    <a:pt x="686097" y="1508987"/>
                  </a:lnTo>
                  <a:lnTo>
                    <a:pt x="728115" y="1524259"/>
                  </a:lnTo>
                  <a:lnTo>
                    <a:pt x="771185" y="1539246"/>
                  </a:lnTo>
                  <a:lnTo>
                    <a:pt x="815289" y="1553943"/>
                  </a:lnTo>
                  <a:lnTo>
                    <a:pt x="860411" y="1568346"/>
                  </a:lnTo>
                  <a:lnTo>
                    <a:pt x="906533" y="1582448"/>
                  </a:lnTo>
                  <a:lnTo>
                    <a:pt x="953637" y="1596244"/>
                  </a:lnTo>
                  <a:lnTo>
                    <a:pt x="1001707" y="1609730"/>
                  </a:lnTo>
                  <a:lnTo>
                    <a:pt x="1050724" y="1622899"/>
                  </a:lnTo>
                  <a:lnTo>
                    <a:pt x="1100673" y="1635747"/>
                  </a:lnTo>
                  <a:lnTo>
                    <a:pt x="1151534" y="1648268"/>
                  </a:lnTo>
                  <a:lnTo>
                    <a:pt x="1203291" y="1660457"/>
                  </a:lnTo>
                  <a:lnTo>
                    <a:pt x="1255927" y="1672309"/>
                  </a:lnTo>
                  <a:lnTo>
                    <a:pt x="1309424" y="1683817"/>
                  </a:lnTo>
                  <a:lnTo>
                    <a:pt x="1363765" y="1694978"/>
                  </a:lnTo>
                  <a:lnTo>
                    <a:pt x="1418933" y="1705785"/>
                  </a:lnTo>
                  <a:lnTo>
                    <a:pt x="1474910" y="1716234"/>
                  </a:lnTo>
                  <a:lnTo>
                    <a:pt x="1531678" y="1726318"/>
                  </a:lnTo>
                  <a:lnTo>
                    <a:pt x="1589221" y="1736033"/>
                  </a:lnTo>
                  <a:lnTo>
                    <a:pt x="1647521" y="1745374"/>
                  </a:lnTo>
                  <a:lnTo>
                    <a:pt x="1706561" y="1754334"/>
                  </a:lnTo>
                  <a:lnTo>
                    <a:pt x="1766323" y="1762909"/>
                  </a:lnTo>
                  <a:lnTo>
                    <a:pt x="1826790" y="1771094"/>
                  </a:lnTo>
                  <a:lnTo>
                    <a:pt x="1887945" y="1778882"/>
                  </a:lnTo>
                  <a:lnTo>
                    <a:pt x="1949771" y="1786270"/>
                  </a:lnTo>
                  <a:lnTo>
                    <a:pt x="2012249" y="1793251"/>
                  </a:lnTo>
                  <a:lnTo>
                    <a:pt x="2075364" y="1799820"/>
                  </a:lnTo>
                  <a:lnTo>
                    <a:pt x="2139096" y="1805971"/>
                  </a:lnTo>
                  <a:lnTo>
                    <a:pt x="2203430" y="1811701"/>
                  </a:lnTo>
                  <a:lnTo>
                    <a:pt x="2268347" y="1817002"/>
                  </a:lnTo>
                  <a:lnTo>
                    <a:pt x="2333830" y="1821870"/>
                  </a:lnTo>
                  <a:lnTo>
                    <a:pt x="2399863" y="1826300"/>
                  </a:lnTo>
                  <a:lnTo>
                    <a:pt x="2466427" y="1830287"/>
                  </a:lnTo>
                  <a:lnTo>
                    <a:pt x="2533505" y="1833824"/>
                  </a:lnTo>
                  <a:lnTo>
                    <a:pt x="2601080" y="1836906"/>
                  </a:lnTo>
                  <a:lnTo>
                    <a:pt x="2669135" y="1839529"/>
                  </a:lnTo>
                  <a:lnTo>
                    <a:pt x="2737652" y="1841688"/>
                  </a:lnTo>
                  <a:lnTo>
                    <a:pt x="2806614" y="1843375"/>
                  </a:lnTo>
                  <a:lnTo>
                    <a:pt x="2876003" y="1844587"/>
                  </a:lnTo>
                  <a:lnTo>
                    <a:pt x="2945803" y="1845319"/>
                  </a:lnTo>
                  <a:lnTo>
                    <a:pt x="3015995" y="1845563"/>
                  </a:lnTo>
                  <a:lnTo>
                    <a:pt x="3086124" y="1845319"/>
                  </a:lnTo>
                  <a:lnTo>
                    <a:pt x="3155862" y="1844587"/>
                  </a:lnTo>
                  <a:lnTo>
                    <a:pt x="3225192" y="1843375"/>
                  </a:lnTo>
                  <a:lnTo>
                    <a:pt x="3294095" y="1841688"/>
                  </a:lnTo>
                  <a:lnTo>
                    <a:pt x="3362556" y="1839529"/>
                  </a:lnTo>
                  <a:lnTo>
                    <a:pt x="3430556" y="1836906"/>
                  </a:lnTo>
                  <a:lnTo>
                    <a:pt x="3498078" y="1833824"/>
                  </a:lnTo>
                  <a:lnTo>
                    <a:pt x="3565105" y="1830287"/>
                  </a:lnTo>
                  <a:lnTo>
                    <a:pt x="3631619" y="1826300"/>
                  </a:lnTo>
                  <a:lnTo>
                    <a:pt x="3697603" y="1821870"/>
                  </a:lnTo>
                  <a:lnTo>
                    <a:pt x="3763040" y="1817002"/>
                  </a:lnTo>
                  <a:lnTo>
                    <a:pt x="3827912" y="1811701"/>
                  </a:lnTo>
                  <a:lnTo>
                    <a:pt x="3892201" y="1805971"/>
                  </a:lnTo>
                  <a:lnTo>
                    <a:pt x="3955892" y="1799820"/>
                  </a:lnTo>
                  <a:lnTo>
                    <a:pt x="4018965" y="1793251"/>
                  </a:lnTo>
                  <a:lnTo>
                    <a:pt x="4081404" y="1786270"/>
                  </a:lnTo>
                  <a:lnTo>
                    <a:pt x="4143192" y="1778882"/>
                  </a:lnTo>
                  <a:lnTo>
                    <a:pt x="4204310" y="1771094"/>
                  </a:lnTo>
                  <a:lnTo>
                    <a:pt x="4264742" y="1762909"/>
                  </a:lnTo>
                  <a:lnTo>
                    <a:pt x="4324471" y="1754334"/>
                  </a:lnTo>
                  <a:lnTo>
                    <a:pt x="4383478" y="1745374"/>
                  </a:lnTo>
                  <a:lnTo>
                    <a:pt x="4441747" y="1736033"/>
                  </a:lnTo>
                  <a:lnTo>
                    <a:pt x="4499260" y="1726318"/>
                  </a:lnTo>
                  <a:lnTo>
                    <a:pt x="4555999" y="1716234"/>
                  </a:lnTo>
                  <a:lnTo>
                    <a:pt x="4611948" y="1705785"/>
                  </a:lnTo>
                  <a:lnTo>
                    <a:pt x="4667089" y="1694978"/>
                  </a:lnTo>
                  <a:lnTo>
                    <a:pt x="4721405" y="1683817"/>
                  </a:lnTo>
                  <a:lnTo>
                    <a:pt x="4774878" y="1672309"/>
                  </a:lnTo>
                  <a:lnTo>
                    <a:pt x="4827491" y="1660457"/>
                  </a:lnTo>
                  <a:lnTo>
                    <a:pt x="4879226" y="1648268"/>
                  </a:lnTo>
                  <a:lnTo>
                    <a:pt x="4930067" y="1635747"/>
                  </a:lnTo>
                  <a:lnTo>
                    <a:pt x="4979995" y="1622899"/>
                  </a:lnTo>
                  <a:lnTo>
                    <a:pt x="5028994" y="1609730"/>
                  </a:lnTo>
                  <a:lnTo>
                    <a:pt x="5077045" y="1596244"/>
                  </a:lnTo>
                  <a:lnTo>
                    <a:pt x="5124133" y="1582448"/>
                  </a:lnTo>
                  <a:lnTo>
                    <a:pt x="5170238" y="1568346"/>
                  </a:lnTo>
                  <a:lnTo>
                    <a:pt x="5215345" y="1553943"/>
                  </a:lnTo>
                  <a:lnTo>
                    <a:pt x="5259435" y="1539246"/>
                  </a:lnTo>
                  <a:lnTo>
                    <a:pt x="5302491" y="1524259"/>
                  </a:lnTo>
                  <a:lnTo>
                    <a:pt x="5344496" y="1508987"/>
                  </a:lnTo>
                  <a:lnTo>
                    <a:pt x="5385433" y="1493437"/>
                  </a:lnTo>
                  <a:lnTo>
                    <a:pt x="5425283" y="1477613"/>
                  </a:lnTo>
                  <a:lnTo>
                    <a:pt x="5464031" y="1461521"/>
                  </a:lnTo>
                  <a:lnTo>
                    <a:pt x="5501657" y="1445165"/>
                  </a:lnTo>
                  <a:lnTo>
                    <a:pt x="5538145" y="1428552"/>
                  </a:lnTo>
                  <a:lnTo>
                    <a:pt x="5573478" y="1411686"/>
                  </a:lnTo>
                  <a:lnTo>
                    <a:pt x="5607639" y="1394573"/>
                  </a:lnTo>
                  <a:lnTo>
                    <a:pt x="5672371" y="1359628"/>
                  </a:lnTo>
                  <a:lnTo>
                    <a:pt x="5732203" y="1323757"/>
                  </a:lnTo>
                  <a:lnTo>
                    <a:pt x="5786997" y="1287004"/>
                  </a:lnTo>
                  <a:lnTo>
                    <a:pt x="5836614" y="1249412"/>
                  </a:lnTo>
                  <a:lnTo>
                    <a:pt x="5880913" y="1211022"/>
                  </a:lnTo>
                  <a:lnTo>
                    <a:pt x="5919757" y="1171878"/>
                  </a:lnTo>
                  <a:lnTo>
                    <a:pt x="5953006" y="1132021"/>
                  </a:lnTo>
                  <a:lnTo>
                    <a:pt x="5980521" y="1091495"/>
                  </a:lnTo>
                  <a:lnTo>
                    <a:pt x="6002164" y="1050341"/>
                  </a:lnTo>
                  <a:lnTo>
                    <a:pt x="6017796" y="1008603"/>
                  </a:lnTo>
                  <a:lnTo>
                    <a:pt x="6027276" y="966323"/>
                  </a:lnTo>
                  <a:lnTo>
                    <a:pt x="6030467" y="9235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38400" y="5081015"/>
              <a:ext cx="6030595" cy="1845945"/>
            </a:xfrm>
            <a:custGeom>
              <a:avLst/>
              <a:gdLst/>
              <a:ahLst/>
              <a:cxnLst/>
              <a:rect l="l" t="t" r="r" b="b"/>
              <a:pathLst>
                <a:path w="6030595" h="1845945">
                  <a:moveTo>
                    <a:pt x="3015995" y="0"/>
                  </a:moveTo>
                  <a:lnTo>
                    <a:pt x="2945803" y="244"/>
                  </a:lnTo>
                  <a:lnTo>
                    <a:pt x="2876003" y="976"/>
                  </a:lnTo>
                  <a:lnTo>
                    <a:pt x="2806614" y="2188"/>
                  </a:lnTo>
                  <a:lnTo>
                    <a:pt x="2737652" y="3876"/>
                  </a:lnTo>
                  <a:lnTo>
                    <a:pt x="2669135" y="6034"/>
                  </a:lnTo>
                  <a:lnTo>
                    <a:pt x="2601080" y="8657"/>
                  </a:lnTo>
                  <a:lnTo>
                    <a:pt x="2533505" y="11741"/>
                  </a:lnTo>
                  <a:lnTo>
                    <a:pt x="2466427" y="15279"/>
                  </a:lnTo>
                  <a:lnTo>
                    <a:pt x="2399863" y="19266"/>
                  </a:lnTo>
                  <a:lnTo>
                    <a:pt x="2333830" y="23697"/>
                  </a:lnTo>
                  <a:lnTo>
                    <a:pt x="2268347" y="28567"/>
                  </a:lnTo>
                  <a:lnTo>
                    <a:pt x="2203430" y="33870"/>
                  </a:lnTo>
                  <a:lnTo>
                    <a:pt x="2139096" y="39601"/>
                  </a:lnTo>
                  <a:lnTo>
                    <a:pt x="2075364" y="45755"/>
                  </a:lnTo>
                  <a:lnTo>
                    <a:pt x="2012249" y="52327"/>
                  </a:lnTo>
                  <a:lnTo>
                    <a:pt x="1949771" y="59311"/>
                  </a:lnTo>
                  <a:lnTo>
                    <a:pt x="1887945" y="66702"/>
                  </a:lnTo>
                  <a:lnTo>
                    <a:pt x="1826790" y="74494"/>
                  </a:lnTo>
                  <a:lnTo>
                    <a:pt x="1766323" y="82683"/>
                  </a:lnTo>
                  <a:lnTo>
                    <a:pt x="1706561" y="91263"/>
                  </a:lnTo>
                  <a:lnTo>
                    <a:pt x="1647521" y="100229"/>
                  </a:lnTo>
                  <a:lnTo>
                    <a:pt x="1589221" y="109575"/>
                  </a:lnTo>
                  <a:lnTo>
                    <a:pt x="1531678" y="119297"/>
                  </a:lnTo>
                  <a:lnTo>
                    <a:pt x="1474910" y="129388"/>
                  </a:lnTo>
                  <a:lnTo>
                    <a:pt x="1418933" y="139844"/>
                  </a:lnTo>
                  <a:lnTo>
                    <a:pt x="1363765" y="150660"/>
                  </a:lnTo>
                  <a:lnTo>
                    <a:pt x="1309424" y="161829"/>
                  </a:lnTo>
                  <a:lnTo>
                    <a:pt x="1255927" y="173348"/>
                  </a:lnTo>
                  <a:lnTo>
                    <a:pt x="1203291" y="185209"/>
                  </a:lnTo>
                  <a:lnTo>
                    <a:pt x="1151534" y="197410"/>
                  </a:lnTo>
                  <a:lnTo>
                    <a:pt x="1100673" y="209943"/>
                  </a:lnTo>
                  <a:lnTo>
                    <a:pt x="1050724" y="222803"/>
                  </a:lnTo>
                  <a:lnTo>
                    <a:pt x="1001707" y="235986"/>
                  </a:lnTo>
                  <a:lnTo>
                    <a:pt x="953637" y="249486"/>
                  </a:lnTo>
                  <a:lnTo>
                    <a:pt x="906533" y="263298"/>
                  </a:lnTo>
                  <a:lnTo>
                    <a:pt x="860411" y="277416"/>
                  </a:lnTo>
                  <a:lnTo>
                    <a:pt x="815289" y="291836"/>
                  </a:lnTo>
                  <a:lnTo>
                    <a:pt x="771185" y="306551"/>
                  </a:lnTo>
                  <a:lnTo>
                    <a:pt x="728115" y="321557"/>
                  </a:lnTo>
                  <a:lnTo>
                    <a:pt x="686097" y="336848"/>
                  </a:lnTo>
                  <a:lnTo>
                    <a:pt x="645149" y="352419"/>
                  </a:lnTo>
                  <a:lnTo>
                    <a:pt x="605287" y="368265"/>
                  </a:lnTo>
                  <a:lnTo>
                    <a:pt x="566530" y="384381"/>
                  </a:lnTo>
                  <a:lnTo>
                    <a:pt x="528894" y="400761"/>
                  </a:lnTo>
                  <a:lnTo>
                    <a:pt x="492396" y="417399"/>
                  </a:lnTo>
                  <a:lnTo>
                    <a:pt x="457055" y="434291"/>
                  </a:lnTo>
                  <a:lnTo>
                    <a:pt x="422887" y="451432"/>
                  </a:lnTo>
                  <a:lnTo>
                    <a:pt x="358141" y="486436"/>
                  </a:lnTo>
                  <a:lnTo>
                    <a:pt x="298297" y="522371"/>
                  </a:lnTo>
                  <a:lnTo>
                    <a:pt x="243494" y="559193"/>
                  </a:lnTo>
                  <a:lnTo>
                    <a:pt x="193871" y="596860"/>
                  </a:lnTo>
                  <a:lnTo>
                    <a:pt x="149566" y="635329"/>
                  </a:lnTo>
                  <a:lnTo>
                    <a:pt x="110717" y="674560"/>
                  </a:lnTo>
                  <a:lnTo>
                    <a:pt x="77465" y="714508"/>
                  </a:lnTo>
                  <a:lnTo>
                    <a:pt x="49948" y="755133"/>
                  </a:lnTo>
                  <a:lnTo>
                    <a:pt x="28303" y="796391"/>
                  </a:lnTo>
                  <a:lnTo>
                    <a:pt x="12672" y="838240"/>
                  </a:lnTo>
                  <a:lnTo>
                    <a:pt x="3191" y="880638"/>
                  </a:lnTo>
                  <a:lnTo>
                    <a:pt x="0" y="923543"/>
                  </a:lnTo>
                  <a:lnTo>
                    <a:pt x="800" y="944993"/>
                  </a:lnTo>
                  <a:lnTo>
                    <a:pt x="7154" y="987528"/>
                  </a:lnTo>
                  <a:lnTo>
                    <a:pt x="19727" y="1029543"/>
                  </a:lnTo>
                  <a:lnTo>
                    <a:pt x="38383" y="1070994"/>
                  </a:lnTo>
                  <a:lnTo>
                    <a:pt x="62981" y="1111839"/>
                  </a:lnTo>
                  <a:lnTo>
                    <a:pt x="93383" y="1152036"/>
                  </a:lnTo>
                  <a:lnTo>
                    <a:pt x="129451" y="1191542"/>
                  </a:lnTo>
                  <a:lnTo>
                    <a:pt x="171045" y="1230314"/>
                  </a:lnTo>
                  <a:lnTo>
                    <a:pt x="218026" y="1268310"/>
                  </a:lnTo>
                  <a:lnTo>
                    <a:pt x="270257" y="1305488"/>
                  </a:lnTo>
                  <a:lnTo>
                    <a:pt x="327598" y="1341805"/>
                  </a:lnTo>
                  <a:lnTo>
                    <a:pt x="389910" y="1377219"/>
                  </a:lnTo>
                  <a:lnTo>
                    <a:pt x="457055" y="1411686"/>
                  </a:lnTo>
                  <a:lnTo>
                    <a:pt x="492396" y="1428552"/>
                  </a:lnTo>
                  <a:lnTo>
                    <a:pt x="528894" y="1445165"/>
                  </a:lnTo>
                  <a:lnTo>
                    <a:pt x="566530" y="1461521"/>
                  </a:lnTo>
                  <a:lnTo>
                    <a:pt x="605287" y="1477613"/>
                  </a:lnTo>
                  <a:lnTo>
                    <a:pt x="645149" y="1493437"/>
                  </a:lnTo>
                  <a:lnTo>
                    <a:pt x="686097" y="1508987"/>
                  </a:lnTo>
                  <a:lnTo>
                    <a:pt x="728115" y="1524259"/>
                  </a:lnTo>
                  <a:lnTo>
                    <a:pt x="771185" y="1539246"/>
                  </a:lnTo>
                  <a:lnTo>
                    <a:pt x="815289" y="1553943"/>
                  </a:lnTo>
                  <a:lnTo>
                    <a:pt x="860411" y="1568346"/>
                  </a:lnTo>
                  <a:lnTo>
                    <a:pt x="906533" y="1582448"/>
                  </a:lnTo>
                  <a:lnTo>
                    <a:pt x="953637" y="1596244"/>
                  </a:lnTo>
                  <a:lnTo>
                    <a:pt x="1001707" y="1609730"/>
                  </a:lnTo>
                  <a:lnTo>
                    <a:pt x="1050724" y="1622899"/>
                  </a:lnTo>
                  <a:lnTo>
                    <a:pt x="1100673" y="1635747"/>
                  </a:lnTo>
                  <a:lnTo>
                    <a:pt x="1151534" y="1648268"/>
                  </a:lnTo>
                  <a:lnTo>
                    <a:pt x="1203291" y="1660457"/>
                  </a:lnTo>
                  <a:lnTo>
                    <a:pt x="1255927" y="1672309"/>
                  </a:lnTo>
                  <a:lnTo>
                    <a:pt x="1309424" y="1683817"/>
                  </a:lnTo>
                  <a:lnTo>
                    <a:pt x="1363765" y="1694978"/>
                  </a:lnTo>
                  <a:lnTo>
                    <a:pt x="1418933" y="1705785"/>
                  </a:lnTo>
                  <a:lnTo>
                    <a:pt x="1474910" y="1716234"/>
                  </a:lnTo>
                  <a:lnTo>
                    <a:pt x="1531678" y="1726318"/>
                  </a:lnTo>
                  <a:lnTo>
                    <a:pt x="1589221" y="1736033"/>
                  </a:lnTo>
                  <a:lnTo>
                    <a:pt x="1647521" y="1745374"/>
                  </a:lnTo>
                  <a:lnTo>
                    <a:pt x="1706561" y="1754334"/>
                  </a:lnTo>
                  <a:lnTo>
                    <a:pt x="1766323" y="1762909"/>
                  </a:lnTo>
                  <a:lnTo>
                    <a:pt x="1826790" y="1771094"/>
                  </a:lnTo>
                  <a:lnTo>
                    <a:pt x="1887945" y="1778882"/>
                  </a:lnTo>
                  <a:lnTo>
                    <a:pt x="1949771" y="1786270"/>
                  </a:lnTo>
                  <a:lnTo>
                    <a:pt x="2012249" y="1793251"/>
                  </a:lnTo>
                  <a:lnTo>
                    <a:pt x="2075364" y="1799820"/>
                  </a:lnTo>
                  <a:lnTo>
                    <a:pt x="2139096" y="1805971"/>
                  </a:lnTo>
                  <a:lnTo>
                    <a:pt x="2203430" y="1811701"/>
                  </a:lnTo>
                  <a:lnTo>
                    <a:pt x="2268347" y="1817002"/>
                  </a:lnTo>
                  <a:lnTo>
                    <a:pt x="2333830" y="1821870"/>
                  </a:lnTo>
                  <a:lnTo>
                    <a:pt x="2399863" y="1826300"/>
                  </a:lnTo>
                  <a:lnTo>
                    <a:pt x="2466427" y="1830287"/>
                  </a:lnTo>
                  <a:lnTo>
                    <a:pt x="2533505" y="1833824"/>
                  </a:lnTo>
                  <a:lnTo>
                    <a:pt x="2601080" y="1836906"/>
                  </a:lnTo>
                  <a:lnTo>
                    <a:pt x="2669135" y="1839529"/>
                  </a:lnTo>
                  <a:lnTo>
                    <a:pt x="2737652" y="1841688"/>
                  </a:lnTo>
                  <a:lnTo>
                    <a:pt x="2806614" y="1843375"/>
                  </a:lnTo>
                  <a:lnTo>
                    <a:pt x="2876003" y="1844587"/>
                  </a:lnTo>
                  <a:lnTo>
                    <a:pt x="2945803" y="1845319"/>
                  </a:lnTo>
                  <a:lnTo>
                    <a:pt x="3015995" y="1845563"/>
                  </a:lnTo>
                  <a:lnTo>
                    <a:pt x="3086124" y="1845319"/>
                  </a:lnTo>
                  <a:lnTo>
                    <a:pt x="3155862" y="1844587"/>
                  </a:lnTo>
                  <a:lnTo>
                    <a:pt x="3225192" y="1843375"/>
                  </a:lnTo>
                  <a:lnTo>
                    <a:pt x="3294095" y="1841688"/>
                  </a:lnTo>
                  <a:lnTo>
                    <a:pt x="3362556" y="1839529"/>
                  </a:lnTo>
                  <a:lnTo>
                    <a:pt x="3430556" y="1836906"/>
                  </a:lnTo>
                  <a:lnTo>
                    <a:pt x="3498078" y="1833824"/>
                  </a:lnTo>
                  <a:lnTo>
                    <a:pt x="3565105" y="1830287"/>
                  </a:lnTo>
                  <a:lnTo>
                    <a:pt x="3631619" y="1826300"/>
                  </a:lnTo>
                  <a:lnTo>
                    <a:pt x="3697603" y="1821870"/>
                  </a:lnTo>
                  <a:lnTo>
                    <a:pt x="3763040" y="1817002"/>
                  </a:lnTo>
                  <a:lnTo>
                    <a:pt x="3827912" y="1811701"/>
                  </a:lnTo>
                  <a:lnTo>
                    <a:pt x="3892201" y="1805971"/>
                  </a:lnTo>
                  <a:lnTo>
                    <a:pt x="3955892" y="1799820"/>
                  </a:lnTo>
                  <a:lnTo>
                    <a:pt x="4018965" y="1793251"/>
                  </a:lnTo>
                  <a:lnTo>
                    <a:pt x="4081404" y="1786270"/>
                  </a:lnTo>
                  <a:lnTo>
                    <a:pt x="4143192" y="1778882"/>
                  </a:lnTo>
                  <a:lnTo>
                    <a:pt x="4204310" y="1771094"/>
                  </a:lnTo>
                  <a:lnTo>
                    <a:pt x="4264742" y="1762909"/>
                  </a:lnTo>
                  <a:lnTo>
                    <a:pt x="4324471" y="1754334"/>
                  </a:lnTo>
                  <a:lnTo>
                    <a:pt x="4383478" y="1745374"/>
                  </a:lnTo>
                  <a:lnTo>
                    <a:pt x="4441747" y="1736033"/>
                  </a:lnTo>
                  <a:lnTo>
                    <a:pt x="4499260" y="1726318"/>
                  </a:lnTo>
                  <a:lnTo>
                    <a:pt x="4555999" y="1716234"/>
                  </a:lnTo>
                  <a:lnTo>
                    <a:pt x="4611948" y="1705785"/>
                  </a:lnTo>
                  <a:lnTo>
                    <a:pt x="4667089" y="1694978"/>
                  </a:lnTo>
                  <a:lnTo>
                    <a:pt x="4721405" y="1683817"/>
                  </a:lnTo>
                  <a:lnTo>
                    <a:pt x="4774878" y="1672309"/>
                  </a:lnTo>
                  <a:lnTo>
                    <a:pt x="4827491" y="1660457"/>
                  </a:lnTo>
                  <a:lnTo>
                    <a:pt x="4879226" y="1648268"/>
                  </a:lnTo>
                  <a:lnTo>
                    <a:pt x="4930067" y="1635747"/>
                  </a:lnTo>
                  <a:lnTo>
                    <a:pt x="4979995" y="1622899"/>
                  </a:lnTo>
                  <a:lnTo>
                    <a:pt x="5028994" y="1609730"/>
                  </a:lnTo>
                  <a:lnTo>
                    <a:pt x="5077045" y="1596244"/>
                  </a:lnTo>
                  <a:lnTo>
                    <a:pt x="5124133" y="1582448"/>
                  </a:lnTo>
                  <a:lnTo>
                    <a:pt x="5170238" y="1568346"/>
                  </a:lnTo>
                  <a:lnTo>
                    <a:pt x="5215345" y="1553943"/>
                  </a:lnTo>
                  <a:lnTo>
                    <a:pt x="5259435" y="1539246"/>
                  </a:lnTo>
                  <a:lnTo>
                    <a:pt x="5302491" y="1524259"/>
                  </a:lnTo>
                  <a:lnTo>
                    <a:pt x="5344496" y="1508987"/>
                  </a:lnTo>
                  <a:lnTo>
                    <a:pt x="5385433" y="1493437"/>
                  </a:lnTo>
                  <a:lnTo>
                    <a:pt x="5425283" y="1477613"/>
                  </a:lnTo>
                  <a:lnTo>
                    <a:pt x="5464031" y="1461521"/>
                  </a:lnTo>
                  <a:lnTo>
                    <a:pt x="5501657" y="1445165"/>
                  </a:lnTo>
                  <a:lnTo>
                    <a:pt x="5538145" y="1428552"/>
                  </a:lnTo>
                  <a:lnTo>
                    <a:pt x="5573478" y="1411686"/>
                  </a:lnTo>
                  <a:lnTo>
                    <a:pt x="5607639" y="1394573"/>
                  </a:lnTo>
                  <a:lnTo>
                    <a:pt x="5672371" y="1359628"/>
                  </a:lnTo>
                  <a:lnTo>
                    <a:pt x="5732203" y="1323757"/>
                  </a:lnTo>
                  <a:lnTo>
                    <a:pt x="5786997" y="1287004"/>
                  </a:lnTo>
                  <a:lnTo>
                    <a:pt x="5836614" y="1249412"/>
                  </a:lnTo>
                  <a:lnTo>
                    <a:pt x="5880913" y="1211022"/>
                  </a:lnTo>
                  <a:lnTo>
                    <a:pt x="5919757" y="1171878"/>
                  </a:lnTo>
                  <a:lnTo>
                    <a:pt x="5953006" y="1132021"/>
                  </a:lnTo>
                  <a:lnTo>
                    <a:pt x="5980521" y="1091495"/>
                  </a:lnTo>
                  <a:lnTo>
                    <a:pt x="6002164" y="1050341"/>
                  </a:lnTo>
                  <a:lnTo>
                    <a:pt x="6017796" y="1008603"/>
                  </a:lnTo>
                  <a:lnTo>
                    <a:pt x="6027276" y="966323"/>
                  </a:lnTo>
                  <a:lnTo>
                    <a:pt x="6030467" y="923543"/>
                  </a:lnTo>
                  <a:lnTo>
                    <a:pt x="6029667" y="902030"/>
                  </a:lnTo>
                  <a:lnTo>
                    <a:pt x="6023313" y="859373"/>
                  </a:lnTo>
                  <a:lnTo>
                    <a:pt x="6010740" y="817244"/>
                  </a:lnTo>
                  <a:lnTo>
                    <a:pt x="5992086" y="775685"/>
                  </a:lnTo>
                  <a:lnTo>
                    <a:pt x="5967489" y="734739"/>
                  </a:lnTo>
                  <a:lnTo>
                    <a:pt x="5937089" y="694447"/>
                  </a:lnTo>
                  <a:lnTo>
                    <a:pt x="5901026" y="654852"/>
                  </a:lnTo>
                  <a:lnTo>
                    <a:pt x="5859437" y="615997"/>
                  </a:lnTo>
                  <a:lnTo>
                    <a:pt x="5812461" y="577923"/>
                  </a:lnTo>
                  <a:lnTo>
                    <a:pt x="5760239" y="540673"/>
                  </a:lnTo>
                  <a:lnTo>
                    <a:pt x="5702908" y="504290"/>
                  </a:lnTo>
                  <a:lnTo>
                    <a:pt x="5640608" y="468815"/>
                  </a:lnTo>
                  <a:lnTo>
                    <a:pt x="5573478" y="434291"/>
                  </a:lnTo>
                  <a:lnTo>
                    <a:pt x="5538145" y="417399"/>
                  </a:lnTo>
                  <a:lnTo>
                    <a:pt x="5501657" y="400761"/>
                  </a:lnTo>
                  <a:lnTo>
                    <a:pt x="5464031" y="384381"/>
                  </a:lnTo>
                  <a:lnTo>
                    <a:pt x="5425283" y="368265"/>
                  </a:lnTo>
                  <a:lnTo>
                    <a:pt x="5385433" y="352419"/>
                  </a:lnTo>
                  <a:lnTo>
                    <a:pt x="5344496" y="336848"/>
                  </a:lnTo>
                  <a:lnTo>
                    <a:pt x="5302491" y="321557"/>
                  </a:lnTo>
                  <a:lnTo>
                    <a:pt x="5259435" y="306551"/>
                  </a:lnTo>
                  <a:lnTo>
                    <a:pt x="5215345" y="291836"/>
                  </a:lnTo>
                  <a:lnTo>
                    <a:pt x="5170238" y="277416"/>
                  </a:lnTo>
                  <a:lnTo>
                    <a:pt x="5124133" y="263298"/>
                  </a:lnTo>
                  <a:lnTo>
                    <a:pt x="5077045" y="249486"/>
                  </a:lnTo>
                  <a:lnTo>
                    <a:pt x="5028994" y="235986"/>
                  </a:lnTo>
                  <a:lnTo>
                    <a:pt x="4979995" y="222803"/>
                  </a:lnTo>
                  <a:lnTo>
                    <a:pt x="4930067" y="209943"/>
                  </a:lnTo>
                  <a:lnTo>
                    <a:pt x="4879226" y="197410"/>
                  </a:lnTo>
                  <a:lnTo>
                    <a:pt x="4827491" y="185209"/>
                  </a:lnTo>
                  <a:lnTo>
                    <a:pt x="4774878" y="173348"/>
                  </a:lnTo>
                  <a:lnTo>
                    <a:pt x="4721405" y="161829"/>
                  </a:lnTo>
                  <a:lnTo>
                    <a:pt x="4667089" y="150660"/>
                  </a:lnTo>
                  <a:lnTo>
                    <a:pt x="4611948" y="139844"/>
                  </a:lnTo>
                  <a:lnTo>
                    <a:pt x="4555999" y="129388"/>
                  </a:lnTo>
                  <a:lnTo>
                    <a:pt x="4499260" y="119297"/>
                  </a:lnTo>
                  <a:lnTo>
                    <a:pt x="4441747" y="109575"/>
                  </a:lnTo>
                  <a:lnTo>
                    <a:pt x="4383478" y="100229"/>
                  </a:lnTo>
                  <a:lnTo>
                    <a:pt x="4324471" y="91263"/>
                  </a:lnTo>
                  <a:lnTo>
                    <a:pt x="4264742" y="82683"/>
                  </a:lnTo>
                  <a:lnTo>
                    <a:pt x="4204310" y="74494"/>
                  </a:lnTo>
                  <a:lnTo>
                    <a:pt x="4143192" y="66702"/>
                  </a:lnTo>
                  <a:lnTo>
                    <a:pt x="4081404" y="59311"/>
                  </a:lnTo>
                  <a:lnTo>
                    <a:pt x="4018965" y="52327"/>
                  </a:lnTo>
                  <a:lnTo>
                    <a:pt x="3955892" y="45755"/>
                  </a:lnTo>
                  <a:lnTo>
                    <a:pt x="3892201" y="39601"/>
                  </a:lnTo>
                  <a:lnTo>
                    <a:pt x="3827912" y="33870"/>
                  </a:lnTo>
                  <a:lnTo>
                    <a:pt x="3763040" y="28567"/>
                  </a:lnTo>
                  <a:lnTo>
                    <a:pt x="3697603" y="23697"/>
                  </a:lnTo>
                  <a:lnTo>
                    <a:pt x="3631619" y="19266"/>
                  </a:lnTo>
                  <a:lnTo>
                    <a:pt x="3565105" y="15279"/>
                  </a:lnTo>
                  <a:lnTo>
                    <a:pt x="3498078" y="11741"/>
                  </a:lnTo>
                  <a:lnTo>
                    <a:pt x="3430556" y="8657"/>
                  </a:lnTo>
                  <a:lnTo>
                    <a:pt x="3362556" y="6034"/>
                  </a:lnTo>
                  <a:lnTo>
                    <a:pt x="3294095" y="3876"/>
                  </a:lnTo>
                  <a:lnTo>
                    <a:pt x="3225192" y="2188"/>
                  </a:lnTo>
                  <a:lnTo>
                    <a:pt x="3155862" y="976"/>
                  </a:lnTo>
                  <a:lnTo>
                    <a:pt x="3086124" y="244"/>
                  </a:lnTo>
                  <a:lnTo>
                    <a:pt x="3015995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957571" y="5853173"/>
            <a:ext cx="2408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Quantos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filhos?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72516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Primeira</a:t>
            </a:r>
            <a:r>
              <a:rPr spc="-125" dirty="0"/>
              <a:t> </a:t>
            </a:r>
            <a:r>
              <a:rPr dirty="0"/>
              <a:t>Forma</a:t>
            </a:r>
            <a:r>
              <a:rPr spc="-114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54" y="2506471"/>
            <a:ext cx="76066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145" dirty="0">
                <a:latin typeface="Tahoma"/>
                <a:cs typeface="Tahoma"/>
              </a:rPr>
              <a:t>Atributos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135" dirty="0">
                <a:latin typeface="Tahoma"/>
                <a:cs typeface="Tahoma"/>
              </a:rPr>
              <a:t>multivalorados</a:t>
            </a:r>
            <a:endParaRPr sz="2000">
              <a:latin typeface="Tahoma"/>
              <a:cs typeface="Tahoma"/>
            </a:endParaRPr>
          </a:p>
          <a:p>
            <a:pPr marL="12700"/>
            <a:r>
              <a:rPr sz="2000" dirty="0">
                <a:latin typeface="Tahoma"/>
                <a:cs typeface="Tahoma"/>
              </a:rPr>
              <a:t>1)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Quando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quantidade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valores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é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pequena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conhecida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priori;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45582" y="3585971"/>
            <a:ext cx="8728075" cy="2208530"/>
          </a:xfrm>
          <a:custGeom>
            <a:avLst/>
            <a:gdLst/>
            <a:ahLst/>
            <a:cxnLst/>
            <a:rect l="l" t="t" r="r" b="b"/>
            <a:pathLst>
              <a:path w="8728075" h="2208529">
                <a:moveTo>
                  <a:pt x="0" y="0"/>
                </a:moveTo>
                <a:lnTo>
                  <a:pt x="0" y="2208275"/>
                </a:lnTo>
                <a:lnTo>
                  <a:pt x="8727947" y="2208275"/>
                </a:lnTo>
                <a:lnTo>
                  <a:pt x="8727947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81293" y="3914037"/>
            <a:ext cx="8149590" cy="16916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200"/>
              </a:lnSpc>
              <a:spcBef>
                <a:spcPts val="95"/>
              </a:spcBef>
            </a:pPr>
            <a:r>
              <a:rPr sz="2800" i="1" spc="-10" dirty="0">
                <a:latin typeface="Times New Roman"/>
                <a:cs typeface="Times New Roman"/>
              </a:rPr>
              <a:t>Substitui-</a:t>
            </a:r>
            <a:r>
              <a:rPr sz="2800" i="1" dirty="0">
                <a:latin typeface="Times New Roman"/>
                <a:cs typeface="Times New Roman"/>
              </a:rPr>
              <a:t>se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atributo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multivalorado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por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um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conjunto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de </a:t>
            </a:r>
            <a:r>
              <a:rPr sz="2800" i="1" dirty="0">
                <a:latin typeface="Times New Roman"/>
                <a:cs typeface="Times New Roman"/>
              </a:rPr>
              <a:t>atributos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de</a:t>
            </a:r>
            <a:r>
              <a:rPr sz="2800" i="1" spc="-7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mesmo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domínio,</a:t>
            </a:r>
            <a:r>
              <a:rPr sz="2800" i="1" spc="-7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cada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um</a:t>
            </a:r>
            <a:r>
              <a:rPr sz="2800" i="1" spc="-6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representando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i="1" spc="-50" dirty="0">
                <a:latin typeface="Times New Roman"/>
                <a:cs typeface="Times New Roman"/>
              </a:rPr>
              <a:t>a </a:t>
            </a:r>
            <a:r>
              <a:rPr sz="2800" i="1" dirty="0">
                <a:latin typeface="Times New Roman"/>
                <a:cs typeface="Times New Roman"/>
              </a:rPr>
              <a:t>ocorrência</a:t>
            </a:r>
            <a:r>
              <a:rPr sz="2800" i="1" spc="-5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de</a:t>
            </a:r>
            <a:r>
              <a:rPr sz="2800" i="1" spc="-5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um</a:t>
            </a:r>
            <a:r>
              <a:rPr sz="2800" i="1" spc="-50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valor.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72516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Primeira</a:t>
            </a:r>
            <a:r>
              <a:rPr spc="-125" dirty="0"/>
              <a:t> </a:t>
            </a:r>
            <a:r>
              <a:rPr dirty="0"/>
              <a:t>Forma</a:t>
            </a:r>
            <a:r>
              <a:rPr spc="-114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54" y="2506472"/>
            <a:ext cx="6444615" cy="85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130" dirty="0">
                <a:latin typeface="Tahoma"/>
                <a:cs typeface="Tahoma"/>
              </a:rPr>
              <a:t>Atributos</a:t>
            </a:r>
            <a:r>
              <a:rPr spc="-10" dirty="0">
                <a:latin typeface="Tahoma"/>
                <a:cs typeface="Tahoma"/>
              </a:rPr>
              <a:t> </a:t>
            </a:r>
            <a:r>
              <a:rPr spc="110" dirty="0">
                <a:latin typeface="Tahoma"/>
                <a:cs typeface="Tahoma"/>
              </a:rPr>
              <a:t>multivalorados.</a:t>
            </a:r>
            <a:endParaRPr>
              <a:latin typeface="Tahoma"/>
              <a:cs typeface="Tahoma"/>
            </a:endParaRPr>
          </a:p>
          <a:p>
            <a:pPr marL="354965" marR="5080" indent="-342900">
              <a:spcBef>
                <a:spcPts val="10"/>
              </a:spcBef>
            </a:pPr>
            <a:r>
              <a:rPr dirty="0">
                <a:latin typeface="Tahoma"/>
                <a:cs typeface="Tahoma"/>
              </a:rPr>
              <a:t>2)</a:t>
            </a:r>
            <a:r>
              <a:rPr spc="-4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Quando</a:t>
            </a:r>
            <a:r>
              <a:rPr spc="-4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a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quantidade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de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valores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é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muito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grande,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variável</a:t>
            </a:r>
            <a:r>
              <a:rPr spc="-40" dirty="0">
                <a:latin typeface="Tahoma"/>
                <a:cs typeface="Tahoma"/>
              </a:rPr>
              <a:t> </a:t>
            </a:r>
            <a:r>
              <a:rPr spc="-25" dirty="0">
                <a:latin typeface="Tahoma"/>
                <a:cs typeface="Tahoma"/>
              </a:rPr>
              <a:t>ou </a:t>
            </a:r>
            <a:r>
              <a:rPr spc="-10" dirty="0">
                <a:latin typeface="Tahoma"/>
                <a:cs typeface="Tahoma"/>
              </a:rPr>
              <a:t>desconhecida.</a:t>
            </a:r>
            <a:endParaRPr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52846" y="3886201"/>
            <a:ext cx="8726805" cy="3042285"/>
          </a:xfrm>
          <a:custGeom>
            <a:avLst/>
            <a:gdLst/>
            <a:ahLst/>
            <a:cxnLst/>
            <a:rect l="l" t="t" r="r" b="b"/>
            <a:pathLst>
              <a:path w="8726805" h="3042284">
                <a:moveTo>
                  <a:pt x="0" y="0"/>
                </a:moveTo>
                <a:lnTo>
                  <a:pt x="0" y="3041903"/>
                </a:lnTo>
                <a:lnTo>
                  <a:pt x="8726423" y="3041903"/>
                </a:lnTo>
                <a:lnTo>
                  <a:pt x="8726423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35217" y="4051196"/>
            <a:ext cx="8045450" cy="2249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30200"/>
              </a:lnSpc>
              <a:spcBef>
                <a:spcPts val="105"/>
              </a:spcBef>
            </a:pPr>
            <a:r>
              <a:rPr sz="2800" i="1" spc="-10" dirty="0">
                <a:latin typeface="Times New Roman"/>
                <a:cs typeface="Times New Roman"/>
              </a:rPr>
              <a:t>Retira-</a:t>
            </a:r>
            <a:r>
              <a:rPr sz="2800" i="1" dirty="0">
                <a:latin typeface="Times New Roman"/>
                <a:cs typeface="Times New Roman"/>
              </a:rPr>
              <a:t>se</a:t>
            </a:r>
            <a:r>
              <a:rPr sz="2800" i="1" spc="-6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da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relação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atributo</a:t>
            </a:r>
            <a:r>
              <a:rPr sz="2800" i="1" spc="-5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multivalorado,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e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cria-</a:t>
            </a:r>
            <a:r>
              <a:rPr sz="2800" i="1" spc="-40" dirty="0">
                <a:latin typeface="Times New Roman"/>
                <a:cs typeface="Times New Roman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se </a:t>
            </a:r>
            <a:r>
              <a:rPr sz="2800" i="1" dirty="0">
                <a:latin typeface="Times New Roman"/>
                <a:cs typeface="Times New Roman"/>
              </a:rPr>
              <a:t>uma</a:t>
            </a:r>
            <a:r>
              <a:rPr sz="2800" i="1" spc="-5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nova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relação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que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tem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</a:t>
            </a:r>
            <a:r>
              <a:rPr sz="2800" i="1" spc="-4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mesmo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conjunto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de </a:t>
            </a:r>
            <a:r>
              <a:rPr sz="2800" i="1" dirty="0">
                <a:latin typeface="Times New Roman"/>
                <a:cs typeface="Times New Roman"/>
              </a:rPr>
              <a:t>atributos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chave,</a:t>
            </a:r>
            <a:r>
              <a:rPr sz="2800" i="1" spc="-6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mais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atributo</a:t>
            </a:r>
            <a:r>
              <a:rPr sz="2800" i="1" spc="-7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multivalorado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spc="-20" dirty="0">
                <a:latin typeface="Times New Roman"/>
                <a:cs typeface="Times New Roman"/>
              </a:rPr>
              <a:t>como </a:t>
            </a:r>
            <a:r>
              <a:rPr sz="2800" i="1" dirty="0">
                <a:latin typeface="Times New Roman"/>
                <a:cs typeface="Times New Roman"/>
              </a:rPr>
              <a:t>chave,</a:t>
            </a:r>
            <a:r>
              <a:rPr sz="2800" i="1" spc="-7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porém</a:t>
            </a:r>
            <a:r>
              <a:rPr sz="2800" i="1" spc="-6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tomado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como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monovalorado.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72516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Primeira</a:t>
            </a:r>
            <a:r>
              <a:rPr spc="-125" dirty="0"/>
              <a:t> </a:t>
            </a:r>
            <a:r>
              <a:rPr dirty="0"/>
              <a:t>Forma</a:t>
            </a:r>
            <a:r>
              <a:rPr spc="-114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/>
          <p:nvPr/>
        </p:nvSpPr>
        <p:spPr>
          <a:xfrm>
            <a:off x="2669026" y="3637789"/>
            <a:ext cx="8430895" cy="1010919"/>
          </a:xfrm>
          <a:custGeom>
            <a:avLst/>
            <a:gdLst/>
            <a:ahLst/>
            <a:cxnLst/>
            <a:rect l="l" t="t" r="r" b="b"/>
            <a:pathLst>
              <a:path w="8430895" h="1010920">
                <a:moveTo>
                  <a:pt x="0" y="0"/>
                </a:moveTo>
                <a:lnTo>
                  <a:pt x="0" y="1010411"/>
                </a:lnTo>
                <a:lnTo>
                  <a:pt x="8430767" y="1010411"/>
                </a:lnTo>
                <a:lnTo>
                  <a:pt x="8430767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31230" y="3855210"/>
            <a:ext cx="871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62498" y="3907026"/>
            <a:ext cx="9499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Endereco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27144" y="3621023"/>
            <a:ext cx="1501140" cy="1026160"/>
          </a:xfrm>
          <a:custGeom>
            <a:avLst/>
            <a:gdLst/>
            <a:ahLst/>
            <a:cxnLst/>
            <a:rect l="l" t="t" r="r" b="b"/>
            <a:pathLst>
              <a:path w="1501139" h="1026160">
                <a:moveTo>
                  <a:pt x="0" y="16763"/>
                </a:moveTo>
                <a:lnTo>
                  <a:pt x="0" y="1024127"/>
                </a:lnTo>
              </a:path>
              <a:path w="1501139" h="1026160">
                <a:moveTo>
                  <a:pt x="1501139" y="0"/>
                </a:moveTo>
                <a:lnTo>
                  <a:pt x="1501139" y="1025651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76646" y="4319015"/>
            <a:ext cx="8423275" cy="0"/>
          </a:xfrm>
          <a:custGeom>
            <a:avLst/>
            <a:gdLst/>
            <a:ahLst/>
            <a:cxnLst/>
            <a:rect l="l" t="t" r="r" b="b"/>
            <a:pathLst>
              <a:path w="8423275">
                <a:moveTo>
                  <a:pt x="8423153" y="0"/>
                </a:moveTo>
                <a:lnTo>
                  <a:pt x="0" y="0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54850" y="3902454"/>
            <a:ext cx="1417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DataNasc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69351" y="3483864"/>
            <a:ext cx="2890520" cy="1223010"/>
            <a:chOff x="5889751" y="3483864"/>
            <a:chExt cx="2890520" cy="1223010"/>
          </a:xfrm>
        </p:grpSpPr>
        <p:sp>
          <p:nvSpPr>
            <p:cNvPr id="10" name="object 10"/>
            <p:cNvSpPr/>
            <p:nvPr/>
          </p:nvSpPr>
          <p:spPr>
            <a:xfrm>
              <a:off x="5940551" y="3630168"/>
              <a:ext cx="0" cy="1026160"/>
            </a:xfrm>
            <a:custGeom>
              <a:avLst/>
              <a:gdLst/>
              <a:ahLst/>
              <a:cxnLst/>
              <a:rect l="l" t="t" r="r" b="b"/>
              <a:pathLst>
                <a:path h="1026160">
                  <a:moveTo>
                    <a:pt x="0" y="0"/>
                  </a:moveTo>
                  <a:lnTo>
                    <a:pt x="0" y="1025651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03263" y="3521964"/>
              <a:ext cx="2438400" cy="911860"/>
            </a:xfrm>
            <a:custGeom>
              <a:avLst/>
              <a:gdLst/>
              <a:ahLst/>
              <a:cxnLst/>
              <a:rect l="l" t="t" r="r" b="b"/>
              <a:pathLst>
                <a:path w="2438400" h="911860">
                  <a:moveTo>
                    <a:pt x="2438399" y="455675"/>
                  </a:moveTo>
                  <a:lnTo>
                    <a:pt x="2431249" y="406060"/>
                  </a:lnTo>
                  <a:lnTo>
                    <a:pt x="2410291" y="357983"/>
                  </a:lnTo>
                  <a:lnTo>
                    <a:pt x="2376269" y="311725"/>
                  </a:lnTo>
                  <a:lnTo>
                    <a:pt x="2329925" y="267563"/>
                  </a:lnTo>
                  <a:lnTo>
                    <a:pt x="2272001" y="225777"/>
                  </a:lnTo>
                  <a:lnTo>
                    <a:pt x="2238929" y="205863"/>
                  </a:lnTo>
                  <a:lnTo>
                    <a:pt x="2203240" y="186647"/>
                  </a:lnTo>
                  <a:lnTo>
                    <a:pt x="2165028" y="168164"/>
                  </a:lnTo>
                  <a:lnTo>
                    <a:pt x="2124384" y="150451"/>
                  </a:lnTo>
                  <a:lnTo>
                    <a:pt x="2081402" y="133540"/>
                  </a:lnTo>
                  <a:lnTo>
                    <a:pt x="2036175" y="117468"/>
                  </a:lnTo>
                  <a:lnTo>
                    <a:pt x="1988796" y="102268"/>
                  </a:lnTo>
                  <a:lnTo>
                    <a:pt x="1939357" y="87977"/>
                  </a:lnTo>
                  <a:lnTo>
                    <a:pt x="1887950" y="74628"/>
                  </a:lnTo>
                  <a:lnTo>
                    <a:pt x="1834670" y="62258"/>
                  </a:lnTo>
                  <a:lnTo>
                    <a:pt x="1779608" y="50900"/>
                  </a:lnTo>
                  <a:lnTo>
                    <a:pt x="1722857" y="40589"/>
                  </a:lnTo>
                  <a:lnTo>
                    <a:pt x="1664511" y="31361"/>
                  </a:lnTo>
                  <a:lnTo>
                    <a:pt x="1604662" y="23250"/>
                  </a:lnTo>
                  <a:lnTo>
                    <a:pt x="1543402" y="16291"/>
                  </a:lnTo>
                  <a:lnTo>
                    <a:pt x="1480825" y="10519"/>
                  </a:lnTo>
                  <a:lnTo>
                    <a:pt x="1417024" y="5969"/>
                  </a:lnTo>
                  <a:lnTo>
                    <a:pt x="1352090" y="2676"/>
                  </a:lnTo>
                  <a:lnTo>
                    <a:pt x="1286118" y="674"/>
                  </a:lnTo>
                  <a:lnTo>
                    <a:pt x="1219199" y="0"/>
                  </a:lnTo>
                  <a:lnTo>
                    <a:pt x="1152423" y="674"/>
                  </a:lnTo>
                  <a:lnTo>
                    <a:pt x="1086574" y="2676"/>
                  </a:lnTo>
                  <a:lnTo>
                    <a:pt x="1021745" y="5969"/>
                  </a:lnTo>
                  <a:lnTo>
                    <a:pt x="958031" y="10519"/>
                  </a:lnTo>
                  <a:lnTo>
                    <a:pt x="895526" y="16291"/>
                  </a:lnTo>
                  <a:lnTo>
                    <a:pt x="834322" y="23250"/>
                  </a:lnTo>
                  <a:lnTo>
                    <a:pt x="774515" y="31361"/>
                  </a:lnTo>
                  <a:lnTo>
                    <a:pt x="716197" y="40589"/>
                  </a:lnTo>
                  <a:lnTo>
                    <a:pt x="659463" y="50900"/>
                  </a:lnTo>
                  <a:lnTo>
                    <a:pt x="604407" y="62258"/>
                  </a:lnTo>
                  <a:lnTo>
                    <a:pt x="551121" y="74628"/>
                  </a:lnTo>
                  <a:lnTo>
                    <a:pt x="499701" y="87977"/>
                  </a:lnTo>
                  <a:lnTo>
                    <a:pt x="450239" y="102268"/>
                  </a:lnTo>
                  <a:lnTo>
                    <a:pt x="402830" y="117468"/>
                  </a:lnTo>
                  <a:lnTo>
                    <a:pt x="357568" y="133540"/>
                  </a:lnTo>
                  <a:lnTo>
                    <a:pt x="314546" y="150451"/>
                  </a:lnTo>
                  <a:lnTo>
                    <a:pt x="273858" y="168164"/>
                  </a:lnTo>
                  <a:lnTo>
                    <a:pt x="235598" y="186647"/>
                  </a:lnTo>
                  <a:lnTo>
                    <a:pt x="199859" y="205863"/>
                  </a:lnTo>
                  <a:lnTo>
                    <a:pt x="166736" y="225777"/>
                  </a:lnTo>
                  <a:lnTo>
                    <a:pt x="108712" y="267563"/>
                  </a:lnTo>
                  <a:lnTo>
                    <a:pt x="62276" y="311725"/>
                  </a:lnTo>
                  <a:lnTo>
                    <a:pt x="28178" y="357983"/>
                  </a:lnTo>
                  <a:lnTo>
                    <a:pt x="7169" y="406060"/>
                  </a:lnTo>
                  <a:lnTo>
                    <a:pt x="0" y="455675"/>
                  </a:lnTo>
                  <a:lnTo>
                    <a:pt x="1808" y="480801"/>
                  </a:lnTo>
                  <a:lnTo>
                    <a:pt x="15991" y="529910"/>
                  </a:lnTo>
                  <a:lnTo>
                    <a:pt x="43638" y="577271"/>
                  </a:lnTo>
                  <a:lnTo>
                    <a:pt x="83999" y="622614"/>
                  </a:lnTo>
                  <a:lnTo>
                    <a:pt x="136323" y="665667"/>
                  </a:lnTo>
                  <a:lnTo>
                    <a:pt x="199859" y="706161"/>
                  </a:lnTo>
                  <a:lnTo>
                    <a:pt x="235598" y="725363"/>
                  </a:lnTo>
                  <a:lnTo>
                    <a:pt x="273858" y="743823"/>
                  </a:lnTo>
                  <a:lnTo>
                    <a:pt x="314546" y="761507"/>
                  </a:lnTo>
                  <a:lnTo>
                    <a:pt x="357568" y="778382"/>
                  </a:lnTo>
                  <a:lnTo>
                    <a:pt x="402830" y="794414"/>
                  </a:lnTo>
                  <a:lnTo>
                    <a:pt x="450239" y="809569"/>
                  </a:lnTo>
                  <a:lnTo>
                    <a:pt x="499701" y="823813"/>
                  </a:lnTo>
                  <a:lnTo>
                    <a:pt x="551121" y="837112"/>
                  </a:lnTo>
                  <a:lnTo>
                    <a:pt x="604407" y="849432"/>
                  </a:lnTo>
                  <a:lnTo>
                    <a:pt x="659463" y="860739"/>
                  </a:lnTo>
                  <a:lnTo>
                    <a:pt x="716197" y="871000"/>
                  </a:lnTo>
                  <a:lnTo>
                    <a:pt x="774515" y="880181"/>
                  </a:lnTo>
                  <a:lnTo>
                    <a:pt x="834322" y="888248"/>
                  </a:lnTo>
                  <a:lnTo>
                    <a:pt x="895526" y="895166"/>
                  </a:lnTo>
                  <a:lnTo>
                    <a:pt x="958031" y="900902"/>
                  </a:lnTo>
                  <a:lnTo>
                    <a:pt x="1021745" y="905423"/>
                  </a:lnTo>
                  <a:lnTo>
                    <a:pt x="1086574" y="908694"/>
                  </a:lnTo>
                  <a:lnTo>
                    <a:pt x="1152423" y="910681"/>
                  </a:lnTo>
                  <a:lnTo>
                    <a:pt x="1219199" y="911351"/>
                  </a:lnTo>
                  <a:lnTo>
                    <a:pt x="1286118" y="910681"/>
                  </a:lnTo>
                  <a:lnTo>
                    <a:pt x="1352090" y="908694"/>
                  </a:lnTo>
                  <a:lnTo>
                    <a:pt x="1417024" y="905423"/>
                  </a:lnTo>
                  <a:lnTo>
                    <a:pt x="1480825" y="900902"/>
                  </a:lnTo>
                  <a:lnTo>
                    <a:pt x="1543402" y="895166"/>
                  </a:lnTo>
                  <a:lnTo>
                    <a:pt x="1604662" y="888248"/>
                  </a:lnTo>
                  <a:lnTo>
                    <a:pt x="1664511" y="880181"/>
                  </a:lnTo>
                  <a:lnTo>
                    <a:pt x="1722857" y="871000"/>
                  </a:lnTo>
                  <a:lnTo>
                    <a:pt x="1779608" y="860739"/>
                  </a:lnTo>
                  <a:lnTo>
                    <a:pt x="1834670" y="849432"/>
                  </a:lnTo>
                  <a:lnTo>
                    <a:pt x="1887950" y="837112"/>
                  </a:lnTo>
                  <a:lnTo>
                    <a:pt x="1939357" y="823813"/>
                  </a:lnTo>
                  <a:lnTo>
                    <a:pt x="1988796" y="809569"/>
                  </a:lnTo>
                  <a:lnTo>
                    <a:pt x="2036175" y="794414"/>
                  </a:lnTo>
                  <a:lnTo>
                    <a:pt x="2081402" y="778382"/>
                  </a:lnTo>
                  <a:lnTo>
                    <a:pt x="2124384" y="761507"/>
                  </a:lnTo>
                  <a:lnTo>
                    <a:pt x="2165028" y="743823"/>
                  </a:lnTo>
                  <a:lnTo>
                    <a:pt x="2203240" y="725363"/>
                  </a:lnTo>
                  <a:lnTo>
                    <a:pt x="2238929" y="706161"/>
                  </a:lnTo>
                  <a:lnTo>
                    <a:pt x="2272001" y="686251"/>
                  </a:lnTo>
                  <a:lnTo>
                    <a:pt x="2329925" y="644444"/>
                  </a:lnTo>
                  <a:lnTo>
                    <a:pt x="2376269" y="600212"/>
                  </a:lnTo>
                  <a:lnTo>
                    <a:pt x="2410291" y="553826"/>
                  </a:lnTo>
                  <a:lnTo>
                    <a:pt x="2431249" y="505557"/>
                  </a:lnTo>
                  <a:lnTo>
                    <a:pt x="2438399" y="4556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03263" y="3521964"/>
              <a:ext cx="2438400" cy="911860"/>
            </a:xfrm>
            <a:custGeom>
              <a:avLst/>
              <a:gdLst/>
              <a:ahLst/>
              <a:cxnLst/>
              <a:rect l="l" t="t" r="r" b="b"/>
              <a:pathLst>
                <a:path w="2438400" h="911860">
                  <a:moveTo>
                    <a:pt x="1219199" y="0"/>
                  </a:moveTo>
                  <a:lnTo>
                    <a:pt x="1152423" y="674"/>
                  </a:lnTo>
                  <a:lnTo>
                    <a:pt x="1086574" y="2676"/>
                  </a:lnTo>
                  <a:lnTo>
                    <a:pt x="1021745" y="5969"/>
                  </a:lnTo>
                  <a:lnTo>
                    <a:pt x="958031" y="10519"/>
                  </a:lnTo>
                  <a:lnTo>
                    <a:pt x="895526" y="16291"/>
                  </a:lnTo>
                  <a:lnTo>
                    <a:pt x="834322" y="23250"/>
                  </a:lnTo>
                  <a:lnTo>
                    <a:pt x="774515" y="31361"/>
                  </a:lnTo>
                  <a:lnTo>
                    <a:pt x="716197" y="40589"/>
                  </a:lnTo>
                  <a:lnTo>
                    <a:pt x="659463" y="50900"/>
                  </a:lnTo>
                  <a:lnTo>
                    <a:pt x="604407" y="62258"/>
                  </a:lnTo>
                  <a:lnTo>
                    <a:pt x="551121" y="74628"/>
                  </a:lnTo>
                  <a:lnTo>
                    <a:pt x="499701" y="87977"/>
                  </a:lnTo>
                  <a:lnTo>
                    <a:pt x="450239" y="102268"/>
                  </a:lnTo>
                  <a:lnTo>
                    <a:pt x="402830" y="117468"/>
                  </a:lnTo>
                  <a:lnTo>
                    <a:pt x="357568" y="133540"/>
                  </a:lnTo>
                  <a:lnTo>
                    <a:pt x="314546" y="150451"/>
                  </a:lnTo>
                  <a:lnTo>
                    <a:pt x="273858" y="168164"/>
                  </a:lnTo>
                  <a:lnTo>
                    <a:pt x="235598" y="186647"/>
                  </a:lnTo>
                  <a:lnTo>
                    <a:pt x="199859" y="205863"/>
                  </a:lnTo>
                  <a:lnTo>
                    <a:pt x="166736" y="225777"/>
                  </a:lnTo>
                  <a:lnTo>
                    <a:pt x="108712" y="267563"/>
                  </a:lnTo>
                  <a:lnTo>
                    <a:pt x="62276" y="311725"/>
                  </a:lnTo>
                  <a:lnTo>
                    <a:pt x="28178" y="357983"/>
                  </a:lnTo>
                  <a:lnTo>
                    <a:pt x="7169" y="406060"/>
                  </a:lnTo>
                  <a:lnTo>
                    <a:pt x="0" y="455675"/>
                  </a:lnTo>
                  <a:lnTo>
                    <a:pt x="1808" y="480801"/>
                  </a:lnTo>
                  <a:lnTo>
                    <a:pt x="15991" y="529910"/>
                  </a:lnTo>
                  <a:lnTo>
                    <a:pt x="43638" y="577271"/>
                  </a:lnTo>
                  <a:lnTo>
                    <a:pt x="83999" y="622614"/>
                  </a:lnTo>
                  <a:lnTo>
                    <a:pt x="136323" y="665667"/>
                  </a:lnTo>
                  <a:lnTo>
                    <a:pt x="199859" y="706161"/>
                  </a:lnTo>
                  <a:lnTo>
                    <a:pt x="235598" y="725363"/>
                  </a:lnTo>
                  <a:lnTo>
                    <a:pt x="273858" y="743823"/>
                  </a:lnTo>
                  <a:lnTo>
                    <a:pt x="314546" y="761507"/>
                  </a:lnTo>
                  <a:lnTo>
                    <a:pt x="357568" y="778382"/>
                  </a:lnTo>
                  <a:lnTo>
                    <a:pt x="402830" y="794414"/>
                  </a:lnTo>
                  <a:lnTo>
                    <a:pt x="450239" y="809569"/>
                  </a:lnTo>
                  <a:lnTo>
                    <a:pt x="499701" y="823813"/>
                  </a:lnTo>
                  <a:lnTo>
                    <a:pt x="551121" y="837112"/>
                  </a:lnTo>
                  <a:lnTo>
                    <a:pt x="604407" y="849432"/>
                  </a:lnTo>
                  <a:lnTo>
                    <a:pt x="659463" y="860739"/>
                  </a:lnTo>
                  <a:lnTo>
                    <a:pt x="716197" y="871000"/>
                  </a:lnTo>
                  <a:lnTo>
                    <a:pt x="774515" y="880181"/>
                  </a:lnTo>
                  <a:lnTo>
                    <a:pt x="834322" y="888248"/>
                  </a:lnTo>
                  <a:lnTo>
                    <a:pt x="895526" y="895166"/>
                  </a:lnTo>
                  <a:lnTo>
                    <a:pt x="958031" y="900902"/>
                  </a:lnTo>
                  <a:lnTo>
                    <a:pt x="1021745" y="905423"/>
                  </a:lnTo>
                  <a:lnTo>
                    <a:pt x="1086574" y="908694"/>
                  </a:lnTo>
                  <a:lnTo>
                    <a:pt x="1152423" y="910681"/>
                  </a:lnTo>
                  <a:lnTo>
                    <a:pt x="1219199" y="911351"/>
                  </a:lnTo>
                  <a:lnTo>
                    <a:pt x="1286118" y="910681"/>
                  </a:lnTo>
                  <a:lnTo>
                    <a:pt x="1352090" y="908694"/>
                  </a:lnTo>
                  <a:lnTo>
                    <a:pt x="1417024" y="905423"/>
                  </a:lnTo>
                  <a:lnTo>
                    <a:pt x="1480825" y="900902"/>
                  </a:lnTo>
                  <a:lnTo>
                    <a:pt x="1543402" y="895166"/>
                  </a:lnTo>
                  <a:lnTo>
                    <a:pt x="1604662" y="888248"/>
                  </a:lnTo>
                  <a:lnTo>
                    <a:pt x="1664511" y="880181"/>
                  </a:lnTo>
                  <a:lnTo>
                    <a:pt x="1722857" y="871000"/>
                  </a:lnTo>
                  <a:lnTo>
                    <a:pt x="1779608" y="860739"/>
                  </a:lnTo>
                  <a:lnTo>
                    <a:pt x="1834670" y="849432"/>
                  </a:lnTo>
                  <a:lnTo>
                    <a:pt x="1887950" y="837112"/>
                  </a:lnTo>
                  <a:lnTo>
                    <a:pt x="1939357" y="823813"/>
                  </a:lnTo>
                  <a:lnTo>
                    <a:pt x="1988796" y="809569"/>
                  </a:lnTo>
                  <a:lnTo>
                    <a:pt x="2036175" y="794414"/>
                  </a:lnTo>
                  <a:lnTo>
                    <a:pt x="2081402" y="778382"/>
                  </a:lnTo>
                  <a:lnTo>
                    <a:pt x="2124384" y="761507"/>
                  </a:lnTo>
                  <a:lnTo>
                    <a:pt x="2165028" y="743823"/>
                  </a:lnTo>
                  <a:lnTo>
                    <a:pt x="2203240" y="725363"/>
                  </a:lnTo>
                  <a:lnTo>
                    <a:pt x="2238929" y="706161"/>
                  </a:lnTo>
                  <a:lnTo>
                    <a:pt x="2272001" y="686251"/>
                  </a:lnTo>
                  <a:lnTo>
                    <a:pt x="2329925" y="644444"/>
                  </a:lnTo>
                  <a:lnTo>
                    <a:pt x="2376269" y="600212"/>
                  </a:lnTo>
                  <a:lnTo>
                    <a:pt x="2410291" y="553826"/>
                  </a:lnTo>
                  <a:lnTo>
                    <a:pt x="2431249" y="505557"/>
                  </a:lnTo>
                  <a:lnTo>
                    <a:pt x="2438399" y="455675"/>
                  </a:lnTo>
                  <a:lnTo>
                    <a:pt x="2436596" y="430693"/>
                  </a:lnTo>
                  <a:lnTo>
                    <a:pt x="2422449" y="381812"/>
                  </a:lnTo>
                  <a:lnTo>
                    <a:pt x="2394867" y="334609"/>
                  </a:lnTo>
                  <a:lnTo>
                    <a:pt x="2354591" y="289364"/>
                  </a:lnTo>
                  <a:lnTo>
                    <a:pt x="2302364" y="246356"/>
                  </a:lnTo>
                  <a:lnTo>
                    <a:pt x="2238929" y="205863"/>
                  </a:lnTo>
                  <a:lnTo>
                    <a:pt x="2203240" y="186647"/>
                  </a:lnTo>
                  <a:lnTo>
                    <a:pt x="2165028" y="168164"/>
                  </a:lnTo>
                  <a:lnTo>
                    <a:pt x="2124384" y="150451"/>
                  </a:lnTo>
                  <a:lnTo>
                    <a:pt x="2081402" y="133540"/>
                  </a:lnTo>
                  <a:lnTo>
                    <a:pt x="2036175" y="117468"/>
                  </a:lnTo>
                  <a:lnTo>
                    <a:pt x="1988796" y="102268"/>
                  </a:lnTo>
                  <a:lnTo>
                    <a:pt x="1939357" y="87977"/>
                  </a:lnTo>
                  <a:lnTo>
                    <a:pt x="1887950" y="74628"/>
                  </a:lnTo>
                  <a:lnTo>
                    <a:pt x="1834670" y="62258"/>
                  </a:lnTo>
                  <a:lnTo>
                    <a:pt x="1779608" y="50900"/>
                  </a:lnTo>
                  <a:lnTo>
                    <a:pt x="1722857" y="40589"/>
                  </a:lnTo>
                  <a:lnTo>
                    <a:pt x="1664511" y="31361"/>
                  </a:lnTo>
                  <a:lnTo>
                    <a:pt x="1604662" y="23250"/>
                  </a:lnTo>
                  <a:lnTo>
                    <a:pt x="1543402" y="16291"/>
                  </a:lnTo>
                  <a:lnTo>
                    <a:pt x="1480825" y="10519"/>
                  </a:lnTo>
                  <a:lnTo>
                    <a:pt x="1417024" y="5969"/>
                  </a:lnTo>
                  <a:lnTo>
                    <a:pt x="1352090" y="2676"/>
                  </a:lnTo>
                  <a:lnTo>
                    <a:pt x="1286118" y="674"/>
                  </a:lnTo>
                  <a:lnTo>
                    <a:pt x="1219199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638029" y="3786630"/>
            <a:ext cx="1278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Telefone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549391" y="5478271"/>
          <a:ext cx="8503920" cy="1438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1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0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49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1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376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01600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24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Nome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8669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Idade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7907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DataNasc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7018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fone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51765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fone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6256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fone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3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49860" marB="0">
                    <a:solidFill>
                      <a:srgbClr val="7F0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7023100" y="2203704"/>
            <a:ext cx="4495800" cy="3270885"/>
            <a:chOff x="5143500" y="2203703"/>
            <a:chExt cx="4495800" cy="3270885"/>
          </a:xfrm>
        </p:grpSpPr>
        <p:sp>
          <p:nvSpPr>
            <p:cNvPr id="16" name="object 16"/>
            <p:cNvSpPr/>
            <p:nvPr/>
          </p:nvSpPr>
          <p:spPr>
            <a:xfrm>
              <a:off x="5704332" y="4449330"/>
              <a:ext cx="2816860" cy="1024890"/>
            </a:xfrm>
            <a:custGeom>
              <a:avLst/>
              <a:gdLst/>
              <a:ahLst/>
              <a:cxnLst/>
              <a:rect l="l" t="t" r="r" b="b"/>
              <a:pathLst>
                <a:path w="2816859" h="1024889">
                  <a:moveTo>
                    <a:pt x="246380" y="880110"/>
                  </a:moveTo>
                  <a:lnTo>
                    <a:pt x="196786" y="822121"/>
                  </a:lnTo>
                  <a:lnTo>
                    <a:pt x="147370" y="764349"/>
                  </a:lnTo>
                  <a:lnTo>
                    <a:pt x="97790" y="706374"/>
                  </a:lnTo>
                  <a:lnTo>
                    <a:pt x="0" y="941070"/>
                  </a:lnTo>
                  <a:lnTo>
                    <a:pt x="105410" y="914984"/>
                  </a:lnTo>
                  <a:lnTo>
                    <a:pt x="246380" y="880110"/>
                  </a:lnTo>
                  <a:close/>
                </a:path>
                <a:path w="2816859" h="1024889">
                  <a:moveTo>
                    <a:pt x="471170" y="487527"/>
                  </a:moveTo>
                  <a:lnTo>
                    <a:pt x="463550" y="493014"/>
                  </a:lnTo>
                  <a:lnTo>
                    <a:pt x="452120" y="503682"/>
                  </a:lnTo>
                  <a:lnTo>
                    <a:pt x="440690" y="512826"/>
                  </a:lnTo>
                  <a:lnTo>
                    <a:pt x="445770" y="509778"/>
                  </a:lnTo>
                  <a:lnTo>
                    <a:pt x="435610" y="517398"/>
                  </a:lnTo>
                  <a:lnTo>
                    <a:pt x="433070" y="518922"/>
                  </a:lnTo>
                  <a:lnTo>
                    <a:pt x="431800" y="518922"/>
                  </a:lnTo>
                  <a:lnTo>
                    <a:pt x="422910" y="528066"/>
                  </a:lnTo>
                  <a:lnTo>
                    <a:pt x="402590" y="546354"/>
                  </a:lnTo>
                  <a:lnTo>
                    <a:pt x="391160" y="555498"/>
                  </a:lnTo>
                  <a:lnTo>
                    <a:pt x="383540" y="563118"/>
                  </a:lnTo>
                  <a:lnTo>
                    <a:pt x="372110" y="570738"/>
                  </a:lnTo>
                  <a:lnTo>
                    <a:pt x="369570" y="572262"/>
                  </a:lnTo>
                  <a:lnTo>
                    <a:pt x="360680" y="582930"/>
                  </a:lnTo>
                  <a:lnTo>
                    <a:pt x="347980" y="592074"/>
                  </a:lnTo>
                  <a:lnTo>
                    <a:pt x="337820" y="601218"/>
                  </a:lnTo>
                  <a:lnTo>
                    <a:pt x="326390" y="611886"/>
                  </a:lnTo>
                  <a:lnTo>
                    <a:pt x="314960" y="621030"/>
                  </a:lnTo>
                  <a:lnTo>
                    <a:pt x="280670" y="649986"/>
                  </a:lnTo>
                  <a:lnTo>
                    <a:pt x="270510" y="659130"/>
                  </a:lnTo>
                  <a:lnTo>
                    <a:pt x="257810" y="669798"/>
                  </a:lnTo>
                  <a:lnTo>
                    <a:pt x="247650" y="678942"/>
                  </a:lnTo>
                  <a:lnTo>
                    <a:pt x="238760" y="688086"/>
                  </a:lnTo>
                  <a:lnTo>
                    <a:pt x="224790" y="697230"/>
                  </a:lnTo>
                  <a:lnTo>
                    <a:pt x="223520" y="698754"/>
                  </a:lnTo>
                  <a:lnTo>
                    <a:pt x="222250" y="698754"/>
                  </a:lnTo>
                  <a:lnTo>
                    <a:pt x="222250" y="700278"/>
                  </a:lnTo>
                  <a:lnTo>
                    <a:pt x="212090" y="709422"/>
                  </a:lnTo>
                  <a:lnTo>
                    <a:pt x="200660" y="720090"/>
                  </a:lnTo>
                  <a:lnTo>
                    <a:pt x="177800" y="738378"/>
                  </a:lnTo>
                  <a:lnTo>
                    <a:pt x="176530" y="739902"/>
                  </a:lnTo>
                  <a:lnTo>
                    <a:pt x="173990" y="739902"/>
                  </a:lnTo>
                  <a:lnTo>
                    <a:pt x="166370" y="749046"/>
                  </a:lnTo>
                  <a:lnTo>
                    <a:pt x="151130" y="761238"/>
                  </a:lnTo>
                  <a:lnTo>
                    <a:pt x="147370" y="764349"/>
                  </a:lnTo>
                  <a:lnTo>
                    <a:pt x="162560" y="782104"/>
                  </a:lnTo>
                  <a:lnTo>
                    <a:pt x="196786" y="822121"/>
                  </a:lnTo>
                  <a:lnTo>
                    <a:pt x="201930" y="817626"/>
                  </a:lnTo>
                  <a:lnTo>
                    <a:pt x="212090" y="810006"/>
                  </a:lnTo>
                  <a:lnTo>
                    <a:pt x="214630" y="810006"/>
                  </a:lnTo>
                  <a:lnTo>
                    <a:pt x="215900" y="808482"/>
                  </a:lnTo>
                  <a:lnTo>
                    <a:pt x="215900" y="806958"/>
                  </a:lnTo>
                  <a:lnTo>
                    <a:pt x="223520" y="799846"/>
                  </a:lnTo>
                  <a:lnTo>
                    <a:pt x="227330" y="796290"/>
                  </a:lnTo>
                  <a:lnTo>
                    <a:pt x="234950" y="790194"/>
                  </a:lnTo>
                  <a:lnTo>
                    <a:pt x="250190" y="776478"/>
                  </a:lnTo>
                  <a:lnTo>
                    <a:pt x="261620" y="767334"/>
                  </a:lnTo>
                  <a:lnTo>
                    <a:pt x="270510" y="759574"/>
                  </a:lnTo>
                  <a:lnTo>
                    <a:pt x="275590" y="755142"/>
                  </a:lnTo>
                  <a:lnTo>
                    <a:pt x="270510" y="758190"/>
                  </a:lnTo>
                  <a:lnTo>
                    <a:pt x="284480" y="749046"/>
                  </a:lnTo>
                  <a:lnTo>
                    <a:pt x="295910" y="736854"/>
                  </a:lnTo>
                  <a:lnTo>
                    <a:pt x="307340" y="727710"/>
                  </a:lnTo>
                  <a:lnTo>
                    <a:pt x="321310" y="717042"/>
                  </a:lnTo>
                  <a:lnTo>
                    <a:pt x="331470" y="707898"/>
                  </a:lnTo>
                  <a:lnTo>
                    <a:pt x="341630" y="697230"/>
                  </a:lnTo>
                  <a:lnTo>
                    <a:pt x="354330" y="688086"/>
                  </a:lnTo>
                  <a:lnTo>
                    <a:pt x="375920" y="669798"/>
                  </a:lnTo>
                  <a:lnTo>
                    <a:pt x="386080" y="659130"/>
                  </a:lnTo>
                  <a:lnTo>
                    <a:pt x="398780" y="649986"/>
                  </a:lnTo>
                  <a:lnTo>
                    <a:pt x="408940" y="640842"/>
                  </a:lnTo>
                  <a:lnTo>
                    <a:pt x="416560" y="633526"/>
                  </a:lnTo>
                  <a:lnTo>
                    <a:pt x="417588" y="632523"/>
                  </a:lnTo>
                  <a:lnTo>
                    <a:pt x="421640" y="629831"/>
                  </a:lnTo>
                  <a:lnTo>
                    <a:pt x="427990" y="625602"/>
                  </a:lnTo>
                  <a:lnTo>
                    <a:pt x="440690" y="613410"/>
                  </a:lnTo>
                  <a:lnTo>
                    <a:pt x="445770" y="609346"/>
                  </a:lnTo>
                  <a:lnTo>
                    <a:pt x="452120" y="604266"/>
                  </a:lnTo>
                  <a:lnTo>
                    <a:pt x="461010" y="596646"/>
                  </a:lnTo>
                  <a:lnTo>
                    <a:pt x="471170" y="588111"/>
                  </a:lnTo>
                  <a:lnTo>
                    <a:pt x="471170" y="488442"/>
                  </a:lnTo>
                  <a:lnTo>
                    <a:pt x="471170" y="487527"/>
                  </a:lnTo>
                  <a:close/>
                </a:path>
                <a:path w="2816859" h="1024889">
                  <a:moveTo>
                    <a:pt x="1057910" y="58623"/>
                  </a:moveTo>
                  <a:lnTo>
                    <a:pt x="1052830" y="44958"/>
                  </a:lnTo>
                  <a:lnTo>
                    <a:pt x="1042670" y="33858"/>
                  </a:lnTo>
                  <a:lnTo>
                    <a:pt x="1028700" y="28194"/>
                  </a:lnTo>
                  <a:lnTo>
                    <a:pt x="1014730" y="28232"/>
                  </a:lnTo>
                  <a:lnTo>
                    <a:pt x="1000760" y="34290"/>
                  </a:lnTo>
                  <a:lnTo>
                    <a:pt x="993140" y="38862"/>
                  </a:lnTo>
                  <a:lnTo>
                    <a:pt x="985520" y="46482"/>
                  </a:lnTo>
                  <a:lnTo>
                    <a:pt x="989330" y="41910"/>
                  </a:lnTo>
                  <a:lnTo>
                    <a:pt x="977900" y="51054"/>
                  </a:lnTo>
                  <a:lnTo>
                    <a:pt x="975448" y="54559"/>
                  </a:lnTo>
                  <a:lnTo>
                    <a:pt x="972820" y="55626"/>
                  </a:lnTo>
                  <a:lnTo>
                    <a:pt x="966470" y="61722"/>
                  </a:lnTo>
                  <a:lnTo>
                    <a:pt x="965466" y="63322"/>
                  </a:lnTo>
                  <a:lnTo>
                    <a:pt x="962660" y="64770"/>
                  </a:lnTo>
                  <a:lnTo>
                    <a:pt x="947420" y="80010"/>
                  </a:lnTo>
                  <a:lnTo>
                    <a:pt x="934720" y="89154"/>
                  </a:lnTo>
                  <a:lnTo>
                    <a:pt x="933450" y="90678"/>
                  </a:lnTo>
                  <a:lnTo>
                    <a:pt x="932180" y="90678"/>
                  </a:lnTo>
                  <a:lnTo>
                    <a:pt x="925830" y="96774"/>
                  </a:lnTo>
                  <a:lnTo>
                    <a:pt x="930910" y="93726"/>
                  </a:lnTo>
                  <a:lnTo>
                    <a:pt x="924560" y="98298"/>
                  </a:lnTo>
                  <a:lnTo>
                    <a:pt x="920750" y="101346"/>
                  </a:lnTo>
                  <a:lnTo>
                    <a:pt x="919480" y="101346"/>
                  </a:lnTo>
                  <a:lnTo>
                    <a:pt x="915670" y="107442"/>
                  </a:lnTo>
                  <a:lnTo>
                    <a:pt x="918210" y="102870"/>
                  </a:lnTo>
                  <a:lnTo>
                    <a:pt x="911860" y="107442"/>
                  </a:lnTo>
                  <a:lnTo>
                    <a:pt x="909320" y="110490"/>
                  </a:lnTo>
                  <a:lnTo>
                    <a:pt x="909320" y="112014"/>
                  </a:lnTo>
                  <a:lnTo>
                    <a:pt x="902970" y="116586"/>
                  </a:lnTo>
                  <a:lnTo>
                    <a:pt x="896620" y="122682"/>
                  </a:lnTo>
                  <a:lnTo>
                    <a:pt x="901700" y="119634"/>
                  </a:lnTo>
                  <a:lnTo>
                    <a:pt x="895350" y="124206"/>
                  </a:lnTo>
                  <a:lnTo>
                    <a:pt x="894080" y="125730"/>
                  </a:lnTo>
                  <a:lnTo>
                    <a:pt x="892810" y="125730"/>
                  </a:lnTo>
                  <a:lnTo>
                    <a:pt x="887158" y="131140"/>
                  </a:lnTo>
                  <a:lnTo>
                    <a:pt x="889000" y="129794"/>
                  </a:lnTo>
                  <a:lnTo>
                    <a:pt x="890270" y="128778"/>
                  </a:lnTo>
                  <a:lnTo>
                    <a:pt x="885190" y="133350"/>
                  </a:lnTo>
                  <a:lnTo>
                    <a:pt x="881380" y="136398"/>
                  </a:lnTo>
                  <a:lnTo>
                    <a:pt x="880110" y="136398"/>
                  </a:lnTo>
                  <a:lnTo>
                    <a:pt x="877570" y="139446"/>
                  </a:lnTo>
                  <a:lnTo>
                    <a:pt x="864870" y="148590"/>
                  </a:lnTo>
                  <a:lnTo>
                    <a:pt x="855624" y="158280"/>
                  </a:lnTo>
                  <a:lnTo>
                    <a:pt x="852170" y="160782"/>
                  </a:lnTo>
                  <a:lnTo>
                    <a:pt x="850900" y="160782"/>
                  </a:lnTo>
                  <a:lnTo>
                    <a:pt x="842010" y="169926"/>
                  </a:lnTo>
                  <a:lnTo>
                    <a:pt x="836930" y="172974"/>
                  </a:lnTo>
                  <a:lnTo>
                    <a:pt x="836930" y="174498"/>
                  </a:lnTo>
                  <a:lnTo>
                    <a:pt x="835660" y="174498"/>
                  </a:lnTo>
                  <a:lnTo>
                    <a:pt x="825677" y="184289"/>
                  </a:lnTo>
                  <a:lnTo>
                    <a:pt x="819150" y="188214"/>
                  </a:lnTo>
                  <a:lnTo>
                    <a:pt x="805180" y="201930"/>
                  </a:lnTo>
                  <a:lnTo>
                    <a:pt x="789940" y="214122"/>
                  </a:lnTo>
                  <a:lnTo>
                    <a:pt x="779780" y="223266"/>
                  </a:lnTo>
                  <a:lnTo>
                    <a:pt x="768350" y="232410"/>
                  </a:lnTo>
                  <a:lnTo>
                    <a:pt x="758190" y="241554"/>
                  </a:lnTo>
                  <a:lnTo>
                    <a:pt x="755650" y="244602"/>
                  </a:lnTo>
                  <a:lnTo>
                    <a:pt x="745490" y="252222"/>
                  </a:lnTo>
                  <a:lnTo>
                    <a:pt x="720090" y="275082"/>
                  </a:lnTo>
                  <a:lnTo>
                    <a:pt x="717550" y="278130"/>
                  </a:lnTo>
                  <a:lnTo>
                    <a:pt x="690880" y="299466"/>
                  </a:lnTo>
                  <a:lnTo>
                    <a:pt x="680720" y="308610"/>
                  </a:lnTo>
                  <a:lnTo>
                    <a:pt x="674370" y="313182"/>
                  </a:lnTo>
                  <a:lnTo>
                    <a:pt x="665480" y="321183"/>
                  </a:lnTo>
                  <a:lnTo>
                    <a:pt x="665480" y="419862"/>
                  </a:lnTo>
                  <a:lnTo>
                    <a:pt x="664210" y="420878"/>
                  </a:lnTo>
                  <a:lnTo>
                    <a:pt x="661670" y="422605"/>
                  </a:lnTo>
                  <a:lnTo>
                    <a:pt x="665480" y="419862"/>
                  </a:lnTo>
                  <a:lnTo>
                    <a:pt x="665480" y="321183"/>
                  </a:lnTo>
                  <a:lnTo>
                    <a:pt x="664210" y="322326"/>
                  </a:lnTo>
                  <a:lnTo>
                    <a:pt x="659130" y="328422"/>
                  </a:lnTo>
                  <a:lnTo>
                    <a:pt x="650811" y="334645"/>
                  </a:lnTo>
                  <a:lnTo>
                    <a:pt x="645160" y="337566"/>
                  </a:lnTo>
                  <a:lnTo>
                    <a:pt x="643890" y="339090"/>
                  </a:lnTo>
                  <a:lnTo>
                    <a:pt x="642620" y="339090"/>
                  </a:lnTo>
                  <a:lnTo>
                    <a:pt x="641350" y="340614"/>
                  </a:lnTo>
                  <a:lnTo>
                    <a:pt x="628650" y="351282"/>
                  </a:lnTo>
                  <a:lnTo>
                    <a:pt x="621715" y="358203"/>
                  </a:lnTo>
                  <a:lnTo>
                    <a:pt x="618490" y="360426"/>
                  </a:lnTo>
                  <a:lnTo>
                    <a:pt x="614680" y="361950"/>
                  </a:lnTo>
                  <a:lnTo>
                    <a:pt x="605790" y="371094"/>
                  </a:lnTo>
                  <a:lnTo>
                    <a:pt x="593090" y="381762"/>
                  </a:lnTo>
                  <a:lnTo>
                    <a:pt x="580390" y="395478"/>
                  </a:lnTo>
                  <a:lnTo>
                    <a:pt x="568960" y="403098"/>
                  </a:lnTo>
                  <a:lnTo>
                    <a:pt x="551180" y="418338"/>
                  </a:lnTo>
                  <a:lnTo>
                    <a:pt x="542290" y="427482"/>
                  </a:lnTo>
                  <a:lnTo>
                    <a:pt x="530860" y="435102"/>
                  </a:lnTo>
                  <a:lnTo>
                    <a:pt x="521970" y="442722"/>
                  </a:lnTo>
                  <a:lnTo>
                    <a:pt x="509270" y="453390"/>
                  </a:lnTo>
                  <a:lnTo>
                    <a:pt x="504190" y="459486"/>
                  </a:lnTo>
                  <a:lnTo>
                    <a:pt x="481330" y="477774"/>
                  </a:lnTo>
                  <a:lnTo>
                    <a:pt x="473938" y="485521"/>
                  </a:lnTo>
                  <a:lnTo>
                    <a:pt x="471170" y="488442"/>
                  </a:lnTo>
                  <a:lnTo>
                    <a:pt x="473710" y="485775"/>
                  </a:lnTo>
                  <a:lnTo>
                    <a:pt x="473710" y="486156"/>
                  </a:lnTo>
                  <a:lnTo>
                    <a:pt x="473710" y="585978"/>
                  </a:lnTo>
                  <a:lnTo>
                    <a:pt x="476250" y="583311"/>
                  </a:lnTo>
                  <a:lnTo>
                    <a:pt x="478790" y="580644"/>
                  </a:lnTo>
                  <a:lnTo>
                    <a:pt x="483870" y="575310"/>
                  </a:lnTo>
                  <a:lnTo>
                    <a:pt x="491490" y="570738"/>
                  </a:lnTo>
                  <a:lnTo>
                    <a:pt x="492760" y="569214"/>
                  </a:lnTo>
                  <a:lnTo>
                    <a:pt x="494030" y="569214"/>
                  </a:lnTo>
                  <a:lnTo>
                    <a:pt x="496570" y="567690"/>
                  </a:lnTo>
                  <a:lnTo>
                    <a:pt x="505460" y="557022"/>
                  </a:lnTo>
                  <a:lnTo>
                    <a:pt x="513080" y="552450"/>
                  </a:lnTo>
                  <a:lnTo>
                    <a:pt x="520700" y="546354"/>
                  </a:lnTo>
                  <a:lnTo>
                    <a:pt x="521970" y="544830"/>
                  </a:lnTo>
                  <a:lnTo>
                    <a:pt x="524510" y="543306"/>
                  </a:lnTo>
                  <a:lnTo>
                    <a:pt x="524510" y="541782"/>
                  </a:lnTo>
                  <a:lnTo>
                    <a:pt x="535940" y="532638"/>
                  </a:lnTo>
                  <a:lnTo>
                    <a:pt x="542290" y="526542"/>
                  </a:lnTo>
                  <a:lnTo>
                    <a:pt x="552450" y="518922"/>
                  </a:lnTo>
                  <a:lnTo>
                    <a:pt x="562610" y="506730"/>
                  </a:lnTo>
                  <a:lnTo>
                    <a:pt x="570230" y="500634"/>
                  </a:lnTo>
                  <a:lnTo>
                    <a:pt x="590550" y="485394"/>
                  </a:lnTo>
                  <a:lnTo>
                    <a:pt x="608330" y="470154"/>
                  </a:lnTo>
                  <a:lnTo>
                    <a:pt x="618490" y="461010"/>
                  </a:lnTo>
                  <a:lnTo>
                    <a:pt x="621030" y="459105"/>
                  </a:lnTo>
                  <a:lnTo>
                    <a:pt x="627380" y="454342"/>
                  </a:lnTo>
                  <a:lnTo>
                    <a:pt x="628650" y="453390"/>
                  </a:lnTo>
                  <a:lnTo>
                    <a:pt x="637540" y="445770"/>
                  </a:lnTo>
                  <a:lnTo>
                    <a:pt x="648970" y="434162"/>
                  </a:lnTo>
                  <a:lnTo>
                    <a:pt x="654050" y="429006"/>
                  </a:lnTo>
                  <a:lnTo>
                    <a:pt x="659130" y="424942"/>
                  </a:lnTo>
                  <a:lnTo>
                    <a:pt x="661670" y="422910"/>
                  </a:lnTo>
                  <a:lnTo>
                    <a:pt x="665480" y="420624"/>
                  </a:lnTo>
                  <a:lnTo>
                    <a:pt x="669290" y="418338"/>
                  </a:lnTo>
                  <a:lnTo>
                    <a:pt x="683260" y="404622"/>
                  </a:lnTo>
                  <a:lnTo>
                    <a:pt x="684530" y="403707"/>
                  </a:lnTo>
                  <a:lnTo>
                    <a:pt x="689610" y="400050"/>
                  </a:lnTo>
                  <a:lnTo>
                    <a:pt x="692150" y="398526"/>
                  </a:lnTo>
                  <a:lnTo>
                    <a:pt x="695960" y="395478"/>
                  </a:lnTo>
                  <a:lnTo>
                    <a:pt x="697230" y="395478"/>
                  </a:lnTo>
                  <a:lnTo>
                    <a:pt x="718820" y="377190"/>
                  </a:lnTo>
                  <a:lnTo>
                    <a:pt x="734060" y="361950"/>
                  </a:lnTo>
                  <a:lnTo>
                    <a:pt x="764540" y="337566"/>
                  </a:lnTo>
                  <a:lnTo>
                    <a:pt x="773430" y="328422"/>
                  </a:lnTo>
                  <a:lnTo>
                    <a:pt x="778510" y="325374"/>
                  </a:lnTo>
                  <a:lnTo>
                    <a:pt x="788670" y="314706"/>
                  </a:lnTo>
                  <a:lnTo>
                    <a:pt x="795020" y="311658"/>
                  </a:lnTo>
                  <a:lnTo>
                    <a:pt x="811530" y="294894"/>
                  </a:lnTo>
                  <a:lnTo>
                    <a:pt x="816610" y="291846"/>
                  </a:lnTo>
                  <a:lnTo>
                    <a:pt x="821690" y="287782"/>
                  </a:lnTo>
                  <a:lnTo>
                    <a:pt x="824230" y="285750"/>
                  </a:lnTo>
                  <a:lnTo>
                    <a:pt x="829310" y="281178"/>
                  </a:lnTo>
                  <a:lnTo>
                    <a:pt x="834390" y="276606"/>
                  </a:lnTo>
                  <a:lnTo>
                    <a:pt x="839470" y="273558"/>
                  </a:lnTo>
                  <a:lnTo>
                    <a:pt x="843280" y="268986"/>
                  </a:lnTo>
                  <a:lnTo>
                    <a:pt x="847090" y="265709"/>
                  </a:lnTo>
                  <a:lnTo>
                    <a:pt x="852170" y="261366"/>
                  </a:lnTo>
                  <a:lnTo>
                    <a:pt x="854710" y="258826"/>
                  </a:lnTo>
                  <a:lnTo>
                    <a:pt x="858520" y="255016"/>
                  </a:lnTo>
                  <a:lnTo>
                    <a:pt x="867410" y="246126"/>
                  </a:lnTo>
                  <a:lnTo>
                    <a:pt x="862330" y="252222"/>
                  </a:lnTo>
                  <a:lnTo>
                    <a:pt x="867410" y="249174"/>
                  </a:lnTo>
                  <a:lnTo>
                    <a:pt x="872490" y="246126"/>
                  </a:lnTo>
                  <a:lnTo>
                    <a:pt x="873760" y="244830"/>
                  </a:lnTo>
                  <a:lnTo>
                    <a:pt x="885190" y="233222"/>
                  </a:lnTo>
                  <a:lnTo>
                    <a:pt x="887158" y="231216"/>
                  </a:lnTo>
                  <a:lnTo>
                    <a:pt x="889000" y="230124"/>
                  </a:lnTo>
                  <a:lnTo>
                    <a:pt x="890270" y="229362"/>
                  </a:lnTo>
                  <a:lnTo>
                    <a:pt x="892810" y="227838"/>
                  </a:lnTo>
                  <a:lnTo>
                    <a:pt x="892810" y="226314"/>
                  </a:lnTo>
                  <a:lnTo>
                    <a:pt x="894080" y="224790"/>
                  </a:lnTo>
                  <a:lnTo>
                    <a:pt x="895350" y="224790"/>
                  </a:lnTo>
                  <a:lnTo>
                    <a:pt x="897890" y="221742"/>
                  </a:lnTo>
                  <a:lnTo>
                    <a:pt x="901700" y="218998"/>
                  </a:lnTo>
                  <a:lnTo>
                    <a:pt x="904240" y="217170"/>
                  </a:lnTo>
                  <a:lnTo>
                    <a:pt x="910590" y="211239"/>
                  </a:lnTo>
                  <a:lnTo>
                    <a:pt x="915670" y="206502"/>
                  </a:lnTo>
                  <a:lnTo>
                    <a:pt x="910590" y="209550"/>
                  </a:lnTo>
                  <a:lnTo>
                    <a:pt x="915670" y="205892"/>
                  </a:lnTo>
                  <a:lnTo>
                    <a:pt x="923290" y="200406"/>
                  </a:lnTo>
                  <a:lnTo>
                    <a:pt x="924560" y="200406"/>
                  </a:lnTo>
                  <a:lnTo>
                    <a:pt x="930910" y="193865"/>
                  </a:lnTo>
                  <a:lnTo>
                    <a:pt x="933450" y="191262"/>
                  </a:lnTo>
                  <a:lnTo>
                    <a:pt x="930910" y="194310"/>
                  </a:lnTo>
                  <a:lnTo>
                    <a:pt x="933450" y="192024"/>
                  </a:lnTo>
                  <a:lnTo>
                    <a:pt x="935990" y="189738"/>
                  </a:lnTo>
                  <a:lnTo>
                    <a:pt x="939800" y="186690"/>
                  </a:lnTo>
                  <a:lnTo>
                    <a:pt x="943610" y="180594"/>
                  </a:lnTo>
                  <a:lnTo>
                    <a:pt x="941070" y="185166"/>
                  </a:lnTo>
                  <a:lnTo>
                    <a:pt x="943610" y="183337"/>
                  </a:lnTo>
                  <a:lnTo>
                    <a:pt x="947420" y="180594"/>
                  </a:lnTo>
                  <a:lnTo>
                    <a:pt x="957580" y="170434"/>
                  </a:lnTo>
                  <a:lnTo>
                    <a:pt x="962660" y="165354"/>
                  </a:lnTo>
                  <a:lnTo>
                    <a:pt x="957580" y="168402"/>
                  </a:lnTo>
                  <a:lnTo>
                    <a:pt x="962660" y="164744"/>
                  </a:lnTo>
                  <a:lnTo>
                    <a:pt x="963930" y="163830"/>
                  </a:lnTo>
                  <a:lnTo>
                    <a:pt x="965200" y="163830"/>
                  </a:lnTo>
                  <a:lnTo>
                    <a:pt x="972820" y="156210"/>
                  </a:lnTo>
                  <a:lnTo>
                    <a:pt x="970280" y="159258"/>
                  </a:lnTo>
                  <a:lnTo>
                    <a:pt x="972820" y="157429"/>
                  </a:lnTo>
                  <a:lnTo>
                    <a:pt x="976630" y="154686"/>
                  </a:lnTo>
                  <a:lnTo>
                    <a:pt x="977900" y="153162"/>
                  </a:lnTo>
                  <a:lnTo>
                    <a:pt x="979170" y="153162"/>
                  </a:lnTo>
                  <a:lnTo>
                    <a:pt x="979170" y="151638"/>
                  </a:lnTo>
                  <a:lnTo>
                    <a:pt x="980440" y="150723"/>
                  </a:lnTo>
                  <a:lnTo>
                    <a:pt x="985520" y="147066"/>
                  </a:lnTo>
                  <a:lnTo>
                    <a:pt x="980440" y="150114"/>
                  </a:lnTo>
                  <a:lnTo>
                    <a:pt x="981710" y="149199"/>
                  </a:lnTo>
                  <a:lnTo>
                    <a:pt x="985520" y="146456"/>
                  </a:lnTo>
                  <a:lnTo>
                    <a:pt x="986790" y="145542"/>
                  </a:lnTo>
                  <a:lnTo>
                    <a:pt x="989330" y="142494"/>
                  </a:lnTo>
                  <a:lnTo>
                    <a:pt x="991870" y="142494"/>
                  </a:lnTo>
                  <a:lnTo>
                    <a:pt x="994410" y="140970"/>
                  </a:lnTo>
                  <a:lnTo>
                    <a:pt x="995680" y="137922"/>
                  </a:lnTo>
                  <a:lnTo>
                    <a:pt x="1000760" y="132930"/>
                  </a:lnTo>
                  <a:lnTo>
                    <a:pt x="1002957" y="130759"/>
                  </a:lnTo>
                  <a:lnTo>
                    <a:pt x="1007110" y="128778"/>
                  </a:lnTo>
                  <a:lnTo>
                    <a:pt x="1009650" y="125730"/>
                  </a:lnTo>
                  <a:lnTo>
                    <a:pt x="1012190" y="124206"/>
                  </a:lnTo>
                  <a:lnTo>
                    <a:pt x="1019810" y="116586"/>
                  </a:lnTo>
                  <a:lnTo>
                    <a:pt x="1026160" y="112776"/>
                  </a:lnTo>
                  <a:lnTo>
                    <a:pt x="1027430" y="112014"/>
                  </a:lnTo>
                  <a:lnTo>
                    <a:pt x="1029970" y="110490"/>
                  </a:lnTo>
                  <a:lnTo>
                    <a:pt x="1032319" y="106235"/>
                  </a:lnTo>
                  <a:lnTo>
                    <a:pt x="1033780" y="104394"/>
                  </a:lnTo>
                  <a:lnTo>
                    <a:pt x="1032319" y="104482"/>
                  </a:lnTo>
                  <a:lnTo>
                    <a:pt x="1029309" y="107213"/>
                  </a:lnTo>
                  <a:lnTo>
                    <a:pt x="1029970" y="106591"/>
                  </a:lnTo>
                  <a:lnTo>
                    <a:pt x="1032319" y="104394"/>
                  </a:lnTo>
                  <a:lnTo>
                    <a:pt x="1033780" y="104394"/>
                  </a:lnTo>
                  <a:lnTo>
                    <a:pt x="1037590" y="102870"/>
                  </a:lnTo>
                  <a:lnTo>
                    <a:pt x="1038860" y="99822"/>
                  </a:lnTo>
                  <a:lnTo>
                    <a:pt x="1041400" y="96774"/>
                  </a:lnTo>
                  <a:lnTo>
                    <a:pt x="1042670" y="95631"/>
                  </a:lnTo>
                  <a:lnTo>
                    <a:pt x="1052830" y="86525"/>
                  </a:lnTo>
                  <a:lnTo>
                    <a:pt x="1057910" y="73152"/>
                  </a:lnTo>
                  <a:lnTo>
                    <a:pt x="1057910" y="58623"/>
                  </a:lnTo>
                  <a:close/>
                </a:path>
                <a:path w="2816859" h="1024889">
                  <a:moveTo>
                    <a:pt x="1519428" y="168402"/>
                  </a:moveTo>
                  <a:lnTo>
                    <a:pt x="1516380" y="176022"/>
                  </a:lnTo>
                  <a:lnTo>
                    <a:pt x="1514856" y="177546"/>
                  </a:lnTo>
                  <a:lnTo>
                    <a:pt x="1514856" y="180594"/>
                  </a:lnTo>
                  <a:lnTo>
                    <a:pt x="1513332" y="183642"/>
                  </a:lnTo>
                  <a:lnTo>
                    <a:pt x="1512570" y="186690"/>
                  </a:lnTo>
                  <a:lnTo>
                    <a:pt x="1510284" y="191262"/>
                  </a:lnTo>
                  <a:lnTo>
                    <a:pt x="1508760" y="195834"/>
                  </a:lnTo>
                  <a:lnTo>
                    <a:pt x="1502664" y="208026"/>
                  </a:lnTo>
                  <a:lnTo>
                    <a:pt x="1502664" y="212598"/>
                  </a:lnTo>
                  <a:lnTo>
                    <a:pt x="1502156" y="215138"/>
                  </a:lnTo>
                  <a:lnTo>
                    <a:pt x="1499616" y="220218"/>
                  </a:lnTo>
                  <a:lnTo>
                    <a:pt x="1490472" y="243078"/>
                  </a:lnTo>
                  <a:lnTo>
                    <a:pt x="1485900" y="250698"/>
                  </a:lnTo>
                  <a:lnTo>
                    <a:pt x="1482852" y="259842"/>
                  </a:lnTo>
                  <a:lnTo>
                    <a:pt x="1476756" y="275082"/>
                  </a:lnTo>
                  <a:lnTo>
                    <a:pt x="1475232" y="278130"/>
                  </a:lnTo>
                  <a:lnTo>
                    <a:pt x="1473708" y="279654"/>
                  </a:lnTo>
                  <a:lnTo>
                    <a:pt x="1472184" y="282702"/>
                  </a:lnTo>
                  <a:lnTo>
                    <a:pt x="1472184" y="285750"/>
                  </a:lnTo>
                  <a:lnTo>
                    <a:pt x="1469136" y="293370"/>
                  </a:lnTo>
                  <a:lnTo>
                    <a:pt x="1464564" y="302514"/>
                  </a:lnTo>
                  <a:lnTo>
                    <a:pt x="1461516" y="311658"/>
                  </a:lnTo>
                  <a:lnTo>
                    <a:pt x="1464564" y="307086"/>
                  </a:lnTo>
                  <a:lnTo>
                    <a:pt x="1458468" y="319278"/>
                  </a:lnTo>
                  <a:lnTo>
                    <a:pt x="1453896" y="329946"/>
                  </a:lnTo>
                  <a:lnTo>
                    <a:pt x="1452372" y="334518"/>
                  </a:lnTo>
                  <a:lnTo>
                    <a:pt x="1446276" y="346710"/>
                  </a:lnTo>
                  <a:lnTo>
                    <a:pt x="1444752" y="351282"/>
                  </a:lnTo>
                  <a:lnTo>
                    <a:pt x="1438656" y="363474"/>
                  </a:lnTo>
                  <a:lnTo>
                    <a:pt x="1438656" y="366522"/>
                  </a:lnTo>
                  <a:lnTo>
                    <a:pt x="1435608" y="372618"/>
                  </a:lnTo>
                  <a:lnTo>
                    <a:pt x="1429512" y="386334"/>
                  </a:lnTo>
                  <a:lnTo>
                    <a:pt x="1427988" y="393954"/>
                  </a:lnTo>
                  <a:lnTo>
                    <a:pt x="1424940" y="403098"/>
                  </a:lnTo>
                  <a:lnTo>
                    <a:pt x="1418844" y="412242"/>
                  </a:lnTo>
                  <a:lnTo>
                    <a:pt x="1418844" y="413766"/>
                  </a:lnTo>
                  <a:lnTo>
                    <a:pt x="1417320" y="416814"/>
                  </a:lnTo>
                  <a:lnTo>
                    <a:pt x="1417320" y="418338"/>
                  </a:lnTo>
                  <a:lnTo>
                    <a:pt x="1415796" y="424434"/>
                  </a:lnTo>
                  <a:lnTo>
                    <a:pt x="1411224" y="433578"/>
                  </a:lnTo>
                  <a:lnTo>
                    <a:pt x="1406652" y="445770"/>
                  </a:lnTo>
                  <a:lnTo>
                    <a:pt x="1399032" y="461010"/>
                  </a:lnTo>
                  <a:lnTo>
                    <a:pt x="1397508" y="468630"/>
                  </a:lnTo>
                  <a:lnTo>
                    <a:pt x="1392936" y="480822"/>
                  </a:lnTo>
                  <a:lnTo>
                    <a:pt x="1383792" y="502158"/>
                  </a:lnTo>
                  <a:lnTo>
                    <a:pt x="1377696" y="515874"/>
                  </a:lnTo>
                  <a:lnTo>
                    <a:pt x="1374648" y="526542"/>
                  </a:lnTo>
                  <a:lnTo>
                    <a:pt x="1368552" y="538734"/>
                  </a:lnTo>
                  <a:lnTo>
                    <a:pt x="1364589" y="550621"/>
                  </a:lnTo>
                  <a:lnTo>
                    <a:pt x="1360932" y="557022"/>
                  </a:lnTo>
                  <a:lnTo>
                    <a:pt x="1359408" y="560070"/>
                  </a:lnTo>
                  <a:lnTo>
                    <a:pt x="1357884" y="561594"/>
                  </a:lnTo>
                  <a:lnTo>
                    <a:pt x="1357884" y="563118"/>
                  </a:lnTo>
                  <a:lnTo>
                    <a:pt x="1353312" y="575310"/>
                  </a:lnTo>
                  <a:lnTo>
                    <a:pt x="1348740" y="589026"/>
                  </a:lnTo>
                  <a:lnTo>
                    <a:pt x="1342644" y="601218"/>
                  </a:lnTo>
                  <a:lnTo>
                    <a:pt x="1339596" y="610362"/>
                  </a:lnTo>
                  <a:lnTo>
                    <a:pt x="1333500" y="622554"/>
                  </a:lnTo>
                  <a:lnTo>
                    <a:pt x="1333500" y="624078"/>
                  </a:lnTo>
                  <a:lnTo>
                    <a:pt x="1331976" y="627126"/>
                  </a:lnTo>
                  <a:lnTo>
                    <a:pt x="1331976" y="628650"/>
                  </a:lnTo>
                  <a:lnTo>
                    <a:pt x="1328928" y="637794"/>
                  </a:lnTo>
                  <a:lnTo>
                    <a:pt x="1321308" y="653034"/>
                  </a:lnTo>
                  <a:lnTo>
                    <a:pt x="1315212" y="668274"/>
                  </a:lnTo>
                  <a:lnTo>
                    <a:pt x="1310640" y="681990"/>
                  </a:lnTo>
                  <a:lnTo>
                    <a:pt x="1313688" y="677418"/>
                  </a:lnTo>
                  <a:lnTo>
                    <a:pt x="1307592" y="689610"/>
                  </a:lnTo>
                  <a:lnTo>
                    <a:pt x="1306068" y="691134"/>
                  </a:lnTo>
                  <a:lnTo>
                    <a:pt x="1306068" y="692658"/>
                  </a:lnTo>
                  <a:lnTo>
                    <a:pt x="1304544" y="694182"/>
                  </a:lnTo>
                  <a:lnTo>
                    <a:pt x="1301496" y="706374"/>
                  </a:lnTo>
                  <a:lnTo>
                    <a:pt x="1295400" y="720090"/>
                  </a:lnTo>
                  <a:lnTo>
                    <a:pt x="1289850" y="733412"/>
                  </a:lnTo>
                  <a:lnTo>
                    <a:pt x="1289850" y="873633"/>
                  </a:lnTo>
                  <a:lnTo>
                    <a:pt x="1275588" y="870966"/>
                  </a:lnTo>
                  <a:lnTo>
                    <a:pt x="1289304" y="873518"/>
                  </a:lnTo>
                  <a:lnTo>
                    <a:pt x="1289850" y="873633"/>
                  </a:lnTo>
                  <a:lnTo>
                    <a:pt x="1289850" y="733412"/>
                  </a:lnTo>
                  <a:lnTo>
                    <a:pt x="1287780" y="738378"/>
                  </a:lnTo>
                  <a:lnTo>
                    <a:pt x="1283208" y="749046"/>
                  </a:lnTo>
                  <a:lnTo>
                    <a:pt x="1277112" y="762762"/>
                  </a:lnTo>
                  <a:lnTo>
                    <a:pt x="1269492" y="781050"/>
                  </a:lnTo>
                  <a:lnTo>
                    <a:pt x="1266444" y="791718"/>
                  </a:lnTo>
                  <a:lnTo>
                    <a:pt x="1263396" y="797814"/>
                  </a:lnTo>
                  <a:lnTo>
                    <a:pt x="1211580" y="721614"/>
                  </a:lnTo>
                  <a:lnTo>
                    <a:pt x="1231392" y="976122"/>
                  </a:lnTo>
                  <a:lnTo>
                    <a:pt x="1251585" y="958481"/>
                  </a:lnTo>
                  <a:lnTo>
                    <a:pt x="1423416" y="808482"/>
                  </a:lnTo>
                  <a:lnTo>
                    <a:pt x="1334566" y="826655"/>
                  </a:lnTo>
                  <a:lnTo>
                    <a:pt x="1313688" y="830922"/>
                  </a:lnTo>
                  <a:lnTo>
                    <a:pt x="1327404" y="828116"/>
                  </a:lnTo>
                  <a:lnTo>
                    <a:pt x="1334566" y="826655"/>
                  </a:lnTo>
                  <a:lnTo>
                    <a:pt x="1336548" y="822198"/>
                  </a:lnTo>
                  <a:lnTo>
                    <a:pt x="1342644" y="803910"/>
                  </a:lnTo>
                  <a:lnTo>
                    <a:pt x="1347216" y="793242"/>
                  </a:lnTo>
                  <a:lnTo>
                    <a:pt x="1353312" y="779526"/>
                  </a:lnTo>
                  <a:lnTo>
                    <a:pt x="1359408" y="761238"/>
                  </a:lnTo>
                  <a:lnTo>
                    <a:pt x="1363980" y="750570"/>
                  </a:lnTo>
                  <a:lnTo>
                    <a:pt x="1367028" y="745083"/>
                  </a:lnTo>
                  <a:lnTo>
                    <a:pt x="1371600" y="736854"/>
                  </a:lnTo>
                  <a:lnTo>
                    <a:pt x="1374648" y="727710"/>
                  </a:lnTo>
                  <a:lnTo>
                    <a:pt x="1377696" y="718566"/>
                  </a:lnTo>
                  <a:lnTo>
                    <a:pt x="1374648" y="723138"/>
                  </a:lnTo>
                  <a:lnTo>
                    <a:pt x="1380744" y="710946"/>
                  </a:lnTo>
                  <a:lnTo>
                    <a:pt x="1382268" y="709422"/>
                  </a:lnTo>
                  <a:lnTo>
                    <a:pt x="1382268" y="707898"/>
                  </a:lnTo>
                  <a:lnTo>
                    <a:pt x="1383792" y="706374"/>
                  </a:lnTo>
                  <a:lnTo>
                    <a:pt x="1388364" y="691134"/>
                  </a:lnTo>
                  <a:lnTo>
                    <a:pt x="1392936" y="680466"/>
                  </a:lnTo>
                  <a:lnTo>
                    <a:pt x="1397508" y="671322"/>
                  </a:lnTo>
                  <a:lnTo>
                    <a:pt x="1397508" y="669798"/>
                  </a:lnTo>
                  <a:lnTo>
                    <a:pt x="1399032" y="668274"/>
                  </a:lnTo>
                  <a:lnTo>
                    <a:pt x="1399032" y="666750"/>
                  </a:lnTo>
                  <a:lnTo>
                    <a:pt x="1403604" y="651510"/>
                  </a:lnTo>
                  <a:lnTo>
                    <a:pt x="1402080" y="657606"/>
                  </a:lnTo>
                  <a:lnTo>
                    <a:pt x="1403604" y="654177"/>
                  </a:lnTo>
                  <a:lnTo>
                    <a:pt x="1408176" y="643890"/>
                  </a:lnTo>
                  <a:lnTo>
                    <a:pt x="1414272" y="628650"/>
                  </a:lnTo>
                  <a:lnTo>
                    <a:pt x="1418844" y="614934"/>
                  </a:lnTo>
                  <a:lnTo>
                    <a:pt x="1424940" y="602742"/>
                  </a:lnTo>
                  <a:lnTo>
                    <a:pt x="1426464" y="598678"/>
                  </a:lnTo>
                  <a:lnTo>
                    <a:pt x="1429512" y="590550"/>
                  </a:lnTo>
                  <a:lnTo>
                    <a:pt x="1426464" y="595122"/>
                  </a:lnTo>
                  <a:lnTo>
                    <a:pt x="1432560" y="584454"/>
                  </a:lnTo>
                  <a:lnTo>
                    <a:pt x="1434084" y="582930"/>
                  </a:lnTo>
                  <a:lnTo>
                    <a:pt x="1434084" y="581406"/>
                  </a:lnTo>
                  <a:lnTo>
                    <a:pt x="1435608" y="578358"/>
                  </a:lnTo>
                  <a:lnTo>
                    <a:pt x="1440180" y="566166"/>
                  </a:lnTo>
                  <a:lnTo>
                    <a:pt x="1444752" y="557022"/>
                  </a:lnTo>
                  <a:lnTo>
                    <a:pt x="1449324" y="541782"/>
                  </a:lnTo>
                  <a:lnTo>
                    <a:pt x="1450848" y="538734"/>
                  </a:lnTo>
                  <a:lnTo>
                    <a:pt x="1453896" y="532638"/>
                  </a:lnTo>
                  <a:lnTo>
                    <a:pt x="1458468" y="521970"/>
                  </a:lnTo>
                  <a:lnTo>
                    <a:pt x="1464564" y="506730"/>
                  </a:lnTo>
                  <a:lnTo>
                    <a:pt x="1467612" y="497586"/>
                  </a:lnTo>
                  <a:lnTo>
                    <a:pt x="1472184" y="482346"/>
                  </a:lnTo>
                  <a:lnTo>
                    <a:pt x="1475232" y="476250"/>
                  </a:lnTo>
                  <a:lnTo>
                    <a:pt x="1479804" y="468630"/>
                  </a:lnTo>
                  <a:lnTo>
                    <a:pt x="1485900" y="454914"/>
                  </a:lnTo>
                  <a:lnTo>
                    <a:pt x="1487424" y="449834"/>
                  </a:lnTo>
                  <a:lnTo>
                    <a:pt x="1490472" y="439674"/>
                  </a:lnTo>
                  <a:lnTo>
                    <a:pt x="1491996" y="436626"/>
                  </a:lnTo>
                  <a:lnTo>
                    <a:pt x="1498092" y="422910"/>
                  </a:lnTo>
                  <a:lnTo>
                    <a:pt x="1501140" y="414782"/>
                  </a:lnTo>
                  <a:lnTo>
                    <a:pt x="1502664" y="410718"/>
                  </a:lnTo>
                  <a:lnTo>
                    <a:pt x="1504188" y="406908"/>
                  </a:lnTo>
                  <a:lnTo>
                    <a:pt x="1505712" y="403098"/>
                  </a:lnTo>
                  <a:lnTo>
                    <a:pt x="1510284" y="390906"/>
                  </a:lnTo>
                  <a:lnTo>
                    <a:pt x="1508760" y="395478"/>
                  </a:lnTo>
                  <a:lnTo>
                    <a:pt x="1510284" y="392430"/>
                  </a:lnTo>
                  <a:lnTo>
                    <a:pt x="1511808" y="389382"/>
                  </a:lnTo>
                  <a:lnTo>
                    <a:pt x="1513332" y="386334"/>
                  </a:lnTo>
                  <a:lnTo>
                    <a:pt x="1517904" y="375666"/>
                  </a:lnTo>
                  <a:lnTo>
                    <a:pt x="1519428" y="371856"/>
                  </a:lnTo>
                  <a:lnTo>
                    <a:pt x="1519428" y="169926"/>
                  </a:lnTo>
                  <a:lnTo>
                    <a:pt x="1519428" y="168402"/>
                  </a:lnTo>
                  <a:close/>
                </a:path>
                <a:path w="2816859" h="1024889">
                  <a:moveTo>
                    <a:pt x="1608582" y="145605"/>
                  </a:moveTo>
                  <a:lnTo>
                    <a:pt x="1606677" y="130873"/>
                  </a:lnTo>
                  <a:lnTo>
                    <a:pt x="1599628" y="118122"/>
                  </a:lnTo>
                  <a:lnTo>
                    <a:pt x="1588008" y="108966"/>
                  </a:lnTo>
                  <a:lnTo>
                    <a:pt x="1573720" y="105156"/>
                  </a:lnTo>
                  <a:lnTo>
                    <a:pt x="1559433" y="107061"/>
                  </a:lnTo>
                  <a:lnTo>
                    <a:pt x="1546860" y="114109"/>
                  </a:lnTo>
                  <a:lnTo>
                    <a:pt x="1537716" y="125730"/>
                  </a:lnTo>
                  <a:lnTo>
                    <a:pt x="1533144" y="131826"/>
                  </a:lnTo>
                  <a:lnTo>
                    <a:pt x="1533144" y="136398"/>
                  </a:lnTo>
                  <a:lnTo>
                    <a:pt x="1531620" y="137922"/>
                  </a:lnTo>
                  <a:lnTo>
                    <a:pt x="1528572" y="144018"/>
                  </a:lnTo>
                  <a:lnTo>
                    <a:pt x="1528572" y="145542"/>
                  </a:lnTo>
                  <a:lnTo>
                    <a:pt x="1525524" y="151638"/>
                  </a:lnTo>
                  <a:lnTo>
                    <a:pt x="1524762" y="154686"/>
                  </a:lnTo>
                  <a:lnTo>
                    <a:pt x="1522476" y="159258"/>
                  </a:lnTo>
                  <a:lnTo>
                    <a:pt x="1522476" y="160782"/>
                  </a:lnTo>
                  <a:lnTo>
                    <a:pt x="1520952" y="163830"/>
                  </a:lnTo>
                  <a:lnTo>
                    <a:pt x="1520190" y="166878"/>
                  </a:lnTo>
                  <a:lnTo>
                    <a:pt x="1520190" y="168021"/>
                  </a:lnTo>
                  <a:lnTo>
                    <a:pt x="1520190" y="369951"/>
                  </a:lnTo>
                  <a:lnTo>
                    <a:pt x="1520952" y="368046"/>
                  </a:lnTo>
                  <a:lnTo>
                    <a:pt x="1522476" y="366522"/>
                  </a:lnTo>
                  <a:lnTo>
                    <a:pt x="1522476" y="363474"/>
                  </a:lnTo>
                  <a:lnTo>
                    <a:pt x="1524000" y="360426"/>
                  </a:lnTo>
                  <a:lnTo>
                    <a:pt x="1527048" y="354330"/>
                  </a:lnTo>
                  <a:lnTo>
                    <a:pt x="1528572" y="348234"/>
                  </a:lnTo>
                  <a:lnTo>
                    <a:pt x="1530096" y="344424"/>
                  </a:lnTo>
                  <a:lnTo>
                    <a:pt x="1531620" y="340614"/>
                  </a:lnTo>
                  <a:lnTo>
                    <a:pt x="1533144" y="339090"/>
                  </a:lnTo>
                  <a:lnTo>
                    <a:pt x="1533144" y="337566"/>
                  </a:lnTo>
                  <a:lnTo>
                    <a:pt x="1534668" y="336042"/>
                  </a:lnTo>
                  <a:lnTo>
                    <a:pt x="1537716" y="326898"/>
                  </a:lnTo>
                  <a:lnTo>
                    <a:pt x="1539240" y="320802"/>
                  </a:lnTo>
                  <a:lnTo>
                    <a:pt x="1540764" y="316738"/>
                  </a:lnTo>
                  <a:lnTo>
                    <a:pt x="1541272" y="315379"/>
                  </a:lnTo>
                  <a:lnTo>
                    <a:pt x="1543812" y="311150"/>
                  </a:lnTo>
                  <a:lnTo>
                    <a:pt x="1545336" y="308610"/>
                  </a:lnTo>
                  <a:lnTo>
                    <a:pt x="1546860" y="307086"/>
                  </a:lnTo>
                  <a:lnTo>
                    <a:pt x="1546860" y="305562"/>
                  </a:lnTo>
                  <a:lnTo>
                    <a:pt x="1548384" y="304038"/>
                  </a:lnTo>
                  <a:lnTo>
                    <a:pt x="1551432" y="294894"/>
                  </a:lnTo>
                  <a:lnTo>
                    <a:pt x="1563624" y="264414"/>
                  </a:lnTo>
                  <a:lnTo>
                    <a:pt x="1566672" y="255270"/>
                  </a:lnTo>
                  <a:lnTo>
                    <a:pt x="1569720" y="247650"/>
                  </a:lnTo>
                  <a:lnTo>
                    <a:pt x="1572768" y="241554"/>
                  </a:lnTo>
                  <a:lnTo>
                    <a:pt x="1575816" y="235458"/>
                  </a:lnTo>
                  <a:lnTo>
                    <a:pt x="1576349" y="232181"/>
                  </a:lnTo>
                  <a:lnTo>
                    <a:pt x="1577340" y="230886"/>
                  </a:lnTo>
                  <a:lnTo>
                    <a:pt x="1580388" y="218694"/>
                  </a:lnTo>
                  <a:lnTo>
                    <a:pt x="1584960" y="214122"/>
                  </a:lnTo>
                  <a:lnTo>
                    <a:pt x="1584960" y="211074"/>
                  </a:lnTo>
                  <a:lnTo>
                    <a:pt x="1586484" y="208026"/>
                  </a:lnTo>
                  <a:lnTo>
                    <a:pt x="1587246" y="204978"/>
                  </a:lnTo>
                  <a:lnTo>
                    <a:pt x="1588008" y="203454"/>
                  </a:lnTo>
                  <a:lnTo>
                    <a:pt x="1592580" y="194310"/>
                  </a:lnTo>
                  <a:lnTo>
                    <a:pt x="1592580" y="191262"/>
                  </a:lnTo>
                  <a:lnTo>
                    <a:pt x="1594104" y="189738"/>
                  </a:lnTo>
                  <a:lnTo>
                    <a:pt x="1595120" y="184658"/>
                  </a:lnTo>
                  <a:lnTo>
                    <a:pt x="1595628" y="183642"/>
                  </a:lnTo>
                  <a:lnTo>
                    <a:pt x="1597152" y="182118"/>
                  </a:lnTo>
                  <a:lnTo>
                    <a:pt x="1597152" y="179070"/>
                  </a:lnTo>
                  <a:lnTo>
                    <a:pt x="1598676" y="176022"/>
                  </a:lnTo>
                  <a:lnTo>
                    <a:pt x="1599438" y="172974"/>
                  </a:lnTo>
                  <a:lnTo>
                    <a:pt x="1600200" y="171450"/>
                  </a:lnTo>
                  <a:lnTo>
                    <a:pt x="1601724" y="169926"/>
                  </a:lnTo>
                  <a:lnTo>
                    <a:pt x="1601724" y="168402"/>
                  </a:lnTo>
                  <a:lnTo>
                    <a:pt x="1603248" y="166878"/>
                  </a:lnTo>
                  <a:lnTo>
                    <a:pt x="1604772" y="162306"/>
                  </a:lnTo>
                  <a:lnTo>
                    <a:pt x="1601724" y="166878"/>
                  </a:lnTo>
                  <a:lnTo>
                    <a:pt x="1604772" y="160782"/>
                  </a:lnTo>
                  <a:lnTo>
                    <a:pt x="1608582" y="145605"/>
                  </a:lnTo>
                  <a:close/>
                </a:path>
                <a:path w="2816859" h="1024889">
                  <a:moveTo>
                    <a:pt x="2205228" y="34290"/>
                  </a:moveTo>
                  <a:lnTo>
                    <a:pt x="2202180" y="31242"/>
                  </a:lnTo>
                  <a:lnTo>
                    <a:pt x="2202180" y="32004"/>
                  </a:lnTo>
                  <a:lnTo>
                    <a:pt x="2205228" y="34290"/>
                  </a:lnTo>
                  <a:close/>
                </a:path>
                <a:path w="2816859" h="1024889">
                  <a:moveTo>
                    <a:pt x="2816352" y="1024890"/>
                  </a:moveTo>
                  <a:lnTo>
                    <a:pt x="2784348" y="770382"/>
                  </a:lnTo>
                  <a:lnTo>
                    <a:pt x="2749219" y="853668"/>
                  </a:lnTo>
                  <a:lnTo>
                    <a:pt x="2740152" y="842010"/>
                  </a:lnTo>
                  <a:lnTo>
                    <a:pt x="2732532" y="831342"/>
                  </a:lnTo>
                  <a:lnTo>
                    <a:pt x="2727960" y="822198"/>
                  </a:lnTo>
                  <a:lnTo>
                    <a:pt x="2718816" y="808482"/>
                  </a:lnTo>
                  <a:lnTo>
                    <a:pt x="2711196" y="797814"/>
                  </a:lnTo>
                  <a:lnTo>
                    <a:pt x="2702052" y="784098"/>
                  </a:lnTo>
                  <a:lnTo>
                    <a:pt x="2695956" y="773430"/>
                  </a:lnTo>
                  <a:lnTo>
                    <a:pt x="2683764" y="758190"/>
                  </a:lnTo>
                  <a:lnTo>
                    <a:pt x="2677668" y="749046"/>
                  </a:lnTo>
                  <a:lnTo>
                    <a:pt x="2670048" y="735330"/>
                  </a:lnTo>
                  <a:lnTo>
                    <a:pt x="2659380" y="720090"/>
                  </a:lnTo>
                  <a:lnTo>
                    <a:pt x="2648712" y="706374"/>
                  </a:lnTo>
                  <a:lnTo>
                    <a:pt x="2644140" y="695706"/>
                  </a:lnTo>
                  <a:lnTo>
                    <a:pt x="2631948" y="678942"/>
                  </a:lnTo>
                  <a:lnTo>
                    <a:pt x="2616708" y="654558"/>
                  </a:lnTo>
                  <a:lnTo>
                    <a:pt x="2606040" y="637794"/>
                  </a:lnTo>
                  <a:lnTo>
                    <a:pt x="2595372" y="624078"/>
                  </a:lnTo>
                  <a:lnTo>
                    <a:pt x="2587752" y="610362"/>
                  </a:lnTo>
                  <a:lnTo>
                    <a:pt x="2577084" y="596646"/>
                  </a:lnTo>
                  <a:lnTo>
                    <a:pt x="2567940" y="582930"/>
                  </a:lnTo>
                  <a:lnTo>
                    <a:pt x="2549652" y="552450"/>
                  </a:lnTo>
                  <a:lnTo>
                    <a:pt x="2538984" y="538734"/>
                  </a:lnTo>
                  <a:lnTo>
                    <a:pt x="2529840" y="523494"/>
                  </a:lnTo>
                  <a:lnTo>
                    <a:pt x="2520696" y="509778"/>
                  </a:lnTo>
                  <a:lnTo>
                    <a:pt x="2511552" y="494538"/>
                  </a:lnTo>
                  <a:lnTo>
                    <a:pt x="2500884" y="480822"/>
                  </a:lnTo>
                  <a:lnTo>
                    <a:pt x="2493264" y="467106"/>
                  </a:lnTo>
                  <a:lnTo>
                    <a:pt x="2479548" y="448818"/>
                  </a:lnTo>
                  <a:lnTo>
                    <a:pt x="2471928" y="436626"/>
                  </a:lnTo>
                  <a:lnTo>
                    <a:pt x="2461260" y="422910"/>
                  </a:lnTo>
                  <a:lnTo>
                    <a:pt x="2455164" y="410718"/>
                  </a:lnTo>
                  <a:lnTo>
                    <a:pt x="2444496" y="393954"/>
                  </a:lnTo>
                  <a:lnTo>
                    <a:pt x="2435352" y="378714"/>
                  </a:lnTo>
                  <a:lnTo>
                    <a:pt x="2424684" y="364998"/>
                  </a:lnTo>
                  <a:lnTo>
                    <a:pt x="2415540" y="352806"/>
                  </a:lnTo>
                  <a:lnTo>
                    <a:pt x="2404872" y="337566"/>
                  </a:lnTo>
                  <a:lnTo>
                    <a:pt x="2400300" y="328422"/>
                  </a:lnTo>
                  <a:lnTo>
                    <a:pt x="2388108" y="311658"/>
                  </a:lnTo>
                  <a:lnTo>
                    <a:pt x="2377440" y="297942"/>
                  </a:lnTo>
                  <a:lnTo>
                    <a:pt x="2372868" y="288798"/>
                  </a:lnTo>
                  <a:lnTo>
                    <a:pt x="2354580" y="261366"/>
                  </a:lnTo>
                  <a:lnTo>
                    <a:pt x="2346960" y="249174"/>
                  </a:lnTo>
                  <a:lnTo>
                    <a:pt x="2337816" y="235458"/>
                  </a:lnTo>
                  <a:lnTo>
                    <a:pt x="2328672" y="223266"/>
                  </a:lnTo>
                  <a:lnTo>
                    <a:pt x="2322576" y="212598"/>
                  </a:lnTo>
                  <a:lnTo>
                    <a:pt x="2313432" y="198882"/>
                  </a:lnTo>
                  <a:lnTo>
                    <a:pt x="2307336" y="188214"/>
                  </a:lnTo>
                  <a:lnTo>
                    <a:pt x="2298192" y="174498"/>
                  </a:lnTo>
                  <a:lnTo>
                    <a:pt x="2293620" y="166878"/>
                  </a:lnTo>
                  <a:lnTo>
                    <a:pt x="2289048" y="162306"/>
                  </a:lnTo>
                  <a:lnTo>
                    <a:pt x="2281428" y="151638"/>
                  </a:lnTo>
                  <a:lnTo>
                    <a:pt x="2286000" y="157734"/>
                  </a:lnTo>
                  <a:lnTo>
                    <a:pt x="2278380" y="147066"/>
                  </a:lnTo>
                  <a:lnTo>
                    <a:pt x="2270760" y="134874"/>
                  </a:lnTo>
                  <a:lnTo>
                    <a:pt x="2264664" y="125730"/>
                  </a:lnTo>
                  <a:lnTo>
                    <a:pt x="2258568" y="115062"/>
                  </a:lnTo>
                  <a:lnTo>
                    <a:pt x="2252472" y="105918"/>
                  </a:lnTo>
                  <a:lnTo>
                    <a:pt x="2238756" y="87630"/>
                  </a:lnTo>
                  <a:lnTo>
                    <a:pt x="2232660" y="75438"/>
                  </a:lnTo>
                  <a:lnTo>
                    <a:pt x="2225040" y="66294"/>
                  </a:lnTo>
                  <a:lnTo>
                    <a:pt x="2223516" y="61722"/>
                  </a:lnTo>
                  <a:lnTo>
                    <a:pt x="2215896" y="52578"/>
                  </a:lnTo>
                  <a:lnTo>
                    <a:pt x="2208276" y="37338"/>
                  </a:lnTo>
                  <a:lnTo>
                    <a:pt x="2205228" y="34290"/>
                  </a:lnTo>
                  <a:lnTo>
                    <a:pt x="2202180" y="32766"/>
                  </a:lnTo>
                  <a:lnTo>
                    <a:pt x="2200656" y="31242"/>
                  </a:lnTo>
                  <a:lnTo>
                    <a:pt x="2200656" y="41910"/>
                  </a:lnTo>
                  <a:lnTo>
                    <a:pt x="2197824" y="26365"/>
                  </a:lnTo>
                  <a:lnTo>
                    <a:pt x="2191512" y="17526"/>
                  </a:lnTo>
                  <a:lnTo>
                    <a:pt x="2197608" y="26060"/>
                  </a:lnTo>
                  <a:lnTo>
                    <a:pt x="2197824" y="26365"/>
                  </a:lnTo>
                  <a:lnTo>
                    <a:pt x="2199132" y="33528"/>
                  </a:lnTo>
                  <a:lnTo>
                    <a:pt x="2200656" y="41910"/>
                  </a:lnTo>
                  <a:lnTo>
                    <a:pt x="2200656" y="31242"/>
                  </a:lnTo>
                  <a:lnTo>
                    <a:pt x="2199309" y="29895"/>
                  </a:lnTo>
                  <a:lnTo>
                    <a:pt x="2199132" y="29718"/>
                  </a:lnTo>
                  <a:lnTo>
                    <a:pt x="2199309" y="29857"/>
                  </a:lnTo>
                  <a:lnTo>
                    <a:pt x="2198725" y="27635"/>
                  </a:lnTo>
                  <a:lnTo>
                    <a:pt x="2199132" y="29133"/>
                  </a:lnTo>
                  <a:lnTo>
                    <a:pt x="2199309" y="29857"/>
                  </a:lnTo>
                  <a:lnTo>
                    <a:pt x="2200656" y="30861"/>
                  </a:lnTo>
                  <a:lnTo>
                    <a:pt x="2200656" y="29718"/>
                  </a:lnTo>
                  <a:lnTo>
                    <a:pt x="2200656" y="26670"/>
                  </a:lnTo>
                  <a:lnTo>
                    <a:pt x="2196820" y="22834"/>
                  </a:lnTo>
                  <a:lnTo>
                    <a:pt x="2161794" y="0"/>
                  </a:lnTo>
                  <a:lnTo>
                    <a:pt x="2147735" y="2857"/>
                  </a:lnTo>
                  <a:lnTo>
                    <a:pt x="2146554" y="3670"/>
                  </a:lnTo>
                  <a:lnTo>
                    <a:pt x="2146554" y="83058"/>
                  </a:lnTo>
                  <a:lnTo>
                    <a:pt x="2144268" y="80010"/>
                  </a:lnTo>
                  <a:lnTo>
                    <a:pt x="2145792" y="81534"/>
                  </a:lnTo>
                  <a:lnTo>
                    <a:pt x="2146554" y="83058"/>
                  </a:lnTo>
                  <a:lnTo>
                    <a:pt x="2146554" y="3670"/>
                  </a:lnTo>
                  <a:lnTo>
                    <a:pt x="2135124" y="11430"/>
                  </a:lnTo>
                  <a:lnTo>
                    <a:pt x="2126551" y="24257"/>
                  </a:lnTo>
                  <a:lnTo>
                    <a:pt x="2123694" y="38671"/>
                  </a:lnTo>
                  <a:lnTo>
                    <a:pt x="2124456" y="42430"/>
                  </a:lnTo>
                  <a:lnTo>
                    <a:pt x="2124456" y="48006"/>
                  </a:lnTo>
                  <a:lnTo>
                    <a:pt x="2125980" y="54102"/>
                  </a:lnTo>
                  <a:lnTo>
                    <a:pt x="2129028" y="58674"/>
                  </a:lnTo>
                  <a:lnTo>
                    <a:pt x="2130552" y="61722"/>
                  </a:lnTo>
                  <a:lnTo>
                    <a:pt x="2132076" y="66294"/>
                  </a:lnTo>
                  <a:lnTo>
                    <a:pt x="2133600" y="67818"/>
                  </a:lnTo>
                  <a:lnTo>
                    <a:pt x="2138172" y="72390"/>
                  </a:lnTo>
                  <a:lnTo>
                    <a:pt x="2141220" y="76962"/>
                  </a:lnTo>
                  <a:lnTo>
                    <a:pt x="2142744" y="78486"/>
                  </a:lnTo>
                  <a:lnTo>
                    <a:pt x="2144268" y="81534"/>
                  </a:lnTo>
                  <a:lnTo>
                    <a:pt x="2147316" y="84582"/>
                  </a:lnTo>
                  <a:lnTo>
                    <a:pt x="2148840" y="87630"/>
                  </a:lnTo>
                  <a:lnTo>
                    <a:pt x="2150364" y="90678"/>
                  </a:lnTo>
                  <a:lnTo>
                    <a:pt x="2154936" y="98298"/>
                  </a:lnTo>
                  <a:lnTo>
                    <a:pt x="2157984" y="101346"/>
                  </a:lnTo>
                  <a:lnTo>
                    <a:pt x="2164080" y="112014"/>
                  </a:lnTo>
                  <a:lnTo>
                    <a:pt x="2167128" y="115062"/>
                  </a:lnTo>
                  <a:lnTo>
                    <a:pt x="2171700" y="122682"/>
                  </a:lnTo>
                  <a:lnTo>
                    <a:pt x="2179320" y="134874"/>
                  </a:lnTo>
                  <a:lnTo>
                    <a:pt x="2191512" y="153162"/>
                  </a:lnTo>
                  <a:lnTo>
                    <a:pt x="2194560" y="157734"/>
                  </a:lnTo>
                  <a:lnTo>
                    <a:pt x="2200656" y="165049"/>
                  </a:lnTo>
                  <a:lnTo>
                    <a:pt x="2202180" y="166878"/>
                  </a:lnTo>
                  <a:lnTo>
                    <a:pt x="2208276" y="177546"/>
                  </a:lnTo>
                  <a:lnTo>
                    <a:pt x="2212848" y="183642"/>
                  </a:lnTo>
                  <a:lnTo>
                    <a:pt x="2218944" y="195834"/>
                  </a:lnTo>
                  <a:lnTo>
                    <a:pt x="2223516" y="200406"/>
                  </a:lnTo>
                  <a:lnTo>
                    <a:pt x="2231136" y="211074"/>
                  </a:lnTo>
                  <a:lnTo>
                    <a:pt x="2226564" y="204978"/>
                  </a:lnTo>
                  <a:lnTo>
                    <a:pt x="2231136" y="211836"/>
                  </a:lnTo>
                  <a:lnTo>
                    <a:pt x="2241804" y="227838"/>
                  </a:lnTo>
                  <a:lnTo>
                    <a:pt x="2250948" y="243078"/>
                  </a:lnTo>
                  <a:lnTo>
                    <a:pt x="2258568" y="252222"/>
                  </a:lnTo>
                  <a:lnTo>
                    <a:pt x="2267712" y="267462"/>
                  </a:lnTo>
                  <a:lnTo>
                    <a:pt x="2273808" y="276606"/>
                  </a:lnTo>
                  <a:lnTo>
                    <a:pt x="2281428" y="288798"/>
                  </a:lnTo>
                  <a:lnTo>
                    <a:pt x="2289048" y="300990"/>
                  </a:lnTo>
                  <a:lnTo>
                    <a:pt x="2299716" y="316230"/>
                  </a:lnTo>
                  <a:lnTo>
                    <a:pt x="2305812" y="325374"/>
                  </a:lnTo>
                  <a:lnTo>
                    <a:pt x="2316480" y="343662"/>
                  </a:lnTo>
                  <a:lnTo>
                    <a:pt x="2327148" y="357378"/>
                  </a:lnTo>
                  <a:lnTo>
                    <a:pt x="2333244" y="364998"/>
                  </a:lnTo>
                  <a:lnTo>
                    <a:pt x="2343912" y="383286"/>
                  </a:lnTo>
                  <a:lnTo>
                    <a:pt x="2351532" y="393954"/>
                  </a:lnTo>
                  <a:lnTo>
                    <a:pt x="2363724" y="410718"/>
                  </a:lnTo>
                  <a:lnTo>
                    <a:pt x="2371344" y="421386"/>
                  </a:lnTo>
                  <a:lnTo>
                    <a:pt x="2380488" y="436626"/>
                  </a:lnTo>
                  <a:lnTo>
                    <a:pt x="2388108" y="447294"/>
                  </a:lnTo>
                  <a:lnTo>
                    <a:pt x="2398776" y="464058"/>
                  </a:lnTo>
                  <a:lnTo>
                    <a:pt x="2407920" y="479298"/>
                  </a:lnTo>
                  <a:lnTo>
                    <a:pt x="2418588" y="494538"/>
                  </a:lnTo>
                  <a:lnTo>
                    <a:pt x="2427732" y="505206"/>
                  </a:lnTo>
                  <a:lnTo>
                    <a:pt x="2438400" y="523494"/>
                  </a:lnTo>
                  <a:lnTo>
                    <a:pt x="2447544" y="537210"/>
                  </a:lnTo>
                  <a:lnTo>
                    <a:pt x="2456688" y="552450"/>
                  </a:lnTo>
                  <a:lnTo>
                    <a:pt x="2465832" y="566166"/>
                  </a:lnTo>
                  <a:lnTo>
                    <a:pt x="2476500" y="579882"/>
                  </a:lnTo>
                  <a:lnTo>
                    <a:pt x="2485644" y="595122"/>
                  </a:lnTo>
                  <a:lnTo>
                    <a:pt x="2494788" y="607314"/>
                  </a:lnTo>
                  <a:lnTo>
                    <a:pt x="2503932" y="624078"/>
                  </a:lnTo>
                  <a:lnTo>
                    <a:pt x="2514600" y="639318"/>
                  </a:lnTo>
                  <a:lnTo>
                    <a:pt x="2523744" y="653034"/>
                  </a:lnTo>
                  <a:lnTo>
                    <a:pt x="2534412" y="669798"/>
                  </a:lnTo>
                  <a:lnTo>
                    <a:pt x="2542032" y="680466"/>
                  </a:lnTo>
                  <a:lnTo>
                    <a:pt x="2551176" y="692658"/>
                  </a:lnTo>
                  <a:lnTo>
                    <a:pt x="2560320" y="709422"/>
                  </a:lnTo>
                  <a:lnTo>
                    <a:pt x="2570988" y="724662"/>
                  </a:lnTo>
                  <a:lnTo>
                    <a:pt x="2577084" y="733806"/>
                  </a:lnTo>
                  <a:lnTo>
                    <a:pt x="2587752" y="752094"/>
                  </a:lnTo>
                  <a:lnTo>
                    <a:pt x="2596896" y="762762"/>
                  </a:lnTo>
                  <a:lnTo>
                    <a:pt x="2606040" y="776478"/>
                  </a:lnTo>
                  <a:lnTo>
                    <a:pt x="2613660" y="788670"/>
                  </a:lnTo>
                  <a:lnTo>
                    <a:pt x="2622804" y="803910"/>
                  </a:lnTo>
                  <a:lnTo>
                    <a:pt x="2630424" y="814578"/>
                  </a:lnTo>
                  <a:lnTo>
                    <a:pt x="2639568" y="828294"/>
                  </a:lnTo>
                  <a:lnTo>
                    <a:pt x="2647188" y="837438"/>
                  </a:lnTo>
                  <a:lnTo>
                    <a:pt x="2656332" y="852678"/>
                  </a:lnTo>
                  <a:lnTo>
                    <a:pt x="2662428" y="860298"/>
                  </a:lnTo>
                  <a:lnTo>
                    <a:pt x="2670048" y="875538"/>
                  </a:lnTo>
                  <a:lnTo>
                    <a:pt x="2677668" y="886206"/>
                  </a:lnTo>
                  <a:lnTo>
                    <a:pt x="2683764" y="893826"/>
                  </a:lnTo>
                  <a:lnTo>
                    <a:pt x="2685453" y="896874"/>
                  </a:lnTo>
                  <a:lnTo>
                    <a:pt x="2593848" y="896874"/>
                  </a:lnTo>
                  <a:lnTo>
                    <a:pt x="2769082" y="997686"/>
                  </a:lnTo>
                  <a:lnTo>
                    <a:pt x="2769298" y="997813"/>
                  </a:lnTo>
                  <a:lnTo>
                    <a:pt x="2816352" y="102489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81600" y="2241803"/>
              <a:ext cx="4419600" cy="1213485"/>
            </a:xfrm>
            <a:custGeom>
              <a:avLst/>
              <a:gdLst/>
              <a:ahLst/>
              <a:cxnLst/>
              <a:rect l="l" t="t" r="r" b="b"/>
              <a:pathLst>
                <a:path w="4419600" h="1213485">
                  <a:moveTo>
                    <a:pt x="4419599" y="606551"/>
                  </a:moveTo>
                  <a:lnTo>
                    <a:pt x="4415082" y="567415"/>
                  </a:lnTo>
                  <a:lnTo>
                    <a:pt x="4401712" y="528943"/>
                  </a:lnTo>
                  <a:lnTo>
                    <a:pt x="4379764" y="491213"/>
                  </a:lnTo>
                  <a:lnTo>
                    <a:pt x="4349512" y="454298"/>
                  </a:lnTo>
                  <a:lnTo>
                    <a:pt x="4311229" y="418273"/>
                  </a:lnTo>
                  <a:lnTo>
                    <a:pt x="4265191" y="383214"/>
                  </a:lnTo>
                  <a:lnTo>
                    <a:pt x="4211670" y="349196"/>
                  </a:lnTo>
                  <a:lnTo>
                    <a:pt x="4150942" y="316293"/>
                  </a:lnTo>
                  <a:lnTo>
                    <a:pt x="4083280" y="284581"/>
                  </a:lnTo>
                  <a:lnTo>
                    <a:pt x="4046934" y="269195"/>
                  </a:lnTo>
                  <a:lnTo>
                    <a:pt x="4008958" y="254135"/>
                  </a:lnTo>
                  <a:lnTo>
                    <a:pt x="3969385" y="239410"/>
                  </a:lnTo>
                  <a:lnTo>
                    <a:pt x="3928250" y="225029"/>
                  </a:lnTo>
                  <a:lnTo>
                    <a:pt x="3885587" y="211003"/>
                  </a:lnTo>
                  <a:lnTo>
                    <a:pt x="3841431" y="197339"/>
                  </a:lnTo>
                  <a:lnTo>
                    <a:pt x="3795815" y="184048"/>
                  </a:lnTo>
                  <a:lnTo>
                    <a:pt x="3748774" y="171139"/>
                  </a:lnTo>
                  <a:lnTo>
                    <a:pt x="3700343" y="158622"/>
                  </a:lnTo>
                  <a:lnTo>
                    <a:pt x="3650554" y="146505"/>
                  </a:lnTo>
                  <a:lnTo>
                    <a:pt x="3599444" y="134799"/>
                  </a:lnTo>
                  <a:lnTo>
                    <a:pt x="3547045" y="123512"/>
                  </a:lnTo>
                  <a:lnTo>
                    <a:pt x="3493393" y="112654"/>
                  </a:lnTo>
                  <a:lnTo>
                    <a:pt x="3438520" y="102234"/>
                  </a:lnTo>
                  <a:lnTo>
                    <a:pt x="3382463" y="92262"/>
                  </a:lnTo>
                  <a:lnTo>
                    <a:pt x="3325255" y="82747"/>
                  </a:lnTo>
                  <a:lnTo>
                    <a:pt x="3266929" y="73698"/>
                  </a:lnTo>
                  <a:lnTo>
                    <a:pt x="3207522" y="65125"/>
                  </a:lnTo>
                  <a:lnTo>
                    <a:pt x="3147066" y="57038"/>
                  </a:lnTo>
                  <a:lnTo>
                    <a:pt x="3085596" y="49444"/>
                  </a:lnTo>
                  <a:lnTo>
                    <a:pt x="3023146" y="42355"/>
                  </a:lnTo>
                  <a:lnTo>
                    <a:pt x="2959751" y="35779"/>
                  </a:lnTo>
                  <a:lnTo>
                    <a:pt x="2895444" y="29726"/>
                  </a:lnTo>
                  <a:lnTo>
                    <a:pt x="2830261" y="24204"/>
                  </a:lnTo>
                  <a:lnTo>
                    <a:pt x="2764235" y="19224"/>
                  </a:lnTo>
                  <a:lnTo>
                    <a:pt x="2697400" y="14795"/>
                  </a:lnTo>
                  <a:lnTo>
                    <a:pt x="2629791" y="10926"/>
                  </a:lnTo>
                  <a:lnTo>
                    <a:pt x="2561443" y="7626"/>
                  </a:lnTo>
                  <a:lnTo>
                    <a:pt x="2492388" y="4906"/>
                  </a:lnTo>
                  <a:lnTo>
                    <a:pt x="2422663" y="2773"/>
                  </a:lnTo>
                  <a:lnTo>
                    <a:pt x="2352300" y="1239"/>
                  </a:lnTo>
                  <a:lnTo>
                    <a:pt x="2281334" y="311"/>
                  </a:lnTo>
                  <a:lnTo>
                    <a:pt x="2209799" y="0"/>
                  </a:lnTo>
                  <a:lnTo>
                    <a:pt x="2138265" y="311"/>
                  </a:lnTo>
                  <a:lnTo>
                    <a:pt x="2067299" y="1239"/>
                  </a:lnTo>
                  <a:lnTo>
                    <a:pt x="1996936" y="2773"/>
                  </a:lnTo>
                  <a:lnTo>
                    <a:pt x="1927211" y="4906"/>
                  </a:lnTo>
                  <a:lnTo>
                    <a:pt x="1858156" y="7626"/>
                  </a:lnTo>
                  <a:lnTo>
                    <a:pt x="1789808" y="10926"/>
                  </a:lnTo>
                  <a:lnTo>
                    <a:pt x="1722199" y="14795"/>
                  </a:lnTo>
                  <a:lnTo>
                    <a:pt x="1655364" y="19224"/>
                  </a:lnTo>
                  <a:lnTo>
                    <a:pt x="1589338" y="24204"/>
                  </a:lnTo>
                  <a:lnTo>
                    <a:pt x="1524155" y="29726"/>
                  </a:lnTo>
                  <a:lnTo>
                    <a:pt x="1459848" y="35779"/>
                  </a:lnTo>
                  <a:lnTo>
                    <a:pt x="1396453" y="42355"/>
                  </a:lnTo>
                  <a:lnTo>
                    <a:pt x="1334003" y="49444"/>
                  </a:lnTo>
                  <a:lnTo>
                    <a:pt x="1272533" y="57038"/>
                  </a:lnTo>
                  <a:lnTo>
                    <a:pt x="1212077" y="65125"/>
                  </a:lnTo>
                  <a:lnTo>
                    <a:pt x="1152670" y="73698"/>
                  </a:lnTo>
                  <a:lnTo>
                    <a:pt x="1094344" y="82747"/>
                  </a:lnTo>
                  <a:lnTo>
                    <a:pt x="1037136" y="92262"/>
                  </a:lnTo>
                  <a:lnTo>
                    <a:pt x="981079" y="102234"/>
                  </a:lnTo>
                  <a:lnTo>
                    <a:pt x="926206" y="112654"/>
                  </a:lnTo>
                  <a:lnTo>
                    <a:pt x="872554" y="123512"/>
                  </a:lnTo>
                  <a:lnTo>
                    <a:pt x="820155" y="134799"/>
                  </a:lnTo>
                  <a:lnTo>
                    <a:pt x="769044" y="146505"/>
                  </a:lnTo>
                  <a:lnTo>
                    <a:pt x="719256" y="158622"/>
                  </a:lnTo>
                  <a:lnTo>
                    <a:pt x="670824" y="171139"/>
                  </a:lnTo>
                  <a:lnTo>
                    <a:pt x="623784" y="184048"/>
                  </a:lnTo>
                  <a:lnTo>
                    <a:pt x="578168" y="197339"/>
                  </a:lnTo>
                  <a:lnTo>
                    <a:pt x="534011" y="211003"/>
                  </a:lnTo>
                  <a:lnTo>
                    <a:pt x="491349" y="225029"/>
                  </a:lnTo>
                  <a:lnTo>
                    <a:pt x="450214" y="239410"/>
                  </a:lnTo>
                  <a:lnTo>
                    <a:pt x="410641" y="254135"/>
                  </a:lnTo>
                  <a:lnTo>
                    <a:pt x="372665" y="269195"/>
                  </a:lnTo>
                  <a:lnTo>
                    <a:pt x="336319" y="284581"/>
                  </a:lnTo>
                  <a:lnTo>
                    <a:pt x="268657" y="316293"/>
                  </a:lnTo>
                  <a:lnTo>
                    <a:pt x="207929" y="349196"/>
                  </a:lnTo>
                  <a:lnTo>
                    <a:pt x="154408" y="383214"/>
                  </a:lnTo>
                  <a:lnTo>
                    <a:pt x="108370" y="418273"/>
                  </a:lnTo>
                  <a:lnTo>
                    <a:pt x="70087" y="454298"/>
                  </a:lnTo>
                  <a:lnTo>
                    <a:pt x="39835" y="491213"/>
                  </a:lnTo>
                  <a:lnTo>
                    <a:pt x="17887" y="528943"/>
                  </a:lnTo>
                  <a:lnTo>
                    <a:pt x="4517" y="567415"/>
                  </a:lnTo>
                  <a:lnTo>
                    <a:pt x="0" y="606551"/>
                  </a:lnTo>
                  <a:lnTo>
                    <a:pt x="1135" y="626112"/>
                  </a:lnTo>
                  <a:lnTo>
                    <a:pt x="10113" y="664774"/>
                  </a:lnTo>
                  <a:lnTo>
                    <a:pt x="27806" y="702758"/>
                  </a:lnTo>
                  <a:lnTo>
                    <a:pt x="53940" y="739987"/>
                  </a:lnTo>
                  <a:lnTo>
                    <a:pt x="88242" y="776386"/>
                  </a:lnTo>
                  <a:lnTo>
                    <a:pt x="130437" y="811878"/>
                  </a:lnTo>
                  <a:lnTo>
                    <a:pt x="180250" y="846386"/>
                  </a:lnTo>
                  <a:lnTo>
                    <a:pt x="237409" y="879832"/>
                  </a:lnTo>
                  <a:lnTo>
                    <a:pt x="301639" y="912142"/>
                  </a:lnTo>
                  <a:lnTo>
                    <a:pt x="372665" y="943237"/>
                  </a:lnTo>
                  <a:lnTo>
                    <a:pt x="410641" y="958305"/>
                  </a:lnTo>
                  <a:lnTo>
                    <a:pt x="450214" y="973042"/>
                  </a:lnTo>
                  <a:lnTo>
                    <a:pt x="491349" y="987436"/>
                  </a:lnTo>
                  <a:lnTo>
                    <a:pt x="534011" y="1001479"/>
                  </a:lnTo>
                  <a:lnTo>
                    <a:pt x="578168" y="1015161"/>
                  </a:lnTo>
                  <a:lnTo>
                    <a:pt x="623784" y="1028472"/>
                  </a:lnTo>
                  <a:lnTo>
                    <a:pt x="670824" y="1041403"/>
                  </a:lnTo>
                  <a:lnTo>
                    <a:pt x="719256" y="1053945"/>
                  </a:lnTo>
                  <a:lnTo>
                    <a:pt x="769044" y="1066087"/>
                  </a:lnTo>
                  <a:lnTo>
                    <a:pt x="820155" y="1077820"/>
                  </a:lnTo>
                  <a:lnTo>
                    <a:pt x="872554" y="1089135"/>
                  </a:lnTo>
                  <a:lnTo>
                    <a:pt x="926206" y="1100022"/>
                  </a:lnTo>
                  <a:lnTo>
                    <a:pt x="981079" y="1110471"/>
                  </a:lnTo>
                  <a:lnTo>
                    <a:pt x="1037136" y="1120472"/>
                  </a:lnTo>
                  <a:lnTo>
                    <a:pt x="1094344" y="1130017"/>
                  </a:lnTo>
                  <a:lnTo>
                    <a:pt x="1152670" y="1139096"/>
                  </a:lnTo>
                  <a:lnTo>
                    <a:pt x="1212077" y="1147698"/>
                  </a:lnTo>
                  <a:lnTo>
                    <a:pt x="1272533" y="1155815"/>
                  </a:lnTo>
                  <a:lnTo>
                    <a:pt x="1334003" y="1163437"/>
                  </a:lnTo>
                  <a:lnTo>
                    <a:pt x="1396453" y="1170554"/>
                  </a:lnTo>
                  <a:lnTo>
                    <a:pt x="1459848" y="1177157"/>
                  </a:lnTo>
                  <a:lnTo>
                    <a:pt x="1524155" y="1183236"/>
                  </a:lnTo>
                  <a:lnTo>
                    <a:pt x="1589338" y="1188782"/>
                  </a:lnTo>
                  <a:lnTo>
                    <a:pt x="1655364" y="1193784"/>
                  </a:lnTo>
                  <a:lnTo>
                    <a:pt x="1722199" y="1198234"/>
                  </a:lnTo>
                  <a:lnTo>
                    <a:pt x="1789808" y="1202121"/>
                  </a:lnTo>
                  <a:lnTo>
                    <a:pt x="1858156" y="1205437"/>
                  </a:lnTo>
                  <a:lnTo>
                    <a:pt x="1927211" y="1208171"/>
                  </a:lnTo>
                  <a:lnTo>
                    <a:pt x="1996936" y="1210315"/>
                  </a:lnTo>
                  <a:lnTo>
                    <a:pt x="2067299" y="1211858"/>
                  </a:lnTo>
                  <a:lnTo>
                    <a:pt x="2138265" y="1212790"/>
                  </a:lnTo>
                  <a:lnTo>
                    <a:pt x="2209799" y="1213103"/>
                  </a:lnTo>
                  <a:lnTo>
                    <a:pt x="2281334" y="1212790"/>
                  </a:lnTo>
                  <a:lnTo>
                    <a:pt x="2352300" y="1211858"/>
                  </a:lnTo>
                  <a:lnTo>
                    <a:pt x="2422663" y="1210315"/>
                  </a:lnTo>
                  <a:lnTo>
                    <a:pt x="2492388" y="1208171"/>
                  </a:lnTo>
                  <a:lnTo>
                    <a:pt x="2561443" y="1205437"/>
                  </a:lnTo>
                  <a:lnTo>
                    <a:pt x="2629791" y="1202121"/>
                  </a:lnTo>
                  <a:lnTo>
                    <a:pt x="2697400" y="1198234"/>
                  </a:lnTo>
                  <a:lnTo>
                    <a:pt x="2764235" y="1193784"/>
                  </a:lnTo>
                  <a:lnTo>
                    <a:pt x="2830261" y="1188782"/>
                  </a:lnTo>
                  <a:lnTo>
                    <a:pt x="2895444" y="1183236"/>
                  </a:lnTo>
                  <a:lnTo>
                    <a:pt x="2959751" y="1177157"/>
                  </a:lnTo>
                  <a:lnTo>
                    <a:pt x="3023146" y="1170554"/>
                  </a:lnTo>
                  <a:lnTo>
                    <a:pt x="3085596" y="1163437"/>
                  </a:lnTo>
                  <a:lnTo>
                    <a:pt x="3147066" y="1155815"/>
                  </a:lnTo>
                  <a:lnTo>
                    <a:pt x="3207522" y="1147698"/>
                  </a:lnTo>
                  <a:lnTo>
                    <a:pt x="3266929" y="1139096"/>
                  </a:lnTo>
                  <a:lnTo>
                    <a:pt x="3325255" y="1130017"/>
                  </a:lnTo>
                  <a:lnTo>
                    <a:pt x="3382463" y="1120472"/>
                  </a:lnTo>
                  <a:lnTo>
                    <a:pt x="3438520" y="1110471"/>
                  </a:lnTo>
                  <a:lnTo>
                    <a:pt x="3493393" y="1100022"/>
                  </a:lnTo>
                  <a:lnTo>
                    <a:pt x="3547045" y="1089135"/>
                  </a:lnTo>
                  <a:lnTo>
                    <a:pt x="3599444" y="1077820"/>
                  </a:lnTo>
                  <a:lnTo>
                    <a:pt x="3650554" y="1066087"/>
                  </a:lnTo>
                  <a:lnTo>
                    <a:pt x="3700343" y="1053945"/>
                  </a:lnTo>
                  <a:lnTo>
                    <a:pt x="3748774" y="1041403"/>
                  </a:lnTo>
                  <a:lnTo>
                    <a:pt x="3795815" y="1028472"/>
                  </a:lnTo>
                  <a:lnTo>
                    <a:pt x="3841431" y="1015161"/>
                  </a:lnTo>
                  <a:lnTo>
                    <a:pt x="3885587" y="1001479"/>
                  </a:lnTo>
                  <a:lnTo>
                    <a:pt x="3928250" y="987436"/>
                  </a:lnTo>
                  <a:lnTo>
                    <a:pt x="3969385" y="973042"/>
                  </a:lnTo>
                  <a:lnTo>
                    <a:pt x="4008958" y="958305"/>
                  </a:lnTo>
                  <a:lnTo>
                    <a:pt x="4046934" y="943237"/>
                  </a:lnTo>
                  <a:lnTo>
                    <a:pt x="4083280" y="927846"/>
                  </a:lnTo>
                  <a:lnTo>
                    <a:pt x="4150942" y="896134"/>
                  </a:lnTo>
                  <a:lnTo>
                    <a:pt x="4211670" y="863246"/>
                  </a:lnTo>
                  <a:lnTo>
                    <a:pt x="4265191" y="829260"/>
                  </a:lnTo>
                  <a:lnTo>
                    <a:pt x="4311229" y="794250"/>
                  </a:lnTo>
                  <a:lnTo>
                    <a:pt x="4349512" y="758296"/>
                  </a:lnTo>
                  <a:lnTo>
                    <a:pt x="4379764" y="721472"/>
                  </a:lnTo>
                  <a:lnTo>
                    <a:pt x="4401712" y="683855"/>
                  </a:lnTo>
                  <a:lnTo>
                    <a:pt x="4415082" y="645523"/>
                  </a:lnTo>
                  <a:lnTo>
                    <a:pt x="4419599" y="6065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81600" y="2241803"/>
              <a:ext cx="4419600" cy="1213485"/>
            </a:xfrm>
            <a:custGeom>
              <a:avLst/>
              <a:gdLst/>
              <a:ahLst/>
              <a:cxnLst/>
              <a:rect l="l" t="t" r="r" b="b"/>
              <a:pathLst>
                <a:path w="4419600" h="1213485">
                  <a:moveTo>
                    <a:pt x="2209799" y="0"/>
                  </a:moveTo>
                  <a:lnTo>
                    <a:pt x="2138265" y="311"/>
                  </a:lnTo>
                  <a:lnTo>
                    <a:pt x="2067299" y="1239"/>
                  </a:lnTo>
                  <a:lnTo>
                    <a:pt x="1996936" y="2773"/>
                  </a:lnTo>
                  <a:lnTo>
                    <a:pt x="1927211" y="4906"/>
                  </a:lnTo>
                  <a:lnTo>
                    <a:pt x="1858156" y="7626"/>
                  </a:lnTo>
                  <a:lnTo>
                    <a:pt x="1789808" y="10926"/>
                  </a:lnTo>
                  <a:lnTo>
                    <a:pt x="1722199" y="14795"/>
                  </a:lnTo>
                  <a:lnTo>
                    <a:pt x="1655364" y="19224"/>
                  </a:lnTo>
                  <a:lnTo>
                    <a:pt x="1589338" y="24204"/>
                  </a:lnTo>
                  <a:lnTo>
                    <a:pt x="1524155" y="29726"/>
                  </a:lnTo>
                  <a:lnTo>
                    <a:pt x="1459848" y="35779"/>
                  </a:lnTo>
                  <a:lnTo>
                    <a:pt x="1396453" y="42355"/>
                  </a:lnTo>
                  <a:lnTo>
                    <a:pt x="1334003" y="49444"/>
                  </a:lnTo>
                  <a:lnTo>
                    <a:pt x="1272533" y="57038"/>
                  </a:lnTo>
                  <a:lnTo>
                    <a:pt x="1212077" y="65125"/>
                  </a:lnTo>
                  <a:lnTo>
                    <a:pt x="1152670" y="73698"/>
                  </a:lnTo>
                  <a:lnTo>
                    <a:pt x="1094344" y="82747"/>
                  </a:lnTo>
                  <a:lnTo>
                    <a:pt x="1037136" y="92262"/>
                  </a:lnTo>
                  <a:lnTo>
                    <a:pt x="981079" y="102234"/>
                  </a:lnTo>
                  <a:lnTo>
                    <a:pt x="926206" y="112654"/>
                  </a:lnTo>
                  <a:lnTo>
                    <a:pt x="872554" y="123512"/>
                  </a:lnTo>
                  <a:lnTo>
                    <a:pt x="820155" y="134799"/>
                  </a:lnTo>
                  <a:lnTo>
                    <a:pt x="769044" y="146505"/>
                  </a:lnTo>
                  <a:lnTo>
                    <a:pt x="719256" y="158622"/>
                  </a:lnTo>
                  <a:lnTo>
                    <a:pt x="670824" y="171139"/>
                  </a:lnTo>
                  <a:lnTo>
                    <a:pt x="623784" y="184048"/>
                  </a:lnTo>
                  <a:lnTo>
                    <a:pt x="578168" y="197339"/>
                  </a:lnTo>
                  <a:lnTo>
                    <a:pt x="534011" y="211003"/>
                  </a:lnTo>
                  <a:lnTo>
                    <a:pt x="491349" y="225029"/>
                  </a:lnTo>
                  <a:lnTo>
                    <a:pt x="450214" y="239410"/>
                  </a:lnTo>
                  <a:lnTo>
                    <a:pt x="410641" y="254135"/>
                  </a:lnTo>
                  <a:lnTo>
                    <a:pt x="372665" y="269195"/>
                  </a:lnTo>
                  <a:lnTo>
                    <a:pt x="336319" y="284581"/>
                  </a:lnTo>
                  <a:lnTo>
                    <a:pt x="268657" y="316293"/>
                  </a:lnTo>
                  <a:lnTo>
                    <a:pt x="207929" y="349196"/>
                  </a:lnTo>
                  <a:lnTo>
                    <a:pt x="154408" y="383214"/>
                  </a:lnTo>
                  <a:lnTo>
                    <a:pt x="108370" y="418273"/>
                  </a:lnTo>
                  <a:lnTo>
                    <a:pt x="70087" y="454298"/>
                  </a:lnTo>
                  <a:lnTo>
                    <a:pt x="39835" y="491213"/>
                  </a:lnTo>
                  <a:lnTo>
                    <a:pt x="17887" y="528943"/>
                  </a:lnTo>
                  <a:lnTo>
                    <a:pt x="4517" y="567415"/>
                  </a:lnTo>
                  <a:lnTo>
                    <a:pt x="0" y="606551"/>
                  </a:lnTo>
                  <a:lnTo>
                    <a:pt x="1135" y="626112"/>
                  </a:lnTo>
                  <a:lnTo>
                    <a:pt x="10113" y="664774"/>
                  </a:lnTo>
                  <a:lnTo>
                    <a:pt x="27806" y="702758"/>
                  </a:lnTo>
                  <a:lnTo>
                    <a:pt x="53940" y="739987"/>
                  </a:lnTo>
                  <a:lnTo>
                    <a:pt x="88242" y="776386"/>
                  </a:lnTo>
                  <a:lnTo>
                    <a:pt x="130437" y="811878"/>
                  </a:lnTo>
                  <a:lnTo>
                    <a:pt x="180250" y="846386"/>
                  </a:lnTo>
                  <a:lnTo>
                    <a:pt x="237409" y="879832"/>
                  </a:lnTo>
                  <a:lnTo>
                    <a:pt x="301639" y="912142"/>
                  </a:lnTo>
                  <a:lnTo>
                    <a:pt x="372665" y="943237"/>
                  </a:lnTo>
                  <a:lnTo>
                    <a:pt x="410641" y="958305"/>
                  </a:lnTo>
                  <a:lnTo>
                    <a:pt x="450214" y="973042"/>
                  </a:lnTo>
                  <a:lnTo>
                    <a:pt x="491349" y="987436"/>
                  </a:lnTo>
                  <a:lnTo>
                    <a:pt x="534011" y="1001479"/>
                  </a:lnTo>
                  <a:lnTo>
                    <a:pt x="578168" y="1015161"/>
                  </a:lnTo>
                  <a:lnTo>
                    <a:pt x="623784" y="1028472"/>
                  </a:lnTo>
                  <a:lnTo>
                    <a:pt x="670824" y="1041403"/>
                  </a:lnTo>
                  <a:lnTo>
                    <a:pt x="719256" y="1053945"/>
                  </a:lnTo>
                  <a:lnTo>
                    <a:pt x="769044" y="1066087"/>
                  </a:lnTo>
                  <a:lnTo>
                    <a:pt x="820155" y="1077820"/>
                  </a:lnTo>
                  <a:lnTo>
                    <a:pt x="872554" y="1089135"/>
                  </a:lnTo>
                  <a:lnTo>
                    <a:pt x="926206" y="1100022"/>
                  </a:lnTo>
                  <a:lnTo>
                    <a:pt x="981079" y="1110471"/>
                  </a:lnTo>
                  <a:lnTo>
                    <a:pt x="1037136" y="1120472"/>
                  </a:lnTo>
                  <a:lnTo>
                    <a:pt x="1094344" y="1130017"/>
                  </a:lnTo>
                  <a:lnTo>
                    <a:pt x="1152670" y="1139096"/>
                  </a:lnTo>
                  <a:lnTo>
                    <a:pt x="1212077" y="1147698"/>
                  </a:lnTo>
                  <a:lnTo>
                    <a:pt x="1272533" y="1155815"/>
                  </a:lnTo>
                  <a:lnTo>
                    <a:pt x="1334003" y="1163437"/>
                  </a:lnTo>
                  <a:lnTo>
                    <a:pt x="1396453" y="1170554"/>
                  </a:lnTo>
                  <a:lnTo>
                    <a:pt x="1459848" y="1177157"/>
                  </a:lnTo>
                  <a:lnTo>
                    <a:pt x="1524155" y="1183236"/>
                  </a:lnTo>
                  <a:lnTo>
                    <a:pt x="1589338" y="1188782"/>
                  </a:lnTo>
                  <a:lnTo>
                    <a:pt x="1655364" y="1193784"/>
                  </a:lnTo>
                  <a:lnTo>
                    <a:pt x="1722199" y="1198234"/>
                  </a:lnTo>
                  <a:lnTo>
                    <a:pt x="1789808" y="1202121"/>
                  </a:lnTo>
                  <a:lnTo>
                    <a:pt x="1858156" y="1205437"/>
                  </a:lnTo>
                  <a:lnTo>
                    <a:pt x="1927211" y="1208171"/>
                  </a:lnTo>
                  <a:lnTo>
                    <a:pt x="1996936" y="1210315"/>
                  </a:lnTo>
                  <a:lnTo>
                    <a:pt x="2067299" y="1211858"/>
                  </a:lnTo>
                  <a:lnTo>
                    <a:pt x="2138265" y="1212790"/>
                  </a:lnTo>
                  <a:lnTo>
                    <a:pt x="2209799" y="1213103"/>
                  </a:lnTo>
                  <a:lnTo>
                    <a:pt x="2281334" y="1212790"/>
                  </a:lnTo>
                  <a:lnTo>
                    <a:pt x="2352300" y="1211858"/>
                  </a:lnTo>
                  <a:lnTo>
                    <a:pt x="2422663" y="1210315"/>
                  </a:lnTo>
                  <a:lnTo>
                    <a:pt x="2492388" y="1208171"/>
                  </a:lnTo>
                  <a:lnTo>
                    <a:pt x="2561443" y="1205437"/>
                  </a:lnTo>
                  <a:lnTo>
                    <a:pt x="2629791" y="1202121"/>
                  </a:lnTo>
                  <a:lnTo>
                    <a:pt x="2697400" y="1198234"/>
                  </a:lnTo>
                  <a:lnTo>
                    <a:pt x="2764235" y="1193784"/>
                  </a:lnTo>
                  <a:lnTo>
                    <a:pt x="2830261" y="1188782"/>
                  </a:lnTo>
                  <a:lnTo>
                    <a:pt x="2895444" y="1183236"/>
                  </a:lnTo>
                  <a:lnTo>
                    <a:pt x="2959751" y="1177157"/>
                  </a:lnTo>
                  <a:lnTo>
                    <a:pt x="3023146" y="1170554"/>
                  </a:lnTo>
                  <a:lnTo>
                    <a:pt x="3085596" y="1163437"/>
                  </a:lnTo>
                  <a:lnTo>
                    <a:pt x="3147066" y="1155815"/>
                  </a:lnTo>
                  <a:lnTo>
                    <a:pt x="3207522" y="1147698"/>
                  </a:lnTo>
                  <a:lnTo>
                    <a:pt x="3266929" y="1139096"/>
                  </a:lnTo>
                  <a:lnTo>
                    <a:pt x="3325255" y="1130017"/>
                  </a:lnTo>
                  <a:lnTo>
                    <a:pt x="3382463" y="1120472"/>
                  </a:lnTo>
                  <a:lnTo>
                    <a:pt x="3438520" y="1110471"/>
                  </a:lnTo>
                  <a:lnTo>
                    <a:pt x="3493393" y="1100022"/>
                  </a:lnTo>
                  <a:lnTo>
                    <a:pt x="3547045" y="1089135"/>
                  </a:lnTo>
                  <a:lnTo>
                    <a:pt x="3599444" y="1077820"/>
                  </a:lnTo>
                  <a:lnTo>
                    <a:pt x="3650554" y="1066087"/>
                  </a:lnTo>
                  <a:lnTo>
                    <a:pt x="3700343" y="1053945"/>
                  </a:lnTo>
                  <a:lnTo>
                    <a:pt x="3748774" y="1041403"/>
                  </a:lnTo>
                  <a:lnTo>
                    <a:pt x="3795815" y="1028472"/>
                  </a:lnTo>
                  <a:lnTo>
                    <a:pt x="3841431" y="1015161"/>
                  </a:lnTo>
                  <a:lnTo>
                    <a:pt x="3885587" y="1001479"/>
                  </a:lnTo>
                  <a:lnTo>
                    <a:pt x="3928250" y="987436"/>
                  </a:lnTo>
                  <a:lnTo>
                    <a:pt x="3969385" y="973042"/>
                  </a:lnTo>
                  <a:lnTo>
                    <a:pt x="4008958" y="958305"/>
                  </a:lnTo>
                  <a:lnTo>
                    <a:pt x="4046934" y="943237"/>
                  </a:lnTo>
                  <a:lnTo>
                    <a:pt x="4083280" y="927846"/>
                  </a:lnTo>
                  <a:lnTo>
                    <a:pt x="4150942" y="896134"/>
                  </a:lnTo>
                  <a:lnTo>
                    <a:pt x="4211670" y="863246"/>
                  </a:lnTo>
                  <a:lnTo>
                    <a:pt x="4265191" y="829260"/>
                  </a:lnTo>
                  <a:lnTo>
                    <a:pt x="4311229" y="794250"/>
                  </a:lnTo>
                  <a:lnTo>
                    <a:pt x="4349512" y="758296"/>
                  </a:lnTo>
                  <a:lnTo>
                    <a:pt x="4379764" y="721472"/>
                  </a:lnTo>
                  <a:lnTo>
                    <a:pt x="4401712" y="683855"/>
                  </a:lnTo>
                  <a:lnTo>
                    <a:pt x="4415082" y="645523"/>
                  </a:lnTo>
                  <a:lnTo>
                    <a:pt x="4419599" y="606551"/>
                  </a:lnTo>
                  <a:lnTo>
                    <a:pt x="4418464" y="586905"/>
                  </a:lnTo>
                  <a:lnTo>
                    <a:pt x="4409486" y="548091"/>
                  </a:lnTo>
                  <a:lnTo>
                    <a:pt x="4391793" y="509981"/>
                  </a:lnTo>
                  <a:lnTo>
                    <a:pt x="4365659" y="472648"/>
                  </a:lnTo>
                  <a:lnTo>
                    <a:pt x="4331357" y="436169"/>
                  </a:lnTo>
                  <a:lnTo>
                    <a:pt x="4289162" y="400618"/>
                  </a:lnTo>
                  <a:lnTo>
                    <a:pt x="4239348" y="366070"/>
                  </a:lnTo>
                  <a:lnTo>
                    <a:pt x="4182190" y="332601"/>
                  </a:lnTo>
                  <a:lnTo>
                    <a:pt x="4117960" y="300284"/>
                  </a:lnTo>
                  <a:lnTo>
                    <a:pt x="4046934" y="269195"/>
                  </a:lnTo>
                  <a:lnTo>
                    <a:pt x="4008958" y="254135"/>
                  </a:lnTo>
                  <a:lnTo>
                    <a:pt x="3969385" y="239410"/>
                  </a:lnTo>
                  <a:lnTo>
                    <a:pt x="3928250" y="225029"/>
                  </a:lnTo>
                  <a:lnTo>
                    <a:pt x="3885587" y="211003"/>
                  </a:lnTo>
                  <a:lnTo>
                    <a:pt x="3841431" y="197339"/>
                  </a:lnTo>
                  <a:lnTo>
                    <a:pt x="3795815" y="184048"/>
                  </a:lnTo>
                  <a:lnTo>
                    <a:pt x="3748774" y="171139"/>
                  </a:lnTo>
                  <a:lnTo>
                    <a:pt x="3700343" y="158622"/>
                  </a:lnTo>
                  <a:lnTo>
                    <a:pt x="3650554" y="146505"/>
                  </a:lnTo>
                  <a:lnTo>
                    <a:pt x="3599444" y="134799"/>
                  </a:lnTo>
                  <a:lnTo>
                    <a:pt x="3547045" y="123512"/>
                  </a:lnTo>
                  <a:lnTo>
                    <a:pt x="3493393" y="112654"/>
                  </a:lnTo>
                  <a:lnTo>
                    <a:pt x="3438520" y="102234"/>
                  </a:lnTo>
                  <a:lnTo>
                    <a:pt x="3382463" y="92262"/>
                  </a:lnTo>
                  <a:lnTo>
                    <a:pt x="3325255" y="82747"/>
                  </a:lnTo>
                  <a:lnTo>
                    <a:pt x="3266929" y="73698"/>
                  </a:lnTo>
                  <a:lnTo>
                    <a:pt x="3207522" y="65125"/>
                  </a:lnTo>
                  <a:lnTo>
                    <a:pt x="3147066" y="57038"/>
                  </a:lnTo>
                  <a:lnTo>
                    <a:pt x="3085596" y="49444"/>
                  </a:lnTo>
                  <a:lnTo>
                    <a:pt x="3023146" y="42355"/>
                  </a:lnTo>
                  <a:lnTo>
                    <a:pt x="2959751" y="35779"/>
                  </a:lnTo>
                  <a:lnTo>
                    <a:pt x="2895444" y="29726"/>
                  </a:lnTo>
                  <a:lnTo>
                    <a:pt x="2830261" y="24204"/>
                  </a:lnTo>
                  <a:lnTo>
                    <a:pt x="2764235" y="19224"/>
                  </a:lnTo>
                  <a:lnTo>
                    <a:pt x="2697400" y="14795"/>
                  </a:lnTo>
                  <a:lnTo>
                    <a:pt x="2629791" y="10926"/>
                  </a:lnTo>
                  <a:lnTo>
                    <a:pt x="2561443" y="7626"/>
                  </a:lnTo>
                  <a:lnTo>
                    <a:pt x="2492388" y="4906"/>
                  </a:lnTo>
                  <a:lnTo>
                    <a:pt x="2422663" y="2773"/>
                  </a:lnTo>
                  <a:lnTo>
                    <a:pt x="2352300" y="1239"/>
                  </a:lnTo>
                  <a:lnTo>
                    <a:pt x="2281334" y="311"/>
                  </a:lnTo>
                  <a:lnTo>
                    <a:pt x="2209799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743441" y="2611627"/>
            <a:ext cx="30581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Se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forem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3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números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72516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Primeira</a:t>
            </a:r>
            <a:r>
              <a:rPr spc="-125" dirty="0"/>
              <a:t> </a:t>
            </a:r>
            <a:r>
              <a:rPr dirty="0"/>
              <a:t>Forma</a:t>
            </a:r>
            <a:r>
              <a:rPr spc="-114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/>
          <p:nvPr/>
        </p:nvSpPr>
        <p:spPr>
          <a:xfrm>
            <a:off x="2679694" y="3137917"/>
            <a:ext cx="8430895" cy="1010919"/>
          </a:xfrm>
          <a:custGeom>
            <a:avLst/>
            <a:gdLst/>
            <a:ahLst/>
            <a:cxnLst/>
            <a:rect l="l" t="t" r="r" b="b"/>
            <a:pathLst>
              <a:path w="8430895" h="1010920">
                <a:moveTo>
                  <a:pt x="0" y="0"/>
                </a:moveTo>
                <a:lnTo>
                  <a:pt x="0" y="1010411"/>
                </a:lnTo>
                <a:lnTo>
                  <a:pt x="8430767" y="1010411"/>
                </a:lnTo>
                <a:lnTo>
                  <a:pt x="8430767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41898" y="3355338"/>
            <a:ext cx="871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3166" y="3407154"/>
            <a:ext cx="9499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Endereco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39335" y="3121151"/>
            <a:ext cx="1499870" cy="1026160"/>
          </a:xfrm>
          <a:custGeom>
            <a:avLst/>
            <a:gdLst/>
            <a:ahLst/>
            <a:cxnLst/>
            <a:rect l="l" t="t" r="r" b="b"/>
            <a:pathLst>
              <a:path w="1499870" h="1026160">
                <a:moveTo>
                  <a:pt x="0" y="16763"/>
                </a:moveTo>
                <a:lnTo>
                  <a:pt x="0" y="1024127"/>
                </a:lnTo>
              </a:path>
              <a:path w="1499870" h="1026160">
                <a:moveTo>
                  <a:pt x="1499615" y="0"/>
                </a:moveTo>
                <a:lnTo>
                  <a:pt x="1499615" y="1025651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87314" y="3819144"/>
            <a:ext cx="8423275" cy="0"/>
          </a:xfrm>
          <a:custGeom>
            <a:avLst/>
            <a:gdLst/>
            <a:ahLst/>
            <a:cxnLst/>
            <a:rect l="l" t="t" r="r" b="b"/>
            <a:pathLst>
              <a:path w="8423275">
                <a:moveTo>
                  <a:pt x="8423153" y="0"/>
                </a:moveTo>
                <a:lnTo>
                  <a:pt x="0" y="0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65518" y="3401058"/>
            <a:ext cx="1417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DataNasc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80019" y="2983991"/>
            <a:ext cx="2891790" cy="1223010"/>
            <a:chOff x="5900419" y="2983991"/>
            <a:chExt cx="2891790" cy="1223010"/>
          </a:xfrm>
        </p:grpSpPr>
        <p:sp>
          <p:nvSpPr>
            <p:cNvPr id="10" name="object 10"/>
            <p:cNvSpPr/>
            <p:nvPr/>
          </p:nvSpPr>
          <p:spPr>
            <a:xfrm>
              <a:off x="5951219" y="3130295"/>
              <a:ext cx="0" cy="1026160"/>
            </a:xfrm>
            <a:custGeom>
              <a:avLst/>
              <a:gdLst/>
              <a:ahLst/>
              <a:cxnLst/>
              <a:rect l="l" t="t" r="r" b="b"/>
              <a:pathLst>
                <a:path h="1026160">
                  <a:moveTo>
                    <a:pt x="0" y="0"/>
                  </a:moveTo>
                  <a:lnTo>
                    <a:pt x="0" y="1025651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5455" y="3022091"/>
              <a:ext cx="2438400" cy="911860"/>
            </a:xfrm>
            <a:custGeom>
              <a:avLst/>
              <a:gdLst/>
              <a:ahLst/>
              <a:cxnLst/>
              <a:rect l="l" t="t" r="r" b="b"/>
              <a:pathLst>
                <a:path w="2438400" h="911860">
                  <a:moveTo>
                    <a:pt x="2438399" y="455675"/>
                  </a:moveTo>
                  <a:lnTo>
                    <a:pt x="2431249" y="406060"/>
                  </a:lnTo>
                  <a:lnTo>
                    <a:pt x="2410291" y="357983"/>
                  </a:lnTo>
                  <a:lnTo>
                    <a:pt x="2376269" y="311725"/>
                  </a:lnTo>
                  <a:lnTo>
                    <a:pt x="2329925" y="267563"/>
                  </a:lnTo>
                  <a:lnTo>
                    <a:pt x="2272001" y="225777"/>
                  </a:lnTo>
                  <a:lnTo>
                    <a:pt x="2238929" y="205863"/>
                  </a:lnTo>
                  <a:lnTo>
                    <a:pt x="2203240" y="186647"/>
                  </a:lnTo>
                  <a:lnTo>
                    <a:pt x="2165028" y="168164"/>
                  </a:lnTo>
                  <a:lnTo>
                    <a:pt x="2124384" y="150451"/>
                  </a:lnTo>
                  <a:lnTo>
                    <a:pt x="2081402" y="133540"/>
                  </a:lnTo>
                  <a:lnTo>
                    <a:pt x="2036175" y="117468"/>
                  </a:lnTo>
                  <a:lnTo>
                    <a:pt x="1988796" y="102268"/>
                  </a:lnTo>
                  <a:lnTo>
                    <a:pt x="1939357" y="87977"/>
                  </a:lnTo>
                  <a:lnTo>
                    <a:pt x="1887950" y="74628"/>
                  </a:lnTo>
                  <a:lnTo>
                    <a:pt x="1834670" y="62258"/>
                  </a:lnTo>
                  <a:lnTo>
                    <a:pt x="1779608" y="50900"/>
                  </a:lnTo>
                  <a:lnTo>
                    <a:pt x="1722857" y="40589"/>
                  </a:lnTo>
                  <a:lnTo>
                    <a:pt x="1664511" y="31361"/>
                  </a:lnTo>
                  <a:lnTo>
                    <a:pt x="1604662" y="23250"/>
                  </a:lnTo>
                  <a:lnTo>
                    <a:pt x="1543402" y="16291"/>
                  </a:lnTo>
                  <a:lnTo>
                    <a:pt x="1480825" y="10519"/>
                  </a:lnTo>
                  <a:lnTo>
                    <a:pt x="1417024" y="5969"/>
                  </a:lnTo>
                  <a:lnTo>
                    <a:pt x="1352090" y="2676"/>
                  </a:lnTo>
                  <a:lnTo>
                    <a:pt x="1286118" y="674"/>
                  </a:lnTo>
                  <a:lnTo>
                    <a:pt x="1219199" y="0"/>
                  </a:lnTo>
                  <a:lnTo>
                    <a:pt x="1152281" y="674"/>
                  </a:lnTo>
                  <a:lnTo>
                    <a:pt x="1086308" y="2676"/>
                  </a:lnTo>
                  <a:lnTo>
                    <a:pt x="1021375" y="5969"/>
                  </a:lnTo>
                  <a:lnTo>
                    <a:pt x="957574" y="10519"/>
                  </a:lnTo>
                  <a:lnTo>
                    <a:pt x="894997" y="16291"/>
                  </a:lnTo>
                  <a:lnTo>
                    <a:pt x="833737" y="23250"/>
                  </a:lnTo>
                  <a:lnTo>
                    <a:pt x="773888" y="31361"/>
                  </a:lnTo>
                  <a:lnTo>
                    <a:pt x="715542" y="40589"/>
                  </a:lnTo>
                  <a:lnTo>
                    <a:pt x="658791" y="50900"/>
                  </a:lnTo>
                  <a:lnTo>
                    <a:pt x="603729" y="62258"/>
                  </a:lnTo>
                  <a:lnTo>
                    <a:pt x="550449" y="74628"/>
                  </a:lnTo>
                  <a:lnTo>
                    <a:pt x="499042" y="87977"/>
                  </a:lnTo>
                  <a:lnTo>
                    <a:pt x="449603" y="102268"/>
                  </a:lnTo>
                  <a:lnTo>
                    <a:pt x="402224" y="117468"/>
                  </a:lnTo>
                  <a:lnTo>
                    <a:pt x="356996" y="133540"/>
                  </a:lnTo>
                  <a:lnTo>
                    <a:pt x="314015" y="150451"/>
                  </a:lnTo>
                  <a:lnTo>
                    <a:pt x="273371" y="168164"/>
                  </a:lnTo>
                  <a:lnTo>
                    <a:pt x="235159" y="186647"/>
                  </a:lnTo>
                  <a:lnTo>
                    <a:pt x="199470" y="205863"/>
                  </a:lnTo>
                  <a:lnTo>
                    <a:pt x="166398" y="225777"/>
                  </a:lnTo>
                  <a:lnTo>
                    <a:pt x="108474" y="267563"/>
                  </a:lnTo>
                  <a:lnTo>
                    <a:pt x="62130" y="311725"/>
                  </a:lnTo>
                  <a:lnTo>
                    <a:pt x="28108" y="357983"/>
                  </a:lnTo>
                  <a:lnTo>
                    <a:pt x="7150" y="406060"/>
                  </a:lnTo>
                  <a:lnTo>
                    <a:pt x="0" y="455675"/>
                  </a:lnTo>
                  <a:lnTo>
                    <a:pt x="1803" y="480658"/>
                  </a:lnTo>
                  <a:lnTo>
                    <a:pt x="15950" y="529539"/>
                  </a:lnTo>
                  <a:lnTo>
                    <a:pt x="43532" y="576742"/>
                  </a:lnTo>
                  <a:lnTo>
                    <a:pt x="83808" y="621987"/>
                  </a:lnTo>
                  <a:lnTo>
                    <a:pt x="136035" y="664995"/>
                  </a:lnTo>
                  <a:lnTo>
                    <a:pt x="199470" y="705488"/>
                  </a:lnTo>
                  <a:lnTo>
                    <a:pt x="235159" y="724704"/>
                  </a:lnTo>
                  <a:lnTo>
                    <a:pt x="273371" y="743186"/>
                  </a:lnTo>
                  <a:lnTo>
                    <a:pt x="314015" y="760900"/>
                  </a:lnTo>
                  <a:lnTo>
                    <a:pt x="356996" y="777811"/>
                  </a:lnTo>
                  <a:lnTo>
                    <a:pt x="402224" y="793883"/>
                  </a:lnTo>
                  <a:lnTo>
                    <a:pt x="449603" y="809083"/>
                  </a:lnTo>
                  <a:lnTo>
                    <a:pt x="499042" y="823374"/>
                  </a:lnTo>
                  <a:lnTo>
                    <a:pt x="550449" y="836722"/>
                  </a:lnTo>
                  <a:lnTo>
                    <a:pt x="603729" y="849093"/>
                  </a:lnTo>
                  <a:lnTo>
                    <a:pt x="658791" y="860451"/>
                  </a:lnTo>
                  <a:lnTo>
                    <a:pt x="715542" y="870762"/>
                  </a:lnTo>
                  <a:lnTo>
                    <a:pt x="773888" y="879990"/>
                  </a:lnTo>
                  <a:lnTo>
                    <a:pt x="833737" y="888101"/>
                  </a:lnTo>
                  <a:lnTo>
                    <a:pt x="894997" y="895060"/>
                  </a:lnTo>
                  <a:lnTo>
                    <a:pt x="957574" y="900832"/>
                  </a:lnTo>
                  <a:lnTo>
                    <a:pt x="1021375" y="905382"/>
                  </a:lnTo>
                  <a:lnTo>
                    <a:pt x="1086308" y="908675"/>
                  </a:lnTo>
                  <a:lnTo>
                    <a:pt x="1152281" y="910677"/>
                  </a:lnTo>
                  <a:lnTo>
                    <a:pt x="1219199" y="911351"/>
                  </a:lnTo>
                  <a:lnTo>
                    <a:pt x="1286118" y="910677"/>
                  </a:lnTo>
                  <a:lnTo>
                    <a:pt x="1352090" y="908675"/>
                  </a:lnTo>
                  <a:lnTo>
                    <a:pt x="1417024" y="905382"/>
                  </a:lnTo>
                  <a:lnTo>
                    <a:pt x="1480825" y="900832"/>
                  </a:lnTo>
                  <a:lnTo>
                    <a:pt x="1543402" y="895060"/>
                  </a:lnTo>
                  <a:lnTo>
                    <a:pt x="1604662" y="888101"/>
                  </a:lnTo>
                  <a:lnTo>
                    <a:pt x="1664511" y="879990"/>
                  </a:lnTo>
                  <a:lnTo>
                    <a:pt x="1722857" y="870762"/>
                  </a:lnTo>
                  <a:lnTo>
                    <a:pt x="1779608" y="860451"/>
                  </a:lnTo>
                  <a:lnTo>
                    <a:pt x="1834670" y="849093"/>
                  </a:lnTo>
                  <a:lnTo>
                    <a:pt x="1887950" y="836722"/>
                  </a:lnTo>
                  <a:lnTo>
                    <a:pt x="1939357" y="823374"/>
                  </a:lnTo>
                  <a:lnTo>
                    <a:pt x="1988796" y="809083"/>
                  </a:lnTo>
                  <a:lnTo>
                    <a:pt x="2036175" y="793883"/>
                  </a:lnTo>
                  <a:lnTo>
                    <a:pt x="2081402" y="777811"/>
                  </a:lnTo>
                  <a:lnTo>
                    <a:pt x="2124384" y="760900"/>
                  </a:lnTo>
                  <a:lnTo>
                    <a:pt x="2165028" y="743186"/>
                  </a:lnTo>
                  <a:lnTo>
                    <a:pt x="2203240" y="724704"/>
                  </a:lnTo>
                  <a:lnTo>
                    <a:pt x="2238929" y="705488"/>
                  </a:lnTo>
                  <a:lnTo>
                    <a:pt x="2272001" y="685574"/>
                  </a:lnTo>
                  <a:lnTo>
                    <a:pt x="2329925" y="643788"/>
                  </a:lnTo>
                  <a:lnTo>
                    <a:pt x="2376269" y="599626"/>
                  </a:lnTo>
                  <a:lnTo>
                    <a:pt x="2410291" y="553368"/>
                  </a:lnTo>
                  <a:lnTo>
                    <a:pt x="2431249" y="505291"/>
                  </a:lnTo>
                  <a:lnTo>
                    <a:pt x="2438399" y="4556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15455" y="3022091"/>
              <a:ext cx="2438400" cy="911860"/>
            </a:xfrm>
            <a:custGeom>
              <a:avLst/>
              <a:gdLst/>
              <a:ahLst/>
              <a:cxnLst/>
              <a:rect l="l" t="t" r="r" b="b"/>
              <a:pathLst>
                <a:path w="2438400" h="911860">
                  <a:moveTo>
                    <a:pt x="1219199" y="0"/>
                  </a:moveTo>
                  <a:lnTo>
                    <a:pt x="1152281" y="674"/>
                  </a:lnTo>
                  <a:lnTo>
                    <a:pt x="1086308" y="2676"/>
                  </a:lnTo>
                  <a:lnTo>
                    <a:pt x="1021375" y="5969"/>
                  </a:lnTo>
                  <a:lnTo>
                    <a:pt x="957574" y="10519"/>
                  </a:lnTo>
                  <a:lnTo>
                    <a:pt x="894997" y="16291"/>
                  </a:lnTo>
                  <a:lnTo>
                    <a:pt x="833737" y="23250"/>
                  </a:lnTo>
                  <a:lnTo>
                    <a:pt x="773888" y="31361"/>
                  </a:lnTo>
                  <a:lnTo>
                    <a:pt x="715542" y="40589"/>
                  </a:lnTo>
                  <a:lnTo>
                    <a:pt x="658791" y="50900"/>
                  </a:lnTo>
                  <a:lnTo>
                    <a:pt x="603729" y="62258"/>
                  </a:lnTo>
                  <a:lnTo>
                    <a:pt x="550449" y="74628"/>
                  </a:lnTo>
                  <a:lnTo>
                    <a:pt x="499042" y="87977"/>
                  </a:lnTo>
                  <a:lnTo>
                    <a:pt x="449603" y="102268"/>
                  </a:lnTo>
                  <a:lnTo>
                    <a:pt x="402224" y="117468"/>
                  </a:lnTo>
                  <a:lnTo>
                    <a:pt x="356996" y="133540"/>
                  </a:lnTo>
                  <a:lnTo>
                    <a:pt x="314015" y="150451"/>
                  </a:lnTo>
                  <a:lnTo>
                    <a:pt x="273371" y="168164"/>
                  </a:lnTo>
                  <a:lnTo>
                    <a:pt x="235159" y="186647"/>
                  </a:lnTo>
                  <a:lnTo>
                    <a:pt x="199470" y="205863"/>
                  </a:lnTo>
                  <a:lnTo>
                    <a:pt x="166398" y="225777"/>
                  </a:lnTo>
                  <a:lnTo>
                    <a:pt x="108474" y="267563"/>
                  </a:lnTo>
                  <a:lnTo>
                    <a:pt x="62130" y="311725"/>
                  </a:lnTo>
                  <a:lnTo>
                    <a:pt x="28108" y="357983"/>
                  </a:lnTo>
                  <a:lnTo>
                    <a:pt x="7150" y="406060"/>
                  </a:lnTo>
                  <a:lnTo>
                    <a:pt x="0" y="455675"/>
                  </a:lnTo>
                  <a:lnTo>
                    <a:pt x="1803" y="480658"/>
                  </a:lnTo>
                  <a:lnTo>
                    <a:pt x="15950" y="529539"/>
                  </a:lnTo>
                  <a:lnTo>
                    <a:pt x="43532" y="576742"/>
                  </a:lnTo>
                  <a:lnTo>
                    <a:pt x="83808" y="621987"/>
                  </a:lnTo>
                  <a:lnTo>
                    <a:pt x="136035" y="664995"/>
                  </a:lnTo>
                  <a:lnTo>
                    <a:pt x="199470" y="705488"/>
                  </a:lnTo>
                  <a:lnTo>
                    <a:pt x="235159" y="724704"/>
                  </a:lnTo>
                  <a:lnTo>
                    <a:pt x="273371" y="743186"/>
                  </a:lnTo>
                  <a:lnTo>
                    <a:pt x="314015" y="760900"/>
                  </a:lnTo>
                  <a:lnTo>
                    <a:pt x="356996" y="777811"/>
                  </a:lnTo>
                  <a:lnTo>
                    <a:pt x="402224" y="793883"/>
                  </a:lnTo>
                  <a:lnTo>
                    <a:pt x="449603" y="809083"/>
                  </a:lnTo>
                  <a:lnTo>
                    <a:pt x="499042" y="823374"/>
                  </a:lnTo>
                  <a:lnTo>
                    <a:pt x="550449" y="836722"/>
                  </a:lnTo>
                  <a:lnTo>
                    <a:pt x="603729" y="849093"/>
                  </a:lnTo>
                  <a:lnTo>
                    <a:pt x="658791" y="860451"/>
                  </a:lnTo>
                  <a:lnTo>
                    <a:pt x="715542" y="870762"/>
                  </a:lnTo>
                  <a:lnTo>
                    <a:pt x="773888" y="879990"/>
                  </a:lnTo>
                  <a:lnTo>
                    <a:pt x="833737" y="888101"/>
                  </a:lnTo>
                  <a:lnTo>
                    <a:pt x="894997" y="895060"/>
                  </a:lnTo>
                  <a:lnTo>
                    <a:pt x="957574" y="900832"/>
                  </a:lnTo>
                  <a:lnTo>
                    <a:pt x="1021375" y="905382"/>
                  </a:lnTo>
                  <a:lnTo>
                    <a:pt x="1086308" y="908675"/>
                  </a:lnTo>
                  <a:lnTo>
                    <a:pt x="1152281" y="910677"/>
                  </a:lnTo>
                  <a:lnTo>
                    <a:pt x="1219199" y="911351"/>
                  </a:lnTo>
                  <a:lnTo>
                    <a:pt x="1286118" y="910677"/>
                  </a:lnTo>
                  <a:lnTo>
                    <a:pt x="1352090" y="908675"/>
                  </a:lnTo>
                  <a:lnTo>
                    <a:pt x="1417024" y="905382"/>
                  </a:lnTo>
                  <a:lnTo>
                    <a:pt x="1480825" y="900832"/>
                  </a:lnTo>
                  <a:lnTo>
                    <a:pt x="1543402" y="895060"/>
                  </a:lnTo>
                  <a:lnTo>
                    <a:pt x="1604662" y="888101"/>
                  </a:lnTo>
                  <a:lnTo>
                    <a:pt x="1664511" y="879990"/>
                  </a:lnTo>
                  <a:lnTo>
                    <a:pt x="1722857" y="870762"/>
                  </a:lnTo>
                  <a:lnTo>
                    <a:pt x="1779608" y="860451"/>
                  </a:lnTo>
                  <a:lnTo>
                    <a:pt x="1834670" y="849093"/>
                  </a:lnTo>
                  <a:lnTo>
                    <a:pt x="1887950" y="836722"/>
                  </a:lnTo>
                  <a:lnTo>
                    <a:pt x="1939357" y="823374"/>
                  </a:lnTo>
                  <a:lnTo>
                    <a:pt x="1988796" y="809083"/>
                  </a:lnTo>
                  <a:lnTo>
                    <a:pt x="2036175" y="793883"/>
                  </a:lnTo>
                  <a:lnTo>
                    <a:pt x="2081402" y="777811"/>
                  </a:lnTo>
                  <a:lnTo>
                    <a:pt x="2124384" y="760900"/>
                  </a:lnTo>
                  <a:lnTo>
                    <a:pt x="2165028" y="743186"/>
                  </a:lnTo>
                  <a:lnTo>
                    <a:pt x="2203240" y="724704"/>
                  </a:lnTo>
                  <a:lnTo>
                    <a:pt x="2238929" y="705488"/>
                  </a:lnTo>
                  <a:lnTo>
                    <a:pt x="2272001" y="685574"/>
                  </a:lnTo>
                  <a:lnTo>
                    <a:pt x="2329925" y="643788"/>
                  </a:lnTo>
                  <a:lnTo>
                    <a:pt x="2376269" y="599626"/>
                  </a:lnTo>
                  <a:lnTo>
                    <a:pt x="2410291" y="553368"/>
                  </a:lnTo>
                  <a:lnTo>
                    <a:pt x="2431249" y="505291"/>
                  </a:lnTo>
                  <a:lnTo>
                    <a:pt x="2438399" y="455675"/>
                  </a:lnTo>
                  <a:lnTo>
                    <a:pt x="2436596" y="430693"/>
                  </a:lnTo>
                  <a:lnTo>
                    <a:pt x="2422449" y="381812"/>
                  </a:lnTo>
                  <a:lnTo>
                    <a:pt x="2394867" y="334609"/>
                  </a:lnTo>
                  <a:lnTo>
                    <a:pt x="2354591" y="289364"/>
                  </a:lnTo>
                  <a:lnTo>
                    <a:pt x="2302364" y="246356"/>
                  </a:lnTo>
                  <a:lnTo>
                    <a:pt x="2238929" y="205863"/>
                  </a:lnTo>
                  <a:lnTo>
                    <a:pt x="2203240" y="186647"/>
                  </a:lnTo>
                  <a:lnTo>
                    <a:pt x="2165028" y="168164"/>
                  </a:lnTo>
                  <a:lnTo>
                    <a:pt x="2124384" y="150451"/>
                  </a:lnTo>
                  <a:lnTo>
                    <a:pt x="2081402" y="133540"/>
                  </a:lnTo>
                  <a:lnTo>
                    <a:pt x="2036175" y="117468"/>
                  </a:lnTo>
                  <a:lnTo>
                    <a:pt x="1988796" y="102268"/>
                  </a:lnTo>
                  <a:lnTo>
                    <a:pt x="1939357" y="87977"/>
                  </a:lnTo>
                  <a:lnTo>
                    <a:pt x="1887950" y="74628"/>
                  </a:lnTo>
                  <a:lnTo>
                    <a:pt x="1834670" y="62258"/>
                  </a:lnTo>
                  <a:lnTo>
                    <a:pt x="1779608" y="50900"/>
                  </a:lnTo>
                  <a:lnTo>
                    <a:pt x="1722857" y="40589"/>
                  </a:lnTo>
                  <a:lnTo>
                    <a:pt x="1664511" y="31361"/>
                  </a:lnTo>
                  <a:lnTo>
                    <a:pt x="1604662" y="23250"/>
                  </a:lnTo>
                  <a:lnTo>
                    <a:pt x="1543402" y="16291"/>
                  </a:lnTo>
                  <a:lnTo>
                    <a:pt x="1480825" y="10519"/>
                  </a:lnTo>
                  <a:lnTo>
                    <a:pt x="1417024" y="5969"/>
                  </a:lnTo>
                  <a:lnTo>
                    <a:pt x="1352090" y="2676"/>
                  </a:lnTo>
                  <a:lnTo>
                    <a:pt x="1286118" y="674"/>
                  </a:lnTo>
                  <a:lnTo>
                    <a:pt x="1219199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648697" y="3285234"/>
            <a:ext cx="1278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Telefone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662421" y="3919728"/>
            <a:ext cx="7764780" cy="2967990"/>
            <a:chOff x="782821" y="3919728"/>
            <a:chExt cx="7764780" cy="2967990"/>
          </a:xfrm>
        </p:grpSpPr>
        <p:sp>
          <p:nvSpPr>
            <p:cNvPr id="15" name="object 15"/>
            <p:cNvSpPr/>
            <p:nvPr/>
          </p:nvSpPr>
          <p:spPr>
            <a:xfrm>
              <a:off x="7447787" y="3919728"/>
              <a:ext cx="228600" cy="1478280"/>
            </a:xfrm>
            <a:custGeom>
              <a:avLst/>
              <a:gdLst/>
              <a:ahLst/>
              <a:cxnLst/>
              <a:rect l="l" t="t" r="r" b="b"/>
              <a:pathLst>
                <a:path w="228600" h="1478279">
                  <a:moveTo>
                    <a:pt x="228600" y="1254252"/>
                  </a:moveTo>
                  <a:lnTo>
                    <a:pt x="111252" y="1325880"/>
                  </a:lnTo>
                  <a:lnTo>
                    <a:pt x="0" y="1245108"/>
                  </a:lnTo>
                  <a:lnTo>
                    <a:pt x="73152" y="1409700"/>
                  </a:lnTo>
                  <a:lnTo>
                    <a:pt x="73152" y="1325880"/>
                  </a:lnTo>
                  <a:lnTo>
                    <a:pt x="76104" y="1340834"/>
                  </a:lnTo>
                  <a:lnTo>
                    <a:pt x="84201" y="1352931"/>
                  </a:lnTo>
                  <a:lnTo>
                    <a:pt x="96297" y="1361027"/>
                  </a:lnTo>
                  <a:lnTo>
                    <a:pt x="111252" y="1363980"/>
                  </a:lnTo>
                  <a:lnTo>
                    <a:pt x="124968" y="1361150"/>
                  </a:lnTo>
                  <a:lnTo>
                    <a:pt x="125563" y="1361027"/>
                  </a:lnTo>
                  <a:lnTo>
                    <a:pt x="137731" y="1352931"/>
                  </a:lnTo>
                  <a:lnTo>
                    <a:pt x="146184" y="1340834"/>
                  </a:lnTo>
                  <a:lnTo>
                    <a:pt x="149352" y="1325880"/>
                  </a:lnTo>
                  <a:lnTo>
                    <a:pt x="149352" y="1396318"/>
                  </a:lnTo>
                  <a:lnTo>
                    <a:pt x="228600" y="1254252"/>
                  </a:lnTo>
                  <a:close/>
                </a:path>
                <a:path w="228600" h="1478279">
                  <a:moveTo>
                    <a:pt x="77724" y="1248156"/>
                  </a:moveTo>
                  <a:lnTo>
                    <a:pt x="74676" y="1257300"/>
                  </a:lnTo>
                  <a:lnTo>
                    <a:pt x="73152" y="1260348"/>
                  </a:lnTo>
                  <a:lnTo>
                    <a:pt x="73152" y="1298218"/>
                  </a:lnTo>
                  <a:lnTo>
                    <a:pt x="76104" y="1300362"/>
                  </a:lnTo>
                  <a:lnTo>
                    <a:pt x="76104" y="1261110"/>
                  </a:lnTo>
                  <a:lnTo>
                    <a:pt x="77724" y="1248156"/>
                  </a:lnTo>
                  <a:close/>
                </a:path>
                <a:path w="228600" h="1478279">
                  <a:moveTo>
                    <a:pt x="149352" y="1396318"/>
                  </a:moveTo>
                  <a:lnTo>
                    <a:pt x="149352" y="1325880"/>
                  </a:lnTo>
                  <a:lnTo>
                    <a:pt x="146184" y="1340834"/>
                  </a:lnTo>
                  <a:lnTo>
                    <a:pt x="137731" y="1352931"/>
                  </a:lnTo>
                  <a:lnTo>
                    <a:pt x="125563" y="1361027"/>
                  </a:lnTo>
                  <a:lnTo>
                    <a:pt x="111252" y="1363980"/>
                  </a:lnTo>
                  <a:lnTo>
                    <a:pt x="96297" y="1361027"/>
                  </a:lnTo>
                  <a:lnTo>
                    <a:pt x="84201" y="1352931"/>
                  </a:lnTo>
                  <a:lnTo>
                    <a:pt x="76104" y="1340834"/>
                  </a:lnTo>
                  <a:lnTo>
                    <a:pt x="73152" y="1325880"/>
                  </a:lnTo>
                  <a:lnTo>
                    <a:pt x="73152" y="1409700"/>
                  </a:lnTo>
                  <a:lnTo>
                    <a:pt x="103632" y="1478280"/>
                  </a:lnTo>
                  <a:lnTo>
                    <a:pt x="149352" y="1396318"/>
                  </a:lnTo>
                  <a:close/>
                </a:path>
                <a:path w="228600" h="1478279">
                  <a:moveTo>
                    <a:pt x="80772" y="1179576"/>
                  </a:moveTo>
                  <a:lnTo>
                    <a:pt x="77724" y="1190244"/>
                  </a:lnTo>
                  <a:lnTo>
                    <a:pt x="76104" y="1193482"/>
                  </a:lnTo>
                  <a:lnTo>
                    <a:pt x="76104" y="1253013"/>
                  </a:lnTo>
                  <a:lnTo>
                    <a:pt x="77724" y="1248156"/>
                  </a:lnTo>
                  <a:lnTo>
                    <a:pt x="77724" y="1301537"/>
                  </a:lnTo>
                  <a:lnTo>
                    <a:pt x="79248" y="1302644"/>
                  </a:lnTo>
                  <a:lnTo>
                    <a:pt x="79248" y="1190244"/>
                  </a:lnTo>
                  <a:lnTo>
                    <a:pt x="80772" y="1179576"/>
                  </a:lnTo>
                  <a:close/>
                </a:path>
                <a:path w="228600" h="1478279">
                  <a:moveTo>
                    <a:pt x="77724" y="1301537"/>
                  </a:moveTo>
                  <a:lnTo>
                    <a:pt x="77724" y="1248156"/>
                  </a:lnTo>
                  <a:lnTo>
                    <a:pt x="76104" y="1261110"/>
                  </a:lnTo>
                  <a:lnTo>
                    <a:pt x="76104" y="1300362"/>
                  </a:lnTo>
                  <a:lnTo>
                    <a:pt x="77724" y="1301537"/>
                  </a:lnTo>
                  <a:close/>
                </a:path>
                <a:path w="228600" h="1478279">
                  <a:moveTo>
                    <a:pt x="83820" y="1104900"/>
                  </a:moveTo>
                  <a:lnTo>
                    <a:pt x="80772" y="1117092"/>
                  </a:lnTo>
                  <a:lnTo>
                    <a:pt x="79248" y="1120140"/>
                  </a:lnTo>
                  <a:lnTo>
                    <a:pt x="79248" y="1184910"/>
                  </a:lnTo>
                  <a:lnTo>
                    <a:pt x="80772" y="1179576"/>
                  </a:lnTo>
                  <a:lnTo>
                    <a:pt x="80772" y="1303750"/>
                  </a:lnTo>
                  <a:lnTo>
                    <a:pt x="82296" y="1304857"/>
                  </a:lnTo>
                  <a:lnTo>
                    <a:pt x="82296" y="1115568"/>
                  </a:lnTo>
                  <a:lnTo>
                    <a:pt x="83820" y="1104900"/>
                  </a:lnTo>
                  <a:close/>
                </a:path>
                <a:path w="228600" h="1478279">
                  <a:moveTo>
                    <a:pt x="80772" y="1303750"/>
                  </a:moveTo>
                  <a:lnTo>
                    <a:pt x="80772" y="1179576"/>
                  </a:lnTo>
                  <a:lnTo>
                    <a:pt x="79248" y="1190244"/>
                  </a:lnTo>
                  <a:lnTo>
                    <a:pt x="79248" y="1302644"/>
                  </a:lnTo>
                  <a:lnTo>
                    <a:pt x="80772" y="1303750"/>
                  </a:lnTo>
                  <a:close/>
                </a:path>
                <a:path w="228600" h="1478279">
                  <a:moveTo>
                    <a:pt x="86868" y="1036320"/>
                  </a:moveTo>
                  <a:lnTo>
                    <a:pt x="83820" y="1048512"/>
                  </a:lnTo>
                  <a:lnTo>
                    <a:pt x="82296" y="1051560"/>
                  </a:lnTo>
                  <a:lnTo>
                    <a:pt x="82296" y="1110996"/>
                  </a:lnTo>
                  <a:lnTo>
                    <a:pt x="83820" y="1104900"/>
                  </a:lnTo>
                  <a:lnTo>
                    <a:pt x="83820" y="1305963"/>
                  </a:lnTo>
                  <a:lnTo>
                    <a:pt x="85344" y="1307070"/>
                  </a:lnTo>
                  <a:lnTo>
                    <a:pt x="85344" y="1046988"/>
                  </a:lnTo>
                  <a:lnTo>
                    <a:pt x="86868" y="1036320"/>
                  </a:lnTo>
                  <a:close/>
                </a:path>
                <a:path w="228600" h="1478279">
                  <a:moveTo>
                    <a:pt x="83820" y="1305963"/>
                  </a:moveTo>
                  <a:lnTo>
                    <a:pt x="83820" y="1104900"/>
                  </a:lnTo>
                  <a:lnTo>
                    <a:pt x="82296" y="1115568"/>
                  </a:lnTo>
                  <a:lnTo>
                    <a:pt x="82296" y="1304857"/>
                  </a:lnTo>
                  <a:lnTo>
                    <a:pt x="83820" y="1305963"/>
                  </a:lnTo>
                  <a:close/>
                </a:path>
                <a:path w="228600" h="1478279">
                  <a:moveTo>
                    <a:pt x="86868" y="1036320"/>
                  </a:moveTo>
                  <a:lnTo>
                    <a:pt x="86868" y="981456"/>
                  </a:lnTo>
                  <a:lnTo>
                    <a:pt x="85344" y="984504"/>
                  </a:lnTo>
                  <a:lnTo>
                    <a:pt x="85344" y="1042416"/>
                  </a:lnTo>
                  <a:lnTo>
                    <a:pt x="86868" y="1036320"/>
                  </a:lnTo>
                  <a:close/>
                </a:path>
                <a:path w="228600" h="1478279">
                  <a:moveTo>
                    <a:pt x="89916" y="966216"/>
                  </a:moveTo>
                  <a:lnTo>
                    <a:pt x="86868" y="978408"/>
                  </a:lnTo>
                  <a:lnTo>
                    <a:pt x="86868" y="1036320"/>
                  </a:lnTo>
                  <a:lnTo>
                    <a:pt x="85344" y="1046988"/>
                  </a:lnTo>
                  <a:lnTo>
                    <a:pt x="85344" y="1307070"/>
                  </a:lnTo>
                  <a:lnTo>
                    <a:pt x="88392" y="1309283"/>
                  </a:lnTo>
                  <a:lnTo>
                    <a:pt x="88392" y="975360"/>
                  </a:lnTo>
                  <a:lnTo>
                    <a:pt x="89916" y="966216"/>
                  </a:lnTo>
                  <a:close/>
                </a:path>
                <a:path w="228600" h="1478279">
                  <a:moveTo>
                    <a:pt x="89916" y="966216"/>
                  </a:moveTo>
                  <a:lnTo>
                    <a:pt x="89916" y="906780"/>
                  </a:lnTo>
                  <a:lnTo>
                    <a:pt x="88392" y="909828"/>
                  </a:lnTo>
                  <a:lnTo>
                    <a:pt x="88392" y="972312"/>
                  </a:lnTo>
                  <a:lnTo>
                    <a:pt x="89916" y="966216"/>
                  </a:lnTo>
                  <a:close/>
                </a:path>
                <a:path w="228600" h="1478279">
                  <a:moveTo>
                    <a:pt x="94488" y="891540"/>
                  </a:moveTo>
                  <a:lnTo>
                    <a:pt x="89916" y="903732"/>
                  </a:lnTo>
                  <a:lnTo>
                    <a:pt x="89916" y="966216"/>
                  </a:lnTo>
                  <a:lnTo>
                    <a:pt x="88392" y="975360"/>
                  </a:lnTo>
                  <a:lnTo>
                    <a:pt x="88392" y="1309283"/>
                  </a:lnTo>
                  <a:lnTo>
                    <a:pt x="92964" y="1312602"/>
                  </a:lnTo>
                  <a:lnTo>
                    <a:pt x="92964" y="902208"/>
                  </a:lnTo>
                  <a:lnTo>
                    <a:pt x="94488" y="891540"/>
                  </a:lnTo>
                  <a:close/>
                </a:path>
                <a:path w="228600" h="1478279">
                  <a:moveTo>
                    <a:pt x="97536" y="816864"/>
                  </a:moveTo>
                  <a:lnTo>
                    <a:pt x="92964" y="830580"/>
                  </a:lnTo>
                  <a:lnTo>
                    <a:pt x="92964" y="895604"/>
                  </a:lnTo>
                  <a:lnTo>
                    <a:pt x="94488" y="891540"/>
                  </a:lnTo>
                  <a:lnTo>
                    <a:pt x="94488" y="1313708"/>
                  </a:lnTo>
                  <a:lnTo>
                    <a:pt x="96012" y="1314815"/>
                  </a:lnTo>
                  <a:lnTo>
                    <a:pt x="96012" y="827532"/>
                  </a:lnTo>
                  <a:lnTo>
                    <a:pt x="97536" y="816864"/>
                  </a:lnTo>
                  <a:close/>
                </a:path>
                <a:path w="228600" h="1478279">
                  <a:moveTo>
                    <a:pt x="94488" y="1313708"/>
                  </a:moveTo>
                  <a:lnTo>
                    <a:pt x="94488" y="891540"/>
                  </a:lnTo>
                  <a:lnTo>
                    <a:pt x="92964" y="902208"/>
                  </a:lnTo>
                  <a:lnTo>
                    <a:pt x="92964" y="1312602"/>
                  </a:lnTo>
                  <a:lnTo>
                    <a:pt x="94488" y="1313708"/>
                  </a:lnTo>
                  <a:close/>
                </a:path>
                <a:path w="228600" h="1478279">
                  <a:moveTo>
                    <a:pt x="100584" y="740664"/>
                  </a:moveTo>
                  <a:lnTo>
                    <a:pt x="97536" y="752856"/>
                  </a:lnTo>
                  <a:lnTo>
                    <a:pt x="96012" y="757428"/>
                  </a:lnTo>
                  <a:lnTo>
                    <a:pt x="96012" y="821436"/>
                  </a:lnTo>
                  <a:lnTo>
                    <a:pt x="97536" y="816864"/>
                  </a:lnTo>
                  <a:lnTo>
                    <a:pt x="97536" y="1315921"/>
                  </a:lnTo>
                  <a:lnTo>
                    <a:pt x="99060" y="1317028"/>
                  </a:lnTo>
                  <a:lnTo>
                    <a:pt x="99060" y="749808"/>
                  </a:lnTo>
                  <a:lnTo>
                    <a:pt x="100584" y="740664"/>
                  </a:lnTo>
                  <a:close/>
                </a:path>
                <a:path w="228600" h="1478279">
                  <a:moveTo>
                    <a:pt x="97536" y="1315921"/>
                  </a:moveTo>
                  <a:lnTo>
                    <a:pt x="97536" y="816864"/>
                  </a:lnTo>
                  <a:lnTo>
                    <a:pt x="96012" y="827532"/>
                  </a:lnTo>
                  <a:lnTo>
                    <a:pt x="96012" y="1314815"/>
                  </a:lnTo>
                  <a:lnTo>
                    <a:pt x="97536" y="1315921"/>
                  </a:lnTo>
                  <a:close/>
                </a:path>
                <a:path w="228600" h="1478279">
                  <a:moveTo>
                    <a:pt x="103632" y="678180"/>
                  </a:moveTo>
                  <a:lnTo>
                    <a:pt x="100584" y="690372"/>
                  </a:lnTo>
                  <a:lnTo>
                    <a:pt x="99060" y="693420"/>
                  </a:lnTo>
                  <a:lnTo>
                    <a:pt x="99060" y="746760"/>
                  </a:lnTo>
                  <a:lnTo>
                    <a:pt x="100584" y="740664"/>
                  </a:lnTo>
                  <a:lnTo>
                    <a:pt x="100584" y="1318134"/>
                  </a:lnTo>
                  <a:lnTo>
                    <a:pt x="102108" y="1319241"/>
                  </a:lnTo>
                  <a:lnTo>
                    <a:pt x="102108" y="687324"/>
                  </a:lnTo>
                  <a:lnTo>
                    <a:pt x="103632" y="678180"/>
                  </a:lnTo>
                  <a:close/>
                </a:path>
                <a:path w="228600" h="1478279">
                  <a:moveTo>
                    <a:pt x="100584" y="1318134"/>
                  </a:moveTo>
                  <a:lnTo>
                    <a:pt x="100584" y="740664"/>
                  </a:lnTo>
                  <a:lnTo>
                    <a:pt x="99060" y="749808"/>
                  </a:lnTo>
                  <a:lnTo>
                    <a:pt x="99060" y="1317028"/>
                  </a:lnTo>
                  <a:lnTo>
                    <a:pt x="100584" y="1318134"/>
                  </a:lnTo>
                  <a:close/>
                </a:path>
                <a:path w="228600" h="1478279">
                  <a:moveTo>
                    <a:pt x="106680" y="603504"/>
                  </a:moveTo>
                  <a:lnTo>
                    <a:pt x="103632" y="615696"/>
                  </a:lnTo>
                  <a:lnTo>
                    <a:pt x="102108" y="618744"/>
                  </a:lnTo>
                  <a:lnTo>
                    <a:pt x="102108" y="684276"/>
                  </a:lnTo>
                  <a:lnTo>
                    <a:pt x="103632" y="678180"/>
                  </a:lnTo>
                  <a:lnTo>
                    <a:pt x="103632" y="1320347"/>
                  </a:lnTo>
                  <a:lnTo>
                    <a:pt x="105156" y="1321454"/>
                  </a:lnTo>
                  <a:lnTo>
                    <a:pt x="105156" y="612648"/>
                  </a:lnTo>
                  <a:lnTo>
                    <a:pt x="106680" y="603504"/>
                  </a:lnTo>
                  <a:close/>
                </a:path>
                <a:path w="228600" h="1478279">
                  <a:moveTo>
                    <a:pt x="103632" y="1320347"/>
                  </a:moveTo>
                  <a:lnTo>
                    <a:pt x="103632" y="678180"/>
                  </a:lnTo>
                  <a:lnTo>
                    <a:pt x="102108" y="687324"/>
                  </a:lnTo>
                  <a:lnTo>
                    <a:pt x="102108" y="1319241"/>
                  </a:lnTo>
                  <a:lnTo>
                    <a:pt x="103632" y="1320347"/>
                  </a:lnTo>
                  <a:close/>
                </a:path>
                <a:path w="228600" h="1478279">
                  <a:moveTo>
                    <a:pt x="106680" y="603504"/>
                  </a:moveTo>
                  <a:lnTo>
                    <a:pt x="106680" y="544068"/>
                  </a:lnTo>
                  <a:lnTo>
                    <a:pt x="105156" y="547116"/>
                  </a:lnTo>
                  <a:lnTo>
                    <a:pt x="105156" y="609600"/>
                  </a:lnTo>
                  <a:lnTo>
                    <a:pt x="106680" y="603504"/>
                  </a:lnTo>
                  <a:close/>
                </a:path>
                <a:path w="228600" h="1478279">
                  <a:moveTo>
                    <a:pt x="111252" y="528828"/>
                  </a:moveTo>
                  <a:lnTo>
                    <a:pt x="106680" y="541020"/>
                  </a:lnTo>
                  <a:lnTo>
                    <a:pt x="106680" y="603504"/>
                  </a:lnTo>
                  <a:lnTo>
                    <a:pt x="105156" y="612648"/>
                  </a:lnTo>
                  <a:lnTo>
                    <a:pt x="105156" y="1321454"/>
                  </a:lnTo>
                  <a:lnTo>
                    <a:pt x="109728" y="1324773"/>
                  </a:lnTo>
                  <a:lnTo>
                    <a:pt x="109728" y="539496"/>
                  </a:lnTo>
                  <a:lnTo>
                    <a:pt x="111252" y="528828"/>
                  </a:lnTo>
                  <a:close/>
                </a:path>
                <a:path w="228600" h="1478279">
                  <a:moveTo>
                    <a:pt x="114300" y="457200"/>
                  </a:moveTo>
                  <a:lnTo>
                    <a:pt x="111252" y="469392"/>
                  </a:lnTo>
                  <a:lnTo>
                    <a:pt x="109728" y="472440"/>
                  </a:lnTo>
                  <a:lnTo>
                    <a:pt x="109728" y="532892"/>
                  </a:lnTo>
                  <a:lnTo>
                    <a:pt x="111252" y="528828"/>
                  </a:lnTo>
                  <a:lnTo>
                    <a:pt x="111252" y="1325880"/>
                  </a:lnTo>
                  <a:lnTo>
                    <a:pt x="112776" y="1324949"/>
                  </a:lnTo>
                  <a:lnTo>
                    <a:pt x="112776" y="467868"/>
                  </a:lnTo>
                  <a:lnTo>
                    <a:pt x="114300" y="457200"/>
                  </a:lnTo>
                  <a:close/>
                </a:path>
                <a:path w="228600" h="1478279">
                  <a:moveTo>
                    <a:pt x="111252" y="1325880"/>
                  </a:moveTo>
                  <a:lnTo>
                    <a:pt x="111252" y="528828"/>
                  </a:lnTo>
                  <a:lnTo>
                    <a:pt x="109728" y="539496"/>
                  </a:lnTo>
                  <a:lnTo>
                    <a:pt x="109728" y="1324773"/>
                  </a:lnTo>
                  <a:lnTo>
                    <a:pt x="111252" y="1325880"/>
                  </a:lnTo>
                  <a:close/>
                </a:path>
                <a:path w="228600" h="1478279">
                  <a:moveTo>
                    <a:pt x="117348" y="387096"/>
                  </a:moveTo>
                  <a:lnTo>
                    <a:pt x="114300" y="397764"/>
                  </a:lnTo>
                  <a:lnTo>
                    <a:pt x="112776" y="402336"/>
                  </a:lnTo>
                  <a:lnTo>
                    <a:pt x="112776" y="463296"/>
                  </a:lnTo>
                  <a:lnTo>
                    <a:pt x="114300" y="457200"/>
                  </a:lnTo>
                  <a:lnTo>
                    <a:pt x="114300" y="1324019"/>
                  </a:lnTo>
                  <a:lnTo>
                    <a:pt x="115824" y="1323089"/>
                  </a:lnTo>
                  <a:lnTo>
                    <a:pt x="115824" y="399288"/>
                  </a:lnTo>
                  <a:lnTo>
                    <a:pt x="117348" y="387096"/>
                  </a:lnTo>
                  <a:close/>
                </a:path>
                <a:path w="228600" h="1478279">
                  <a:moveTo>
                    <a:pt x="114300" y="1324019"/>
                  </a:moveTo>
                  <a:lnTo>
                    <a:pt x="114300" y="457200"/>
                  </a:lnTo>
                  <a:lnTo>
                    <a:pt x="112776" y="467868"/>
                  </a:lnTo>
                  <a:lnTo>
                    <a:pt x="112776" y="1324949"/>
                  </a:lnTo>
                  <a:lnTo>
                    <a:pt x="114300" y="1324019"/>
                  </a:lnTo>
                  <a:close/>
                </a:path>
                <a:path w="228600" h="1478279">
                  <a:moveTo>
                    <a:pt x="120396" y="312420"/>
                  </a:moveTo>
                  <a:lnTo>
                    <a:pt x="117348" y="323088"/>
                  </a:lnTo>
                  <a:lnTo>
                    <a:pt x="115824" y="326136"/>
                  </a:lnTo>
                  <a:lnTo>
                    <a:pt x="115824" y="392430"/>
                  </a:lnTo>
                  <a:lnTo>
                    <a:pt x="117348" y="387096"/>
                  </a:lnTo>
                  <a:lnTo>
                    <a:pt x="117348" y="1322159"/>
                  </a:lnTo>
                  <a:lnTo>
                    <a:pt x="118872" y="1321228"/>
                  </a:lnTo>
                  <a:lnTo>
                    <a:pt x="118872" y="324612"/>
                  </a:lnTo>
                  <a:lnTo>
                    <a:pt x="120396" y="312420"/>
                  </a:lnTo>
                  <a:close/>
                </a:path>
                <a:path w="228600" h="1478279">
                  <a:moveTo>
                    <a:pt x="117348" y="1322159"/>
                  </a:moveTo>
                  <a:lnTo>
                    <a:pt x="117348" y="387096"/>
                  </a:lnTo>
                  <a:lnTo>
                    <a:pt x="115824" y="399288"/>
                  </a:lnTo>
                  <a:lnTo>
                    <a:pt x="115824" y="1323089"/>
                  </a:lnTo>
                  <a:lnTo>
                    <a:pt x="117348" y="1322159"/>
                  </a:lnTo>
                  <a:close/>
                </a:path>
                <a:path w="228600" h="1478279">
                  <a:moveTo>
                    <a:pt x="124968" y="242316"/>
                  </a:moveTo>
                  <a:lnTo>
                    <a:pt x="118872" y="260604"/>
                  </a:lnTo>
                  <a:lnTo>
                    <a:pt x="118872" y="317754"/>
                  </a:lnTo>
                  <a:lnTo>
                    <a:pt x="120396" y="312420"/>
                  </a:lnTo>
                  <a:lnTo>
                    <a:pt x="120396" y="1320298"/>
                  </a:lnTo>
                  <a:lnTo>
                    <a:pt x="121920" y="1319368"/>
                  </a:lnTo>
                  <a:lnTo>
                    <a:pt x="121920" y="256032"/>
                  </a:lnTo>
                  <a:lnTo>
                    <a:pt x="124968" y="242316"/>
                  </a:lnTo>
                  <a:close/>
                </a:path>
                <a:path w="228600" h="1478279">
                  <a:moveTo>
                    <a:pt x="120396" y="1320298"/>
                  </a:moveTo>
                  <a:lnTo>
                    <a:pt x="120396" y="312420"/>
                  </a:lnTo>
                  <a:lnTo>
                    <a:pt x="118872" y="324612"/>
                  </a:lnTo>
                  <a:lnTo>
                    <a:pt x="118872" y="1321228"/>
                  </a:lnTo>
                  <a:lnTo>
                    <a:pt x="120396" y="1320298"/>
                  </a:lnTo>
                  <a:close/>
                </a:path>
                <a:path w="228600" h="1478279">
                  <a:moveTo>
                    <a:pt x="128016" y="172212"/>
                  </a:moveTo>
                  <a:lnTo>
                    <a:pt x="124968" y="179832"/>
                  </a:lnTo>
                  <a:lnTo>
                    <a:pt x="121920" y="188976"/>
                  </a:lnTo>
                  <a:lnTo>
                    <a:pt x="121920" y="251460"/>
                  </a:lnTo>
                  <a:lnTo>
                    <a:pt x="124968" y="242316"/>
                  </a:lnTo>
                  <a:lnTo>
                    <a:pt x="124968" y="185928"/>
                  </a:lnTo>
                  <a:lnTo>
                    <a:pt x="128016" y="172212"/>
                  </a:lnTo>
                  <a:close/>
                </a:path>
                <a:path w="228600" h="1478279">
                  <a:moveTo>
                    <a:pt x="128016" y="1315647"/>
                  </a:moveTo>
                  <a:lnTo>
                    <a:pt x="128016" y="172212"/>
                  </a:lnTo>
                  <a:lnTo>
                    <a:pt x="124968" y="185928"/>
                  </a:lnTo>
                  <a:lnTo>
                    <a:pt x="124968" y="242316"/>
                  </a:lnTo>
                  <a:lnTo>
                    <a:pt x="121920" y="256032"/>
                  </a:lnTo>
                  <a:lnTo>
                    <a:pt x="121920" y="1319368"/>
                  </a:lnTo>
                  <a:lnTo>
                    <a:pt x="128016" y="1315647"/>
                  </a:lnTo>
                  <a:close/>
                </a:path>
                <a:path w="228600" h="1478279">
                  <a:moveTo>
                    <a:pt x="132588" y="97536"/>
                  </a:moveTo>
                  <a:lnTo>
                    <a:pt x="129540" y="105156"/>
                  </a:lnTo>
                  <a:lnTo>
                    <a:pt x="126492" y="109728"/>
                  </a:lnTo>
                  <a:lnTo>
                    <a:pt x="124968" y="115824"/>
                  </a:lnTo>
                  <a:lnTo>
                    <a:pt x="124968" y="179832"/>
                  </a:lnTo>
                  <a:lnTo>
                    <a:pt x="128016" y="172212"/>
                  </a:lnTo>
                  <a:lnTo>
                    <a:pt x="128016" y="1315647"/>
                  </a:lnTo>
                  <a:lnTo>
                    <a:pt x="129540" y="1314717"/>
                  </a:lnTo>
                  <a:lnTo>
                    <a:pt x="129540" y="114300"/>
                  </a:lnTo>
                  <a:lnTo>
                    <a:pt x="132588" y="97536"/>
                  </a:lnTo>
                  <a:close/>
                </a:path>
                <a:path w="228600" h="1478279">
                  <a:moveTo>
                    <a:pt x="149352" y="15240"/>
                  </a:moveTo>
                  <a:lnTo>
                    <a:pt x="129540" y="48768"/>
                  </a:lnTo>
                  <a:lnTo>
                    <a:pt x="129540" y="105156"/>
                  </a:lnTo>
                  <a:lnTo>
                    <a:pt x="132588" y="97536"/>
                  </a:lnTo>
                  <a:lnTo>
                    <a:pt x="132588" y="38100"/>
                  </a:lnTo>
                  <a:lnTo>
                    <a:pt x="133736" y="32281"/>
                  </a:lnTo>
                  <a:lnTo>
                    <a:pt x="133736" y="45050"/>
                  </a:lnTo>
                  <a:lnTo>
                    <a:pt x="149352" y="15240"/>
                  </a:lnTo>
                  <a:close/>
                </a:path>
                <a:path w="228600" h="1478279">
                  <a:moveTo>
                    <a:pt x="149352" y="1269492"/>
                  </a:moveTo>
                  <a:lnTo>
                    <a:pt x="149352" y="15240"/>
                  </a:lnTo>
                  <a:lnTo>
                    <a:pt x="132588" y="47244"/>
                  </a:lnTo>
                  <a:lnTo>
                    <a:pt x="132588" y="97536"/>
                  </a:lnTo>
                  <a:lnTo>
                    <a:pt x="129540" y="114300"/>
                  </a:lnTo>
                  <a:lnTo>
                    <a:pt x="129540" y="1314717"/>
                  </a:lnTo>
                  <a:lnTo>
                    <a:pt x="146184" y="1304557"/>
                  </a:lnTo>
                  <a:lnTo>
                    <a:pt x="146184" y="1283743"/>
                  </a:lnTo>
                  <a:lnTo>
                    <a:pt x="149352" y="1269492"/>
                  </a:lnTo>
                  <a:close/>
                </a:path>
                <a:path w="228600" h="1478279">
                  <a:moveTo>
                    <a:pt x="205740" y="48768"/>
                  </a:moveTo>
                  <a:lnTo>
                    <a:pt x="205740" y="23003"/>
                  </a:lnTo>
                  <a:lnTo>
                    <a:pt x="197739" y="11049"/>
                  </a:lnTo>
                  <a:lnTo>
                    <a:pt x="185642" y="2952"/>
                  </a:lnTo>
                  <a:lnTo>
                    <a:pt x="170688" y="0"/>
                  </a:lnTo>
                  <a:lnTo>
                    <a:pt x="155733" y="2952"/>
                  </a:lnTo>
                  <a:lnTo>
                    <a:pt x="143637" y="11049"/>
                  </a:lnTo>
                  <a:lnTo>
                    <a:pt x="135540" y="23145"/>
                  </a:lnTo>
                  <a:lnTo>
                    <a:pt x="132588" y="38100"/>
                  </a:lnTo>
                  <a:lnTo>
                    <a:pt x="132588" y="47244"/>
                  </a:lnTo>
                  <a:lnTo>
                    <a:pt x="133736" y="45050"/>
                  </a:lnTo>
                  <a:lnTo>
                    <a:pt x="133736" y="31798"/>
                  </a:lnTo>
                  <a:lnTo>
                    <a:pt x="138541" y="24550"/>
                  </a:lnTo>
                  <a:lnTo>
                    <a:pt x="144780" y="18288"/>
                  </a:lnTo>
                  <a:lnTo>
                    <a:pt x="149352" y="15240"/>
                  </a:lnTo>
                  <a:lnTo>
                    <a:pt x="149352" y="1272540"/>
                  </a:lnTo>
                  <a:lnTo>
                    <a:pt x="150876" y="1269492"/>
                  </a:lnTo>
                  <a:lnTo>
                    <a:pt x="150876" y="1213104"/>
                  </a:lnTo>
                  <a:lnTo>
                    <a:pt x="152400" y="1200912"/>
                  </a:lnTo>
                  <a:lnTo>
                    <a:pt x="152400" y="1207770"/>
                  </a:lnTo>
                  <a:lnTo>
                    <a:pt x="153924" y="1202436"/>
                  </a:lnTo>
                  <a:lnTo>
                    <a:pt x="153924" y="1136904"/>
                  </a:lnTo>
                  <a:lnTo>
                    <a:pt x="155448" y="1127760"/>
                  </a:lnTo>
                  <a:lnTo>
                    <a:pt x="155448" y="1131570"/>
                  </a:lnTo>
                  <a:lnTo>
                    <a:pt x="156972" y="1126236"/>
                  </a:lnTo>
                  <a:lnTo>
                    <a:pt x="156972" y="1069848"/>
                  </a:lnTo>
                  <a:lnTo>
                    <a:pt x="158496" y="1059180"/>
                  </a:lnTo>
                  <a:lnTo>
                    <a:pt x="158496" y="1063752"/>
                  </a:lnTo>
                  <a:lnTo>
                    <a:pt x="160020" y="1057656"/>
                  </a:lnTo>
                  <a:lnTo>
                    <a:pt x="160020" y="998220"/>
                  </a:lnTo>
                  <a:lnTo>
                    <a:pt x="161544" y="987552"/>
                  </a:lnTo>
                  <a:lnTo>
                    <a:pt x="161544" y="993648"/>
                  </a:lnTo>
                  <a:lnTo>
                    <a:pt x="163068" y="989076"/>
                  </a:lnTo>
                  <a:lnTo>
                    <a:pt x="163068" y="925068"/>
                  </a:lnTo>
                  <a:lnTo>
                    <a:pt x="164592" y="914400"/>
                  </a:lnTo>
                  <a:lnTo>
                    <a:pt x="164592" y="921004"/>
                  </a:lnTo>
                  <a:lnTo>
                    <a:pt x="167640" y="912876"/>
                  </a:lnTo>
                  <a:lnTo>
                    <a:pt x="167640" y="848868"/>
                  </a:lnTo>
                  <a:lnTo>
                    <a:pt x="169164" y="839724"/>
                  </a:lnTo>
                  <a:lnTo>
                    <a:pt x="169164" y="842772"/>
                  </a:lnTo>
                  <a:lnTo>
                    <a:pt x="170688" y="836676"/>
                  </a:lnTo>
                  <a:lnTo>
                    <a:pt x="170688" y="772668"/>
                  </a:lnTo>
                  <a:lnTo>
                    <a:pt x="172212" y="763524"/>
                  </a:lnTo>
                  <a:lnTo>
                    <a:pt x="172212" y="766572"/>
                  </a:lnTo>
                  <a:lnTo>
                    <a:pt x="173736" y="760476"/>
                  </a:lnTo>
                  <a:lnTo>
                    <a:pt x="173736" y="710184"/>
                  </a:lnTo>
                  <a:lnTo>
                    <a:pt x="175260" y="701040"/>
                  </a:lnTo>
                  <a:lnTo>
                    <a:pt x="175260" y="704088"/>
                  </a:lnTo>
                  <a:lnTo>
                    <a:pt x="176784" y="697992"/>
                  </a:lnTo>
                  <a:lnTo>
                    <a:pt x="176784" y="635508"/>
                  </a:lnTo>
                  <a:lnTo>
                    <a:pt x="178308" y="624840"/>
                  </a:lnTo>
                  <a:lnTo>
                    <a:pt x="178308" y="630936"/>
                  </a:lnTo>
                  <a:lnTo>
                    <a:pt x="179832" y="626364"/>
                  </a:lnTo>
                  <a:lnTo>
                    <a:pt x="179832" y="562356"/>
                  </a:lnTo>
                  <a:lnTo>
                    <a:pt x="181356" y="551688"/>
                  </a:lnTo>
                  <a:lnTo>
                    <a:pt x="181356" y="558292"/>
                  </a:lnTo>
                  <a:lnTo>
                    <a:pt x="184404" y="550164"/>
                  </a:lnTo>
                  <a:lnTo>
                    <a:pt x="184404" y="489204"/>
                  </a:lnTo>
                  <a:lnTo>
                    <a:pt x="185928" y="480060"/>
                  </a:lnTo>
                  <a:lnTo>
                    <a:pt x="185928" y="483870"/>
                  </a:lnTo>
                  <a:lnTo>
                    <a:pt x="187452" y="478536"/>
                  </a:lnTo>
                  <a:lnTo>
                    <a:pt x="187452" y="422148"/>
                  </a:lnTo>
                  <a:lnTo>
                    <a:pt x="188976" y="409956"/>
                  </a:lnTo>
                  <a:lnTo>
                    <a:pt x="188976" y="80772"/>
                  </a:lnTo>
                  <a:lnTo>
                    <a:pt x="205740" y="48768"/>
                  </a:lnTo>
                  <a:close/>
                </a:path>
                <a:path w="228600" h="1478279">
                  <a:moveTo>
                    <a:pt x="149352" y="1272540"/>
                  </a:moveTo>
                  <a:lnTo>
                    <a:pt x="149352" y="1269492"/>
                  </a:lnTo>
                  <a:lnTo>
                    <a:pt x="146184" y="1283743"/>
                  </a:lnTo>
                  <a:lnTo>
                    <a:pt x="149352" y="1272540"/>
                  </a:lnTo>
                  <a:close/>
                </a:path>
                <a:path w="228600" h="1478279">
                  <a:moveTo>
                    <a:pt x="149352" y="1302624"/>
                  </a:moveTo>
                  <a:lnTo>
                    <a:pt x="149352" y="1272540"/>
                  </a:lnTo>
                  <a:lnTo>
                    <a:pt x="146184" y="1283624"/>
                  </a:lnTo>
                  <a:lnTo>
                    <a:pt x="146184" y="1304557"/>
                  </a:lnTo>
                  <a:lnTo>
                    <a:pt x="149352" y="1302624"/>
                  </a:lnTo>
                  <a:close/>
                </a:path>
                <a:path w="228600" h="1478279">
                  <a:moveTo>
                    <a:pt x="152400" y="1207770"/>
                  </a:moveTo>
                  <a:lnTo>
                    <a:pt x="152400" y="1200912"/>
                  </a:lnTo>
                  <a:lnTo>
                    <a:pt x="150876" y="1213104"/>
                  </a:lnTo>
                  <a:lnTo>
                    <a:pt x="152400" y="1207770"/>
                  </a:lnTo>
                  <a:close/>
                </a:path>
                <a:path w="228600" h="1478279">
                  <a:moveTo>
                    <a:pt x="152400" y="1264920"/>
                  </a:moveTo>
                  <a:lnTo>
                    <a:pt x="152400" y="1207770"/>
                  </a:lnTo>
                  <a:lnTo>
                    <a:pt x="150876" y="1213104"/>
                  </a:lnTo>
                  <a:lnTo>
                    <a:pt x="150876" y="1269492"/>
                  </a:lnTo>
                  <a:lnTo>
                    <a:pt x="152400" y="1264920"/>
                  </a:lnTo>
                  <a:close/>
                </a:path>
                <a:path w="228600" h="1478279">
                  <a:moveTo>
                    <a:pt x="155448" y="1131570"/>
                  </a:moveTo>
                  <a:lnTo>
                    <a:pt x="155448" y="1127760"/>
                  </a:lnTo>
                  <a:lnTo>
                    <a:pt x="153924" y="1136904"/>
                  </a:lnTo>
                  <a:lnTo>
                    <a:pt x="155448" y="1131570"/>
                  </a:lnTo>
                  <a:close/>
                </a:path>
                <a:path w="228600" h="1478279">
                  <a:moveTo>
                    <a:pt x="155448" y="1197864"/>
                  </a:moveTo>
                  <a:lnTo>
                    <a:pt x="155448" y="1131570"/>
                  </a:lnTo>
                  <a:lnTo>
                    <a:pt x="153924" y="1136904"/>
                  </a:lnTo>
                  <a:lnTo>
                    <a:pt x="153924" y="1202436"/>
                  </a:lnTo>
                  <a:lnTo>
                    <a:pt x="155448" y="1197864"/>
                  </a:lnTo>
                  <a:close/>
                </a:path>
                <a:path w="228600" h="1478279">
                  <a:moveTo>
                    <a:pt x="158496" y="1063752"/>
                  </a:moveTo>
                  <a:lnTo>
                    <a:pt x="158496" y="1059180"/>
                  </a:lnTo>
                  <a:lnTo>
                    <a:pt x="156972" y="1069848"/>
                  </a:lnTo>
                  <a:lnTo>
                    <a:pt x="158496" y="1063752"/>
                  </a:lnTo>
                  <a:close/>
                </a:path>
                <a:path w="228600" h="1478279">
                  <a:moveTo>
                    <a:pt x="158496" y="1123188"/>
                  </a:moveTo>
                  <a:lnTo>
                    <a:pt x="158496" y="1063752"/>
                  </a:lnTo>
                  <a:lnTo>
                    <a:pt x="156972" y="1069848"/>
                  </a:lnTo>
                  <a:lnTo>
                    <a:pt x="156972" y="1126236"/>
                  </a:lnTo>
                  <a:lnTo>
                    <a:pt x="158496" y="1123188"/>
                  </a:lnTo>
                  <a:close/>
                </a:path>
                <a:path w="228600" h="1478279">
                  <a:moveTo>
                    <a:pt x="161544" y="993648"/>
                  </a:moveTo>
                  <a:lnTo>
                    <a:pt x="161544" y="987552"/>
                  </a:lnTo>
                  <a:lnTo>
                    <a:pt x="160020" y="998220"/>
                  </a:lnTo>
                  <a:lnTo>
                    <a:pt x="161544" y="993648"/>
                  </a:lnTo>
                  <a:close/>
                </a:path>
                <a:path w="228600" h="1478279">
                  <a:moveTo>
                    <a:pt x="161544" y="1054608"/>
                  </a:moveTo>
                  <a:lnTo>
                    <a:pt x="161544" y="993648"/>
                  </a:lnTo>
                  <a:lnTo>
                    <a:pt x="160020" y="998220"/>
                  </a:lnTo>
                  <a:lnTo>
                    <a:pt x="160020" y="1057656"/>
                  </a:lnTo>
                  <a:lnTo>
                    <a:pt x="161544" y="1054608"/>
                  </a:lnTo>
                  <a:close/>
                </a:path>
                <a:path w="228600" h="1478279">
                  <a:moveTo>
                    <a:pt x="164592" y="921004"/>
                  </a:moveTo>
                  <a:lnTo>
                    <a:pt x="164592" y="914400"/>
                  </a:lnTo>
                  <a:lnTo>
                    <a:pt x="163068" y="925068"/>
                  </a:lnTo>
                  <a:lnTo>
                    <a:pt x="164592" y="921004"/>
                  </a:lnTo>
                  <a:close/>
                </a:path>
                <a:path w="228600" h="1478279">
                  <a:moveTo>
                    <a:pt x="164592" y="984504"/>
                  </a:moveTo>
                  <a:lnTo>
                    <a:pt x="164592" y="921004"/>
                  </a:lnTo>
                  <a:lnTo>
                    <a:pt x="163068" y="925068"/>
                  </a:lnTo>
                  <a:lnTo>
                    <a:pt x="163068" y="989076"/>
                  </a:lnTo>
                  <a:lnTo>
                    <a:pt x="164592" y="984504"/>
                  </a:lnTo>
                  <a:close/>
                </a:path>
                <a:path w="228600" h="1478279">
                  <a:moveTo>
                    <a:pt x="169164" y="842772"/>
                  </a:moveTo>
                  <a:lnTo>
                    <a:pt x="169164" y="839724"/>
                  </a:lnTo>
                  <a:lnTo>
                    <a:pt x="167640" y="848868"/>
                  </a:lnTo>
                  <a:lnTo>
                    <a:pt x="169164" y="842772"/>
                  </a:lnTo>
                  <a:close/>
                </a:path>
                <a:path w="228600" h="1478279">
                  <a:moveTo>
                    <a:pt x="169164" y="905256"/>
                  </a:moveTo>
                  <a:lnTo>
                    <a:pt x="169164" y="842772"/>
                  </a:lnTo>
                  <a:lnTo>
                    <a:pt x="167640" y="848868"/>
                  </a:lnTo>
                  <a:lnTo>
                    <a:pt x="167640" y="909828"/>
                  </a:lnTo>
                  <a:lnTo>
                    <a:pt x="169164" y="905256"/>
                  </a:lnTo>
                  <a:close/>
                </a:path>
                <a:path w="228600" h="1478279">
                  <a:moveTo>
                    <a:pt x="172212" y="766572"/>
                  </a:moveTo>
                  <a:lnTo>
                    <a:pt x="172212" y="763524"/>
                  </a:lnTo>
                  <a:lnTo>
                    <a:pt x="170688" y="772668"/>
                  </a:lnTo>
                  <a:lnTo>
                    <a:pt x="172212" y="766572"/>
                  </a:lnTo>
                  <a:close/>
                </a:path>
                <a:path w="228600" h="1478279">
                  <a:moveTo>
                    <a:pt x="172212" y="833628"/>
                  </a:moveTo>
                  <a:lnTo>
                    <a:pt x="172212" y="766572"/>
                  </a:lnTo>
                  <a:lnTo>
                    <a:pt x="170688" y="772668"/>
                  </a:lnTo>
                  <a:lnTo>
                    <a:pt x="170688" y="836676"/>
                  </a:lnTo>
                  <a:lnTo>
                    <a:pt x="172212" y="833628"/>
                  </a:lnTo>
                  <a:close/>
                </a:path>
                <a:path w="228600" h="1478279">
                  <a:moveTo>
                    <a:pt x="175260" y="704088"/>
                  </a:moveTo>
                  <a:lnTo>
                    <a:pt x="175260" y="701040"/>
                  </a:lnTo>
                  <a:lnTo>
                    <a:pt x="173736" y="710184"/>
                  </a:lnTo>
                  <a:lnTo>
                    <a:pt x="175260" y="704088"/>
                  </a:lnTo>
                  <a:close/>
                </a:path>
                <a:path w="228600" h="1478279">
                  <a:moveTo>
                    <a:pt x="175260" y="757428"/>
                  </a:moveTo>
                  <a:lnTo>
                    <a:pt x="175260" y="704088"/>
                  </a:lnTo>
                  <a:lnTo>
                    <a:pt x="173736" y="710184"/>
                  </a:lnTo>
                  <a:lnTo>
                    <a:pt x="173736" y="760476"/>
                  </a:lnTo>
                  <a:lnTo>
                    <a:pt x="175260" y="757428"/>
                  </a:lnTo>
                  <a:close/>
                </a:path>
                <a:path w="228600" h="1478279">
                  <a:moveTo>
                    <a:pt x="178308" y="630936"/>
                  </a:moveTo>
                  <a:lnTo>
                    <a:pt x="178308" y="624840"/>
                  </a:lnTo>
                  <a:lnTo>
                    <a:pt x="176784" y="635508"/>
                  </a:lnTo>
                  <a:lnTo>
                    <a:pt x="178308" y="630936"/>
                  </a:lnTo>
                  <a:close/>
                </a:path>
                <a:path w="228600" h="1478279">
                  <a:moveTo>
                    <a:pt x="178308" y="694944"/>
                  </a:moveTo>
                  <a:lnTo>
                    <a:pt x="178308" y="630936"/>
                  </a:lnTo>
                  <a:lnTo>
                    <a:pt x="176784" y="635508"/>
                  </a:lnTo>
                  <a:lnTo>
                    <a:pt x="176784" y="697992"/>
                  </a:lnTo>
                  <a:lnTo>
                    <a:pt x="178308" y="694944"/>
                  </a:lnTo>
                  <a:close/>
                </a:path>
                <a:path w="228600" h="1478279">
                  <a:moveTo>
                    <a:pt x="181356" y="558292"/>
                  </a:moveTo>
                  <a:lnTo>
                    <a:pt x="181356" y="551688"/>
                  </a:lnTo>
                  <a:lnTo>
                    <a:pt x="179832" y="562356"/>
                  </a:lnTo>
                  <a:lnTo>
                    <a:pt x="181356" y="558292"/>
                  </a:lnTo>
                  <a:close/>
                </a:path>
                <a:path w="228600" h="1478279">
                  <a:moveTo>
                    <a:pt x="181356" y="621792"/>
                  </a:moveTo>
                  <a:lnTo>
                    <a:pt x="181356" y="558292"/>
                  </a:lnTo>
                  <a:lnTo>
                    <a:pt x="179832" y="562356"/>
                  </a:lnTo>
                  <a:lnTo>
                    <a:pt x="179832" y="626364"/>
                  </a:lnTo>
                  <a:lnTo>
                    <a:pt x="181356" y="621792"/>
                  </a:lnTo>
                  <a:close/>
                </a:path>
                <a:path w="228600" h="1478279">
                  <a:moveTo>
                    <a:pt x="185928" y="483870"/>
                  </a:moveTo>
                  <a:lnTo>
                    <a:pt x="185928" y="480060"/>
                  </a:lnTo>
                  <a:lnTo>
                    <a:pt x="184404" y="489204"/>
                  </a:lnTo>
                  <a:lnTo>
                    <a:pt x="185928" y="483870"/>
                  </a:lnTo>
                  <a:close/>
                </a:path>
                <a:path w="228600" h="1478279">
                  <a:moveTo>
                    <a:pt x="185928" y="542544"/>
                  </a:moveTo>
                  <a:lnTo>
                    <a:pt x="185928" y="483870"/>
                  </a:lnTo>
                  <a:lnTo>
                    <a:pt x="184404" y="489204"/>
                  </a:lnTo>
                  <a:lnTo>
                    <a:pt x="184404" y="547116"/>
                  </a:lnTo>
                  <a:lnTo>
                    <a:pt x="185928" y="542544"/>
                  </a:lnTo>
                  <a:close/>
                </a:path>
                <a:path w="228600" h="1478279">
                  <a:moveTo>
                    <a:pt x="205740" y="120396"/>
                  </a:moveTo>
                  <a:lnTo>
                    <a:pt x="205740" y="61304"/>
                  </a:lnTo>
                  <a:lnTo>
                    <a:pt x="204406" y="64770"/>
                  </a:lnTo>
                  <a:lnTo>
                    <a:pt x="199143" y="72104"/>
                  </a:lnTo>
                  <a:lnTo>
                    <a:pt x="192024" y="77724"/>
                  </a:lnTo>
                  <a:lnTo>
                    <a:pt x="188976" y="80772"/>
                  </a:lnTo>
                  <a:lnTo>
                    <a:pt x="188976" y="409956"/>
                  </a:lnTo>
                  <a:lnTo>
                    <a:pt x="187452" y="422148"/>
                  </a:lnTo>
                  <a:lnTo>
                    <a:pt x="190500" y="411480"/>
                  </a:lnTo>
                  <a:lnTo>
                    <a:pt x="190500" y="345948"/>
                  </a:lnTo>
                  <a:lnTo>
                    <a:pt x="192024" y="333756"/>
                  </a:lnTo>
                  <a:lnTo>
                    <a:pt x="192024" y="340614"/>
                  </a:lnTo>
                  <a:lnTo>
                    <a:pt x="193548" y="335280"/>
                  </a:lnTo>
                  <a:lnTo>
                    <a:pt x="193548" y="277368"/>
                  </a:lnTo>
                  <a:lnTo>
                    <a:pt x="195072" y="265176"/>
                  </a:lnTo>
                  <a:lnTo>
                    <a:pt x="195072" y="208788"/>
                  </a:lnTo>
                  <a:lnTo>
                    <a:pt x="198120" y="193548"/>
                  </a:lnTo>
                  <a:lnTo>
                    <a:pt x="198120" y="137160"/>
                  </a:lnTo>
                  <a:lnTo>
                    <a:pt x="201168" y="121920"/>
                  </a:lnTo>
                  <a:lnTo>
                    <a:pt x="201168" y="131064"/>
                  </a:lnTo>
                  <a:lnTo>
                    <a:pt x="204216" y="124968"/>
                  </a:lnTo>
                  <a:lnTo>
                    <a:pt x="205740" y="120396"/>
                  </a:lnTo>
                  <a:close/>
                </a:path>
                <a:path w="228600" h="1478279">
                  <a:moveTo>
                    <a:pt x="188976" y="470916"/>
                  </a:moveTo>
                  <a:lnTo>
                    <a:pt x="188976" y="416814"/>
                  </a:lnTo>
                  <a:lnTo>
                    <a:pt x="187452" y="422148"/>
                  </a:lnTo>
                  <a:lnTo>
                    <a:pt x="187452" y="475488"/>
                  </a:lnTo>
                  <a:lnTo>
                    <a:pt x="188976" y="470916"/>
                  </a:lnTo>
                  <a:close/>
                </a:path>
                <a:path w="228600" h="1478279">
                  <a:moveTo>
                    <a:pt x="208788" y="47244"/>
                  </a:moveTo>
                  <a:lnTo>
                    <a:pt x="208788" y="38100"/>
                  </a:lnTo>
                  <a:lnTo>
                    <a:pt x="205740" y="22663"/>
                  </a:lnTo>
                  <a:lnTo>
                    <a:pt x="205740" y="48768"/>
                  </a:lnTo>
                  <a:lnTo>
                    <a:pt x="188976" y="80772"/>
                  </a:lnTo>
                  <a:lnTo>
                    <a:pt x="192024" y="77724"/>
                  </a:lnTo>
                  <a:lnTo>
                    <a:pt x="199143" y="72104"/>
                  </a:lnTo>
                  <a:lnTo>
                    <a:pt x="204406" y="64770"/>
                  </a:lnTo>
                  <a:lnTo>
                    <a:pt x="207668" y="56292"/>
                  </a:lnTo>
                  <a:lnTo>
                    <a:pt x="208788" y="47244"/>
                  </a:lnTo>
                  <a:close/>
                </a:path>
                <a:path w="228600" h="1478279">
                  <a:moveTo>
                    <a:pt x="192024" y="340614"/>
                  </a:moveTo>
                  <a:lnTo>
                    <a:pt x="192024" y="333756"/>
                  </a:lnTo>
                  <a:lnTo>
                    <a:pt x="190500" y="345948"/>
                  </a:lnTo>
                  <a:lnTo>
                    <a:pt x="192024" y="340614"/>
                  </a:lnTo>
                  <a:close/>
                </a:path>
                <a:path w="228600" h="1478279">
                  <a:moveTo>
                    <a:pt x="192024" y="406908"/>
                  </a:moveTo>
                  <a:lnTo>
                    <a:pt x="192024" y="340614"/>
                  </a:lnTo>
                  <a:lnTo>
                    <a:pt x="190500" y="345948"/>
                  </a:lnTo>
                  <a:lnTo>
                    <a:pt x="190500" y="411480"/>
                  </a:lnTo>
                  <a:lnTo>
                    <a:pt x="192024" y="406908"/>
                  </a:lnTo>
                  <a:close/>
                </a:path>
                <a:path w="228600" h="1478279">
                  <a:moveTo>
                    <a:pt x="198120" y="265176"/>
                  </a:moveTo>
                  <a:lnTo>
                    <a:pt x="198120" y="203708"/>
                  </a:lnTo>
                  <a:lnTo>
                    <a:pt x="195072" y="208788"/>
                  </a:lnTo>
                  <a:lnTo>
                    <a:pt x="195072" y="265176"/>
                  </a:lnTo>
                  <a:lnTo>
                    <a:pt x="193548" y="277368"/>
                  </a:lnTo>
                  <a:lnTo>
                    <a:pt x="196596" y="268224"/>
                  </a:lnTo>
                  <a:lnTo>
                    <a:pt x="198120" y="265176"/>
                  </a:lnTo>
                  <a:close/>
                </a:path>
                <a:path w="228600" h="1478279">
                  <a:moveTo>
                    <a:pt x="195072" y="332232"/>
                  </a:moveTo>
                  <a:lnTo>
                    <a:pt x="195072" y="272796"/>
                  </a:lnTo>
                  <a:lnTo>
                    <a:pt x="193548" y="277368"/>
                  </a:lnTo>
                  <a:lnTo>
                    <a:pt x="193548" y="335280"/>
                  </a:lnTo>
                  <a:lnTo>
                    <a:pt x="195072" y="332232"/>
                  </a:lnTo>
                  <a:close/>
                </a:path>
                <a:path w="228600" h="1478279">
                  <a:moveTo>
                    <a:pt x="201168" y="196596"/>
                  </a:moveTo>
                  <a:lnTo>
                    <a:pt x="201168" y="131064"/>
                  </a:lnTo>
                  <a:lnTo>
                    <a:pt x="198120" y="137160"/>
                  </a:lnTo>
                  <a:lnTo>
                    <a:pt x="198120" y="193548"/>
                  </a:lnTo>
                  <a:lnTo>
                    <a:pt x="195072" y="208788"/>
                  </a:lnTo>
                  <a:lnTo>
                    <a:pt x="199644" y="201168"/>
                  </a:lnTo>
                  <a:lnTo>
                    <a:pt x="201168" y="196596"/>
                  </a:lnTo>
                  <a:close/>
                </a:path>
                <a:path w="228600" h="1478279">
                  <a:moveTo>
                    <a:pt x="201168" y="131064"/>
                  </a:moveTo>
                  <a:lnTo>
                    <a:pt x="201168" y="121920"/>
                  </a:lnTo>
                  <a:lnTo>
                    <a:pt x="198120" y="137160"/>
                  </a:lnTo>
                  <a:lnTo>
                    <a:pt x="201168" y="13106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3621" y="5477255"/>
              <a:ext cx="7663180" cy="1359535"/>
            </a:xfrm>
            <a:custGeom>
              <a:avLst/>
              <a:gdLst/>
              <a:ahLst/>
              <a:cxnLst/>
              <a:rect l="l" t="t" r="r" b="b"/>
              <a:pathLst>
                <a:path w="7663180" h="1359534">
                  <a:moveTo>
                    <a:pt x="4843277" y="0"/>
                  </a:moveTo>
                  <a:lnTo>
                    <a:pt x="4843277" y="1338071"/>
                  </a:lnTo>
                  <a:lnTo>
                    <a:pt x="7662677" y="1338071"/>
                  </a:lnTo>
                  <a:lnTo>
                    <a:pt x="7662677" y="0"/>
                  </a:lnTo>
                  <a:lnTo>
                    <a:pt x="4843277" y="0"/>
                  </a:lnTo>
                  <a:close/>
                </a:path>
                <a:path w="7663180" h="1359534">
                  <a:moveTo>
                    <a:pt x="0" y="21335"/>
                  </a:moveTo>
                  <a:lnTo>
                    <a:pt x="0" y="1359407"/>
                  </a:lnTo>
                  <a:lnTo>
                    <a:pt x="3628643" y="1359407"/>
                  </a:lnTo>
                  <a:lnTo>
                    <a:pt x="3628643" y="21335"/>
                  </a:lnTo>
                  <a:lnTo>
                    <a:pt x="0" y="21335"/>
                  </a:lnTo>
                  <a:close/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785866" y="5702297"/>
            <a:ext cx="871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51147" y="5732777"/>
            <a:ext cx="9499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Endereco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556501" y="6117335"/>
            <a:ext cx="2807335" cy="0"/>
          </a:xfrm>
          <a:custGeom>
            <a:avLst/>
            <a:gdLst/>
            <a:ahLst/>
            <a:cxnLst/>
            <a:rect l="l" t="t" r="r" b="b"/>
            <a:pathLst>
              <a:path w="2807334">
                <a:moveTo>
                  <a:pt x="2807207" y="0"/>
                </a:moveTo>
                <a:lnTo>
                  <a:pt x="0" y="0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898134" y="5716013"/>
            <a:ext cx="1417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DataNasc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68766" y="5592569"/>
            <a:ext cx="871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959593" y="5597141"/>
            <a:ext cx="1278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Telefone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20842" y="2058923"/>
            <a:ext cx="8696325" cy="4777740"/>
            <a:chOff x="841241" y="2058923"/>
            <a:chExt cx="8696325" cy="4777740"/>
          </a:xfrm>
        </p:grpSpPr>
        <p:sp>
          <p:nvSpPr>
            <p:cNvPr id="24" name="object 24"/>
            <p:cNvSpPr/>
            <p:nvPr/>
          </p:nvSpPr>
          <p:spPr>
            <a:xfrm>
              <a:off x="2560320" y="4183392"/>
              <a:ext cx="3351529" cy="1249680"/>
            </a:xfrm>
            <a:custGeom>
              <a:avLst/>
              <a:gdLst/>
              <a:ahLst/>
              <a:cxnLst/>
              <a:rect l="l" t="t" r="r" b="b"/>
              <a:pathLst>
                <a:path w="3351529" h="1249679">
                  <a:moveTo>
                    <a:pt x="553212" y="34290"/>
                  </a:moveTo>
                  <a:lnTo>
                    <a:pt x="551688" y="36576"/>
                  </a:lnTo>
                  <a:lnTo>
                    <a:pt x="548640" y="39624"/>
                  </a:lnTo>
                  <a:lnTo>
                    <a:pt x="547116" y="42672"/>
                  </a:lnTo>
                  <a:lnTo>
                    <a:pt x="547116" y="45720"/>
                  </a:lnTo>
                  <a:lnTo>
                    <a:pt x="546608" y="47752"/>
                  </a:lnTo>
                  <a:lnTo>
                    <a:pt x="544068" y="50292"/>
                  </a:lnTo>
                  <a:lnTo>
                    <a:pt x="542544" y="53340"/>
                  </a:lnTo>
                  <a:lnTo>
                    <a:pt x="542544" y="54864"/>
                  </a:lnTo>
                  <a:lnTo>
                    <a:pt x="542544" y="56388"/>
                  </a:lnTo>
                  <a:lnTo>
                    <a:pt x="541020" y="60960"/>
                  </a:lnTo>
                  <a:lnTo>
                    <a:pt x="542544" y="54864"/>
                  </a:lnTo>
                  <a:lnTo>
                    <a:pt x="539496" y="62484"/>
                  </a:lnTo>
                  <a:lnTo>
                    <a:pt x="537972" y="64008"/>
                  </a:lnTo>
                  <a:lnTo>
                    <a:pt x="534924" y="68580"/>
                  </a:lnTo>
                  <a:lnTo>
                    <a:pt x="533400" y="71628"/>
                  </a:lnTo>
                  <a:lnTo>
                    <a:pt x="531876" y="73152"/>
                  </a:lnTo>
                  <a:lnTo>
                    <a:pt x="531876" y="76200"/>
                  </a:lnTo>
                  <a:lnTo>
                    <a:pt x="530656" y="79248"/>
                  </a:lnTo>
                  <a:lnTo>
                    <a:pt x="528828" y="82296"/>
                  </a:lnTo>
                  <a:lnTo>
                    <a:pt x="524256" y="86868"/>
                  </a:lnTo>
                  <a:lnTo>
                    <a:pt x="524256" y="89916"/>
                  </a:lnTo>
                  <a:lnTo>
                    <a:pt x="515112" y="108204"/>
                  </a:lnTo>
                  <a:lnTo>
                    <a:pt x="513588" y="112776"/>
                  </a:lnTo>
                  <a:lnTo>
                    <a:pt x="504444" y="131064"/>
                  </a:lnTo>
                  <a:lnTo>
                    <a:pt x="499872" y="141732"/>
                  </a:lnTo>
                  <a:lnTo>
                    <a:pt x="493776" y="152400"/>
                  </a:lnTo>
                  <a:lnTo>
                    <a:pt x="490728" y="161544"/>
                  </a:lnTo>
                  <a:lnTo>
                    <a:pt x="486156" y="169164"/>
                  </a:lnTo>
                  <a:lnTo>
                    <a:pt x="478536" y="184404"/>
                  </a:lnTo>
                  <a:lnTo>
                    <a:pt x="475488" y="192024"/>
                  </a:lnTo>
                  <a:lnTo>
                    <a:pt x="469392" y="202692"/>
                  </a:lnTo>
                  <a:lnTo>
                    <a:pt x="467868" y="204216"/>
                  </a:lnTo>
                  <a:lnTo>
                    <a:pt x="466344" y="207264"/>
                  </a:lnTo>
                  <a:lnTo>
                    <a:pt x="466344" y="208788"/>
                  </a:lnTo>
                  <a:lnTo>
                    <a:pt x="461772" y="220980"/>
                  </a:lnTo>
                  <a:lnTo>
                    <a:pt x="464820" y="216408"/>
                  </a:lnTo>
                  <a:lnTo>
                    <a:pt x="457200" y="228600"/>
                  </a:lnTo>
                  <a:lnTo>
                    <a:pt x="451104" y="240792"/>
                  </a:lnTo>
                  <a:lnTo>
                    <a:pt x="441960" y="257556"/>
                  </a:lnTo>
                  <a:lnTo>
                    <a:pt x="438912" y="266700"/>
                  </a:lnTo>
                  <a:lnTo>
                    <a:pt x="419100" y="306324"/>
                  </a:lnTo>
                  <a:lnTo>
                    <a:pt x="411480" y="320040"/>
                  </a:lnTo>
                  <a:lnTo>
                    <a:pt x="405384" y="335280"/>
                  </a:lnTo>
                  <a:lnTo>
                    <a:pt x="399288" y="348996"/>
                  </a:lnTo>
                  <a:lnTo>
                    <a:pt x="394716" y="358140"/>
                  </a:lnTo>
                  <a:lnTo>
                    <a:pt x="387096" y="371856"/>
                  </a:lnTo>
                  <a:lnTo>
                    <a:pt x="385572" y="373380"/>
                  </a:lnTo>
                  <a:lnTo>
                    <a:pt x="385572" y="374904"/>
                  </a:lnTo>
                  <a:lnTo>
                    <a:pt x="384048" y="377952"/>
                  </a:lnTo>
                  <a:lnTo>
                    <a:pt x="379476" y="388620"/>
                  </a:lnTo>
                  <a:lnTo>
                    <a:pt x="370332" y="406908"/>
                  </a:lnTo>
                  <a:lnTo>
                    <a:pt x="365760" y="417576"/>
                  </a:lnTo>
                  <a:lnTo>
                    <a:pt x="355092" y="435864"/>
                  </a:lnTo>
                  <a:lnTo>
                    <a:pt x="350520" y="448056"/>
                  </a:lnTo>
                  <a:lnTo>
                    <a:pt x="327660" y="493776"/>
                  </a:lnTo>
                  <a:lnTo>
                    <a:pt x="321564" y="507492"/>
                  </a:lnTo>
                  <a:lnTo>
                    <a:pt x="310896" y="527304"/>
                  </a:lnTo>
                  <a:lnTo>
                    <a:pt x="306324" y="539496"/>
                  </a:lnTo>
                  <a:lnTo>
                    <a:pt x="298704" y="556260"/>
                  </a:lnTo>
                  <a:lnTo>
                    <a:pt x="291084" y="569976"/>
                  </a:lnTo>
                  <a:lnTo>
                    <a:pt x="280416" y="588264"/>
                  </a:lnTo>
                  <a:lnTo>
                    <a:pt x="275844" y="601980"/>
                  </a:lnTo>
                  <a:lnTo>
                    <a:pt x="268224" y="617220"/>
                  </a:lnTo>
                  <a:lnTo>
                    <a:pt x="260604" y="633984"/>
                  </a:lnTo>
                  <a:lnTo>
                    <a:pt x="251460" y="650748"/>
                  </a:lnTo>
                  <a:lnTo>
                    <a:pt x="245364" y="662940"/>
                  </a:lnTo>
                  <a:lnTo>
                    <a:pt x="237744" y="679704"/>
                  </a:lnTo>
                  <a:lnTo>
                    <a:pt x="198120" y="758952"/>
                  </a:lnTo>
                  <a:lnTo>
                    <a:pt x="193548" y="771144"/>
                  </a:lnTo>
                  <a:lnTo>
                    <a:pt x="185928" y="786384"/>
                  </a:lnTo>
                  <a:lnTo>
                    <a:pt x="176784" y="803148"/>
                  </a:lnTo>
                  <a:lnTo>
                    <a:pt x="161544" y="833628"/>
                  </a:lnTo>
                  <a:lnTo>
                    <a:pt x="156972" y="844296"/>
                  </a:lnTo>
                  <a:lnTo>
                    <a:pt x="147828" y="862584"/>
                  </a:lnTo>
                  <a:lnTo>
                    <a:pt x="141732" y="876300"/>
                  </a:lnTo>
                  <a:lnTo>
                    <a:pt x="137160" y="886968"/>
                  </a:lnTo>
                  <a:lnTo>
                    <a:pt x="121920" y="917448"/>
                  </a:lnTo>
                  <a:lnTo>
                    <a:pt x="114300" y="931164"/>
                  </a:lnTo>
                  <a:lnTo>
                    <a:pt x="109728" y="944880"/>
                  </a:lnTo>
                  <a:lnTo>
                    <a:pt x="103632" y="955548"/>
                  </a:lnTo>
                  <a:lnTo>
                    <a:pt x="96012" y="970788"/>
                  </a:lnTo>
                  <a:lnTo>
                    <a:pt x="94488" y="972312"/>
                  </a:lnTo>
                  <a:lnTo>
                    <a:pt x="94488" y="973836"/>
                  </a:lnTo>
                  <a:lnTo>
                    <a:pt x="92964" y="975360"/>
                  </a:lnTo>
                  <a:lnTo>
                    <a:pt x="89916" y="984504"/>
                  </a:lnTo>
                  <a:lnTo>
                    <a:pt x="83820" y="996696"/>
                  </a:lnTo>
                  <a:lnTo>
                    <a:pt x="77724" y="1007364"/>
                  </a:lnTo>
                  <a:lnTo>
                    <a:pt x="70104" y="1021080"/>
                  </a:lnTo>
                  <a:lnTo>
                    <a:pt x="67716" y="1026248"/>
                  </a:lnTo>
                  <a:lnTo>
                    <a:pt x="0" y="993648"/>
                  </a:lnTo>
                  <a:lnTo>
                    <a:pt x="3048" y="1249680"/>
                  </a:lnTo>
                  <a:lnTo>
                    <a:pt x="48018" y="1214843"/>
                  </a:lnTo>
                  <a:lnTo>
                    <a:pt x="205740" y="1092708"/>
                  </a:lnTo>
                  <a:lnTo>
                    <a:pt x="136486" y="1059357"/>
                  </a:lnTo>
                  <a:lnTo>
                    <a:pt x="138684" y="1054608"/>
                  </a:lnTo>
                  <a:lnTo>
                    <a:pt x="144780" y="1045464"/>
                  </a:lnTo>
                  <a:lnTo>
                    <a:pt x="152400" y="1031748"/>
                  </a:lnTo>
                  <a:lnTo>
                    <a:pt x="158496" y="1018032"/>
                  </a:lnTo>
                  <a:lnTo>
                    <a:pt x="161544" y="1009650"/>
                  </a:lnTo>
                  <a:lnTo>
                    <a:pt x="163652" y="1003846"/>
                  </a:lnTo>
                  <a:lnTo>
                    <a:pt x="164592" y="1002284"/>
                  </a:lnTo>
                  <a:lnTo>
                    <a:pt x="170688" y="992124"/>
                  </a:lnTo>
                  <a:lnTo>
                    <a:pt x="176784" y="978408"/>
                  </a:lnTo>
                  <a:lnTo>
                    <a:pt x="190500" y="950976"/>
                  </a:lnTo>
                  <a:lnTo>
                    <a:pt x="196596" y="935736"/>
                  </a:lnTo>
                  <a:lnTo>
                    <a:pt x="202692" y="925068"/>
                  </a:lnTo>
                  <a:lnTo>
                    <a:pt x="211836" y="906780"/>
                  </a:lnTo>
                  <a:lnTo>
                    <a:pt x="217932" y="893064"/>
                  </a:lnTo>
                  <a:lnTo>
                    <a:pt x="224028" y="882396"/>
                  </a:lnTo>
                  <a:lnTo>
                    <a:pt x="231648" y="864108"/>
                  </a:lnTo>
                  <a:lnTo>
                    <a:pt x="239268" y="850392"/>
                  </a:lnTo>
                  <a:lnTo>
                    <a:pt x="246888" y="833628"/>
                  </a:lnTo>
                  <a:lnTo>
                    <a:pt x="252984" y="822960"/>
                  </a:lnTo>
                  <a:lnTo>
                    <a:pt x="268224" y="789432"/>
                  </a:lnTo>
                  <a:lnTo>
                    <a:pt x="275844" y="775716"/>
                  </a:lnTo>
                  <a:lnTo>
                    <a:pt x="283464" y="758952"/>
                  </a:lnTo>
                  <a:lnTo>
                    <a:pt x="291084" y="743712"/>
                  </a:lnTo>
                  <a:lnTo>
                    <a:pt x="297180" y="729996"/>
                  </a:lnTo>
                  <a:lnTo>
                    <a:pt x="306324" y="713232"/>
                  </a:lnTo>
                  <a:lnTo>
                    <a:pt x="313944" y="697992"/>
                  </a:lnTo>
                  <a:lnTo>
                    <a:pt x="321564" y="681228"/>
                  </a:lnTo>
                  <a:lnTo>
                    <a:pt x="327660" y="667512"/>
                  </a:lnTo>
                  <a:lnTo>
                    <a:pt x="335280" y="652272"/>
                  </a:lnTo>
                  <a:lnTo>
                    <a:pt x="344424" y="635508"/>
                  </a:lnTo>
                  <a:lnTo>
                    <a:pt x="352044" y="617220"/>
                  </a:lnTo>
                  <a:lnTo>
                    <a:pt x="358140" y="606552"/>
                  </a:lnTo>
                  <a:lnTo>
                    <a:pt x="365760" y="589788"/>
                  </a:lnTo>
                  <a:lnTo>
                    <a:pt x="373380" y="574548"/>
                  </a:lnTo>
                  <a:lnTo>
                    <a:pt x="381000" y="554736"/>
                  </a:lnTo>
                  <a:lnTo>
                    <a:pt x="387096" y="545592"/>
                  </a:lnTo>
                  <a:lnTo>
                    <a:pt x="403860" y="512064"/>
                  </a:lnTo>
                  <a:lnTo>
                    <a:pt x="409956" y="498348"/>
                  </a:lnTo>
                  <a:lnTo>
                    <a:pt x="417576" y="484632"/>
                  </a:lnTo>
                  <a:lnTo>
                    <a:pt x="426720" y="464820"/>
                  </a:lnTo>
                  <a:lnTo>
                    <a:pt x="431292" y="454152"/>
                  </a:lnTo>
                  <a:lnTo>
                    <a:pt x="440436" y="437388"/>
                  </a:lnTo>
                  <a:lnTo>
                    <a:pt x="446532" y="426720"/>
                  </a:lnTo>
                  <a:lnTo>
                    <a:pt x="451104" y="413918"/>
                  </a:lnTo>
                  <a:lnTo>
                    <a:pt x="452755" y="409257"/>
                  </a:lnTo>
                  <a:lnTo>
                    <a:pt x="454152" y="407416"/>
                  </a:lnTo>
                  <a:lnTo>
                    <a:pt x="460248" y="399288"/>
                  </a:lnTo>
                  <a:lnTo>
                    <a:pt x="464820" y="387400"/>
                  </a:lnTo>
                  <a:lnTo>
                    <a:pt x="467868" y="379476"/>
                  </a:lnTo>
                  <a:lnTo>
                    <a:pt x="475488" y="365760"/>
                  </a:lnTo>
                  <a:lnTo>
                    <a:pt x="481584" y="352044"/>
                  </a:lnTo>
                  <a:lnTo>
                    <a:pt x="486156" y="339852"/>
                  </a:lnTo>
                  <a:lnTo>
                    <a:pt x="493776" y="327660"/>
                  </a:lnTo>
                  <a:lnTo>
                    <a:pt x="501396" y="313944"/>
                  </a:lnTo>
                  <a:lnTo>
                    <a:pt x="507492" y="300228"/>
                  </a:lnTo>
                  <a:lnTo>
                    <a:pt x="513588" y="284988"/>
                  </a:lnTo>
                  <a:lnTo>
                    <a:pt x="518160" y="275844"/>
                  </a:lnTo>
                  <a:lnTo>
                    <a:pt x="524256" y="262128"/>
                  </a:lnTo>
                  <a:lnTo>
                    <a:pt x="528828" y="255270"/>
                  </a:lnTo>
                  <a:lnTo>
                    <a:pt x="530352" y="252984"/>
                  </a:lnTo>
                  <a:lnTo>
                    <a:pt x="531876" y="251460"/>
                  </a:lnTo>
                  <a:lnTo>
                    <a:pt x="531876" y="249936"/>
                  </a:lnTo>
                  <a:lnTo>
                    <a:pt x="533400" y="248412"/>
                  </a:lnTo>
                  <a:lnTo>
                    <a:pt x="534924" y="243840"/>
                  </a:lnTo>
                  <a:lnTo>
                    <a:pt x="537362" y="236524"/>
                  </a:lnTo>
                  <a:lnTo>
                    <a:pt x="537972" y="235458"/>
                  </a:lnTo>
                  <a:lnTo>
                    <a:pt x="541020" y="230124"/>
                  </a:lnTo>
                  <a:lnTo>
                    <a:pt x="545592" y="220980"/>
                  </a:lnTo>
                  <a:lnTo>
                    <a:pt x="548640" y="214884"/>
                  </a:lnTo>
                  <a:lnTo>
                    <a:pt x="550164" y="212344"/>
                  </a:lnTo>
                  <a:lnTo>
                    <a:pt x="553212" y="207264"/>
                  </a:lnTo>
                  <a:lnTo>
                    <a:pt x="553212" y="44196"/>
                  </a:lnTo>
                  <a:lnTo>
                    <a:pt x="553212" y="41148"/>
                  </a:lnTo>
                  <a:lnTo>
                    <a:pt x="553212" y="34290"/>
                  </a:lnTo>
                  <a:close/>
                </a:path>
                <a:path w="3351529" h="1249679">
                  <a:moveTo>
                    <a:pt x="632460" y="38100"/>
                  </a:moveTo>
                  <a:lnTo>
                    <a:pt x="629412" y="22656"/>
                  </a:lnTo>
                  <a:lnTo>
                    <a:pt x="629412" y="22999"/>
                  </a:lnTo>
                  <a:lnTo>
                    <a:pt x="621411" y="11049"/>
                  </a:lnTo>
                  <a:lnTo>
                    <a:pt x="618744" y="9271"/>
                  </a:lnTo>
                  <a:lnTo>
                    <a:pt x="618744" y="65532"/>
                  </a:lnTo>
                  <a:lnTo>
                    <a:pt x="617677" y="67652"/>
                  </a:lnTo>
                  <a:lnTo>
                    <a:pt x="617220" y="68580"/>
                  </a:lnTo>
                  <a:lnTo>
                    <a:pt x="617613" y="67779"/>
                  </a:lnTo>
                  <a:lnTo>
                    <a:pt x="617613" y="72351"/>
                  </a:lnTo>
                  <a:lnTo>
                    <a:pt x="617220" y="73152"/>
                  </a:lnTo>
                  <a:lnTo>
                    <a:pt x="617220" y="68580"/>
                  </a:lnTo>
                  <a:lnTo>
                    <a:pt x="617220" y="67957"/>
                  </a:lnTo>
                  <a:lnTo>
                    <a:pt x="617613" y="67691"/>
                  </a:lnTo>
                  <a:lnTo>
                    <a:pt x="618744" y="65532"/>
                  </a:lnTo>
                  <a:lnTo>
                    <a:pt x="618744" y="9271"/>
                  </a:lnTo>
                  <a:lnTo>
                    <a:pt x="609307" y="2946"/>
                  </a:lnTo>
                  <a:lnTo>
                    <a:pt x="594360" y="0"/>
                  </a:lnTo>
                  <a:lnTo>
                    <a:pt x="592836" y="0"/>
                  </a:lnTo>
                  <a:lnTo>
                    <a:pt x="577875" y="2946"/>
                  </a:lnTo>
                  <a:lnTo>
                    <a:pt x="565785" y="11049"/>
                  </a:lnTo>
                  <a:lnTo>
                    <a:pt x="564553" y="12877"/>
                  </a:lnTo>
                  <a:lnTo>
                    <a:pt x="558990" y="19710"/>
                  </a:lnTo>
                  <a:lnTo>
                    <a:pt x="555688" y="26289"/>
                  </a:lnTo>
                  <a:lnTo>
                    <a:pt x="554405" y="31115"/>
                  </a:lnTo>
                  <a:lnTo>
                    <a:pt x="553212" y="33528"/>
                  </a:lnTo>
                  <a:lnTo>
                    <a:pt x="553974" y="32753"/>
                  </a:lnTo>
                  <a:lnTo>
                    <a:pt x="553796" y="33426"/>
                  </a:lnTo>
                  <a:lnTo>
                    <a:pt x="553796" y="40982"/>
                  </a:lnTo>
                  <a:lnTo>
                    <a:pt x="553796" y="205867"/>
                  </a:lnTo>
                  <a:lnTo>
                    <a:pt x="554736" y="203708"/>
                  </a:lnTo>
                  <a:lnTo>
                    <a:pt x="557682" y="196811"/>
                  </a:lnTo>
                  <a:lnTo>
                    <a:pt x="563880" y="182880"/>
                  </a:lnTo>
                  <a:lnTo>
                    <a:pt x="565404" y="180340"/>
                  </a:lnTo>
                  <a:lnTo>
                    <a:pt x="568452" y="175260"/>
                  </a:lnTo>
                  <a:lnTo>
                    <a:pt x="577596" y="156972"/>
                  </a:lnTo>
                  <a:lnTo>
                    <a:pt x="586740" y="135636"/>
                  </a:lnTo>
                  <a:lnTo>
                    <a:pt x="589788" y="129540"/>
                  </a:lnTo>
                  <a:lnTo>
                    <a:pt x="592074" y="124206"/>
                  </a:lnTo>
                  <a:lnTo>
                    <a:pt x="594360" y="120396"/>
                  </a:lnTo>
                  <a:lnTo>
                    <a:pt x="595884" y="118872"/>
                  </a:lnTo>
                  <a:lnTo>
                    <a:pt x="598932" y="112776"/>
                  </a:lnTo>
                  <a:lnTo>
                    <a:pt x="599948" y="109728"/>
                  </a:lnTo>
                  <a:lnTo>
                    <a:pt x="601980" y="106680"/>
                  </a:lnTo>
                  <a:lnTo>
                    <a:pt x="608076" y="96012"/>
                  </a:lnTo>
                  <a:lnTo>
                    <a:pt x="609600" y="92964"/>
                  </a:lnTo>
                  <a:lnTo>
                    <a:pt x="611124" y="89916"/>
                  </a:lnTo>
                  <a:lnTo>
                    <a:pt x="611124" y="88392"/>
                  </a:lnTo>
                  <a:lnTo>
                    <a:pt x="612648" y="86868"/>
                  </a:lnTo>
                  <a:lnTo>
                    <a:pt x="612648" y="85344"/>
                  </a:lnTo>
                  <a:lnTo>
                    <a:pt x="613410" y="82296"/>
                  </a:lnTo>
                  <a:lnTo>
                    <a:pt x="617220" y="74676"/>
                  </a:lnTo>
                  <a:lnTo>
                    <a:pt x="618744" y="72136"/>
                  </a:lnTo>
                  <a:lnTo>
                    <a:pt x="621792" y="67056"/>
                  </a:lnTo>
                  <a:lnTo>
                    <a:pt x="624840" y="60960"/>
                  </a:lnTo>
                  <a:lnTo>
                    <a:pt x="627888" y="56388"/>
                  </a:lnTo>
                  <a:lnTo>
                    <a:pt x="628243" y="54927"/>
                  </a:lnTo>
                  <a:lnTo>
                    <a:pt x="629412" y="53187"/>
                  </a:lnTo>
                  <a:lnTo>
                    <a:pt x="629412" y="53530"/>
                  </a:lnTo>
                  <a:lnTo>
                    <a:pt x="630936" y="45808"/>
                  </a:lnTo>
                  <a:lnTo>
                    <a:pt x="632460" y="38100"/>
                  </a:lnTo>
                  <a:close/>
                </a:path>
                <a:path w="3351529" h="1249679">
                  <a:moveTo>
                    <a:pt x="3351276" y="1217676"/>
                  </a:moveTo>
                  <a:lnTo>
                    <a:pt x="3332988" y="961644"/>
                  </a:lnTo>
                  <a:lnTo>
                    <a:pt x="3294164" y="1043241"/>
                  </a:lnTo>
                  <a:lnTo>
                    <a:pt x="3290316" y="1037844"/>
                  </a:lnTo>
                  <a:lnTo>
                    <a:pt x="3282696" y="1025652"/>
                  </a:lnTo>
                  <a:lnTo>
                    <a:pt x="3278124" y="1018032"/>
                  </a:lnTo>
                  <a:lnTo>
                    <a:pt x="3273552" y="1005840"/>
                  </a:lnTo>
                  <a:lnTo>
                    <a:pt x="3273552" y="1086612"/>
                  </a:lnTo>
                  <a:lnTo>
                    <a:pt x="3256127" y="1085646"/>
                  </a:lnTo>
                  <a:lnTo>
                    <a:pt x="3257397" y="1085710"/>
                  </a:lnTo>
                  <a:lnTo>
                    <a:pt x="3258312" y="1085761"/>
                  </a:lnTo>
                  <a:lnTo>
                    <a:pt x="3273552" y="1086612"/>
                  </a:lnTo>
                  <a:lnTo>
                    <a:pt x="3273552" y="1005840"/>
                  </a:lnTo>
                  <a:lnTo>
                    <a:pt x="3265932" y="993648"/>
                  </a:lnTo>
                  <a:lnTo>
                    <a:pt x="3257397" y="982675"/>
                  </a:lnTo>
                  <a:lnTo>
                    <a:pt x="3252216" y="972312"/>
                  </a:lnTo>
                  <a:lnTo>
                    <a:pt x="3243072" y="955548"/>
                  </a:lnTo>
                  <a:lnTo>
                    <a:pt x="3238500" y="946404"/>
                  </a:lnTo>
                  <a:lnTo>
                    <a:pt x="3227832" y="929640"/>
                  </a:lnTo>
                  <a:lnTo>
                    <a:pt x="3212592" y="905256"/>
                  </a:lnTo>
                  <a:lnTo>
                    <a:pt x="3204972" y="891540"/>
                  </a:lnTo>
                  <a:lnTo>
                    <a:pt x="3200400" y="882396"/>
                  </a:lnTo>
                  <a:lnTo>
                    <a:pt x="3191256" y="865632"/>
                  </a:lnTo>
                  <a:lnTo>
                    <a:pt x="3179064" y="848868"/>
                  </a:lnTo>
                  <a:lnTo>
                    <a:pt x="3172968" y="838200"/>
                  </a:lnTo>
                  <a:lnTo>
                    <a:pt x="3165348" y="824484"/>
                  </a:lnTo>
                  <a:lnTo>
                    <a:pt x="3157728" y="809244"/>
                  </a:lnTo>
                  <a:lnTo>
                    <a:pt x="3150108" y="795528"/>
                  </a:lnTo>
                  <a:lnTo>
                    <a:pt x="3139440" y="778764"/>
                  </a:lnTo>
                  <a:lnTo>
                    <a:pt x="3131820" y="766572"/>
                  </a:lnTo>
                  <a:lnTo>
                    <a:pt x="3124200" y="752856"/>
                  </a:lnTo>
                  <a:lnTo>
                    <a:pt x="3113532" y="736092"/>
                  </a:lnTo>
                  <a:lnTo>
                    <a:pt x="3107436" y="723900"/>
                  </a:lnTo>
                  <a:lnTo>
                    <a:pt x="3095244" y="705612"/>
                  </a:lnTo>
                  <a:lnTo>
                    <a:pt x="3089148" y="693420"/>
                  </a:lnTo>
                  <a:lnTo>
                    <a:pt x="3083052" y="679704"/>
                  </a:lnTo>
                  <a:lnTo>
                    <a:pt x="3070860" y="661416"/>
                  </a:lnTo>
                  <a:lnTo>
                    <a:pt x="3064764" y="649224"/>
                  </a:lnTo>
                  <a:lnTo>
                    <a:pt x="3052572" y="630936"/>
                  </a:lnTo>
                  <a:lnTo>
                    <a:pt x="3046476" y="618744"/>
                  </a:lnTo>
                  <a:lnTo>
                    <a:pt x="3035808" y="601980"/>
                  </a:lnTo>
                  <a:lnTo>
                    <a:pt x="3026664" y="586740"/>
                  </a:lnTo>
                  <a:lnTo>
                    <a:pt x="3020568" y="574548"/>
                  </a:lnTo>
                  <a:lnTo>
                    <a:pt x="3008376" y="556260"/>
                  </a:lnTo>
                  <a:lnTo>
                    <a:pt x="2994660" y="528828"/>
                  </a:lnTo>
                  <a:lnTo>
                    <a:pt x="2982468" y="512064"/>
                  </a:lnTo>
                  <a:lnTo>
                    <a:pt x="2977896" y="499872"/>
                  </a:lnTo>
                  <a:lnTo>
                    <a:pt x="2965704" y="481584"/>
                  </a:lnTo>
                  <a:lnTo>
                    <a:pt x="2959608" y="469392"/>
                  </a:lnTo>
                  <a:lnTo>
                    <a:pt x="2951988" y="455676"/>
                  </a:lnTo>
                  <a:lnTo>
                    <a:pt x="2939796" y="438912"/>
                  </a:lnTo>
                  <a:lnTo>
                    <a:pt x="2933700" y="426720"/>
                  </a:lnTo>
                  <a:lnTo>
                    <a:pt x="2918460" y="399288"/>
                  </a:lnTo>
                  <a:lnTo>
                    <a:pt x="2910840" y="384048"/>
                  </a:lnTo>
                  <a:lnTo>
                    <a:pt x="2897124" y="367284"/>
                  </a:lnTo>
                  <a:lnTo>
                    <a:pt x="2887980" y="345948"/>
                  </a:lnTo>
                  <a:lnTo>
                    <a:pt x="2877312" y="329184"/>
                  </a:lnTo>
                  <a:lnTo>
                    <a:pt x="2869692" y="315468"/>
                  </a:lnTo>
                  <a:lnTo>
                    <a:pt x="2862072" y="303276"/>
                  </a:lnTo>
                  <a:lnTo>
                    <a:pt x="2852928" y="291084"/>
                  </a:lnTo>
                  <a:lnTo>
                    <a:pt x="2848356" y="280416"/>
                  </a:lnTo>
                  <a:lnTo>
                    <a:pt x="2839212" y="265176"/>
                  </a:lnTo>
                  <a:lnTo>
                    <a:pt x="2834640" y="256032"/>
                  </a:lnTo>
                  <a:lnTo>
                    <a:pt x="2833116" y="254508"/>
                  </a:lnTo>
                  <a:lnTo>
                    <a:pt x="2833116" y="251460"/>
                  </a:lnTo>
                  <a:lnTo>
                    <a:pt x="2807208" y="207264"/>
                  </a:lnTo>
                  <a:lnTo>
                    <a:pt x="2799588" y="196596"/>
                  </a:lnTo>
                  <a:lnTo>
                    <a:pt x="2793492" y="187452"/>
                  </a:lnTo>
                  <a:lnTo>
                    <a:pt x="2787396" y="175260"/>
                  </a:lnTo>
                  <a:lnTo>
                    <a:pt x="2784348" y="167640"/>
                  </a:lnTo>
                  <a:lnTo>
                    <a:pt x="2775204" y="155448"/>
                  </a:lnTo>
                  <a:lnTo>
                    <a:pt x="2772156" y="149352"/>
                  </a:lnTo>
                  <a:lnTo>
                    <a:pt x="2764536" y="135636"/>
                  </a:lnTo>
                  <a:lnTo>
                    <a:pt x="2759964" y="129540"/>
                  </a:lnTo>
                  <a:lnTo>
                    <a:pt x="2755392" y="121920"/>
                  </a:lnTo>
                  <a:lnTo>
                    <a:pt x="2750820" y="112776"/>
                  </a:lnTo>
                  <a:lnTo>
                    <a:pt x="2741676" y="97536"/>
                  </a:lnTo>
                  <a:lnTo>
                    <a:pt x="2740152" y="92964"/>
                  </a:lnTo>
                  <a:lnTo>
                    <a:pt x="2735580" y="86868"/>
                  </a:lnTo>
                  <a:lnTo>
                    <a:pt x="2735580" y="85344"/>
                  </a:lnTo>
                  <a:lnTo>
                    <a:pt x="2732532" y="82296"/>
                  </a:lnTo>
                  <a:lnTo>
                    <a:pt x="2727960" y="74676"/>
                  </a:lnTo>
                  <a:lnTo>
                    <a:pt x="2723388" y="65532"/>
                  </a:lnTo>
                  <a:lnTo>
                    <a:pt x="2721864" y="64008"/>
                  </a:lnTo>
                  <a:lnTo>
                    <a:pt x="2720340" y="60960"/>
                  </a:lnTo>
                  <a:lnTo>
                    <a:pt x="2717292" y="57912"/>
                  </a:lnTo>
                  <a:lnTo>
                    <a:pt x="2714244" y="53340"/>
                  </a:lnTo>
                  <a:lnTo>
                    <a:pt x="2715768" y="53340"/>
                  </a:lnTo>
                  <a:lnTo>
                    <a:pt x="2711196" y="44196"/>
                  </a:lnTo>
                  <a:lnTo>
                    <a:pt x="2708046" y="41046"/>
                  </a:lnTo>
                  <a:lnTo>
                    <a:pt x="2706928" y="38862"/>
                  </a:lnTo>
                  <a:lnTo>
                    <a:pt x="2702052" y="33528"/>
                  </a:lnTo>
                  <a:lnTo>
                    <a:pt x="2700528" y="32004"/>
                  </a:lnTo>
                  <a:lnTo>
                    <a:pt x="2687688" y="23431"/>
                  </a:lnTo>
                  <a:lnTo>
                    <a:pt x="2673286" y="20574"/>
                  </a:lnTo>
                  <a:lnTo>
                    <a:pt x="2662644" y="22733"/>
                  </a:lnTo>
                  <a:lnTo>
                    <a:pt x="2662644" y="112547"/>
                  </a:lnTo>
                  <a:lnTo>
                    <a:pt x="2659380" y="108204"/>
                  </a:lnTo>
                  <a:lnTo>
                    <a:pt x="2660904" y="108204"/>
                  </a:lnTo>
                  <a:lnTo>
                    <a:pt x="2662644" y="112547"/>
                  </a:lnTo>
                  <a:lnTo>
                    <a:pt x="2662644" y="22733"/>
                  </a:lnTo>
                  <a:lnTo>
                    <a:pt x="2659380" y="23380"/>
                  </a:lnTo>
                  <a:lnTo>
                    <a:pt x="2659164" y="23431"/>
                  </a:lnTo>
                  <a:lnTo>
                    <a:pt x="2647188" y="32004"/>
                  </a:lnTo>
                  <a:lnTo>
                    <a:pt x="2638564" y="44030"/>
                  </a:lnTo>
                  <a:lnTo>
                    <a:pt x="2638564" y="44183"/>
                  </a:lnTo>
                  <a:lnTo>
                    <a:pt x="2635758" y="58102"/>
                  </a:lnTo>
                  <a:lnTo>
                    <a:pt x="2636520" y="61937"/>
                  </a:lnTo>
                  <a:lnTo>
                    <a:pt x="2636748" y="63119"/>
                  </a:lnTo>
                  <a:lnTo>
                    <a:pt x="2637345" y="68668"/>
                  </a:lnTo>
                  <a:lnTo>
                    <a:pt x="2638564" y="72301"/>
                  </a:lnTo>
                  <a:lnTo>
                    <a:pt x="2638653" y="72593"/>
                  </a:lnTo>
                  <a:lnTo>
                    <a:pt x="2639758" y="75819"/>
                  </a:lnTo>
                  <a:lnTo>
                    <a:pt x="2643581" y="82384"/>
                  </a:lnTo>
                  <a:lnTo>
                    <a:pt x="2644140" y="83032"/>
                  </a:lnTo>
                  <a:lnTo>
                    <a:pt x="2645029" y="84074"/>
                  </a:lnTo>
                  <a:lnTo>
                    <a:pt x="2647188" y="88392"/>
                  </a:lnTo>
                  <a:lnTo>
                    <a:pt x="2650236" y="93472"/>
                  </a:lnTo>
                  <a:lnTo>
                    <a:pt x="2651760" y="96012"/>
                  </a:lnTo>
                  <a:lnTo>
                    <a:pt x="2653284" y="102108"/>
                  </a:lnTo>
                  <a:lnTo>
                    <a:pt x="2654808" y="104394"/>
                  </a:lnTo>
                  <a:lnTo>
                    <a:pt x="2656332" y="106680"/>
                  </a:lnTo>
                  <a:lnTo>
                    <a:pt x="2659380" y="109728"/>
                  </a:lnTo>
                  <a:lnTo>
                    <a:pt x="2662936" y="113284"/>
                  </a:lnTo>
                  <a:lnTo>
                    <a:pt x="2663952" y="115824"/>
                  </a:lnTo>
                  <a:lnTo>
                    <a:pt x="2663952" y="117348"/>
                  </a:lnTo>
                  <a:lnTo>
                    <a:pt x="2667000" y="120396"/>
                  </a:lnTo>
                  <a:lnTo>
                    <a:pt x="2668524" y="122936"/>
                  </a:lnTo>
                  <a:lnTo>
                    <a:pt x="2671572" y="128016"/>
                  </a:lnTo>
                  <a:lnTo>
                    <a:pt x="2676144" y="137160"/>
                  </a:lnTo>
                  <a:lnTo>
                    <a:pt x="2689860" y="160020"/>
                  </a:lnTo>
                  <a:lnTo>
                    <a:pt x="2694432" y="169164"/>
                  </a:lnTo>
                  <a:lnTo>
                    <a:pt x="2700528" y="178308"/>
                  </a:lnTo>
                  <a:lnTo>
                    <a:pt x="2702052" y="179832"/>
                  </a:lnTo>
                  <a:lnTo>
                    <a:pt x="2705100" y="182880"/>
                  </a:lnTo>
                  <a:lnTo>
                    <a:pt x="2711196" y="196596"/>
                  </a:lnTo>
                  <a:lnTo>
                    <a:pt x="2712720" y="198628"/>
                  </a:lnTo>
                  <a:lnTo>
                    <a:pt x="2714244" y="200660"/>
                  </a:lnTo>
                  <a:lnTo>
                    <a:pt x="2715768" y="202692"/>
                  </a:lnTo>
                  <a:lnTo>
                    <a:pt x="2721864" y="213360"/>
                  </a:lnTo>
                  <a:lnTo>
                    <a:pt x="2723388" y="216408"/>
                  </a:lnTo>
                  <a:lnTo>
                    <a:pt x="2727960" y="225552"/>
                  </a:lnTo>
                  <a:lnTo>
                    <a:pt x="2731008" y="230428"/>
                  </a:lnTo>
                  <a:lnTo>
                    <a:pt x="2735580" y="237744"/>
                  </a:lnTo>
                  <a:lnTo>
                    <a:pt x="2740152" y="245364"/>
                  </a:lnTo>
                  <a:lnTo>
                    <a:pt x="2746248" y="254508"/>
                  </a:lnTo>
                  <a:lnTo>
                    <a:pt x="2753868" y="269748"/>
                  </a:lnTo>
                  <a:lnTo>
                    <a:pt x="2761488" y="283464"/>
                  </a:lnTo>
                  <a:lnTo>
                    <a:pt x="2766060" y="289864"/>
                  </a:lnTo>
                  <a:lnTo>
                    <a:pt x="2766758" y="290842"/>
                  </a:lnTo>
                  <a:lnTo>
                    <a:pt x="2769108" y="295148"/>
                  </a:lnTo>
                  <a:lnTo>
                    <a:pt x="2775204" y="306324"/>
                  </a:lnTo>
                  <a:lnTo>
                    <a:pt x="2781300" y="315468"/>
                  </a:lnTo>
                  <a:lnTo>
                    <a:pt x="2788920" y="330708"/>
                  </a:lnTo>
                  <a:lnTo>
                    <a:pt x="2796540" y="344424"/>
                  </a:lnTo>
                  <a:lnTo>
                    <a:pt x="2804160" y="356616"/>
                  </a:lnTo>
                  <a:lnTo>
                    <a:pt x="2813304" y="368808"/>
                  </a:lnTo>
                  <a:lnTo>
                    <a:pt x="2817876" y="376428"/>
                  </a:lnTo>
                  <a:lnTo>
                    <a:pt x="2825496" y="394716"/>
                  </a:lnTo>
                  <a:lnTo>
                    <a:pt x="2836164" y="413004"/>
                  </a:lnTo>
                  <a:lnTo>
                    <a:pt x="2843784" y="420624"/>
                  </a:lnTo>
                  <a:lnTo>
                    <a:pt x="2851404" y="435864"/>
                  </a:lnTo>
                  <a:lnTo>
                    <a:pt x="2859024" y="449580"/>
                  </a:lnTo>
                  <a:lnTo>
                    <a:pt x="2866644" y="464820"/>
                  </a:lnTo>
                  <a:lnTo>
                    <a:pt x="2877312" y="481584"/>
                  </a:lnTo>
                  <a:lnTo>
                    <a:pt x="2884932" y="492252"/>
                  </a:lnTo>
                  <a:lnTo>
                    <a:pt x="2892552" y="507492"/>
                  </a:lnTo>
                  <a:lnTo>
                    <a:pt x="2901696" y="524256"/>
                  </a:lnTo>
                  <a:lnTo>
                    <a:pt x="2909316" y="534924"/>
                  </a:lnTo>
                  <a:lnTo>
                    <a:pt x="2919984" y="554736"/>
                  </a:lnTo>
                  <a:lnTo>
                    <a:pt x="2927604" y="565404"/>
                  </a:lnTo>
                  <a:lnTo>
                    <a:pt x="2935224" y="579120"/>
                  </a:lnTo>
                  <a:lnTo>
                    <a:pt x="2945892" y="598932"/>
                  </a:lnTo>
                  <a:lnTo>
                    <a:pt x="2951988" y="608076"/>
                  </a:lnTo>
                  <a:lnTo>
                    <a:pt x="2962656" y="629412"/>
                  </a:lnTo>
                  <a:lnTo>
                    <a:pt x="2971800" y="641604"/>
                  </a:lnTo>
                  <a:lnTo>
                    <a:pt x="2979420" y="656844"/>
                  </a:lnTo>
                  <a:lnTo>
                    <a:pt x="2990088" y="673608"/>
                  </a:lnTo>
                  <a:lnTo>
                    <a:pt x="2996184" y="682752"/>
                  </a:lnTo>
                  <a:lnTo>
                    <a:pt x="3006852" y="704088"/>
                  </a:lnTo>
                  <a:lnTo>
                    <a:pt x="3014472" y="713232"/>
                  </a:lnTo>
                  <a:lnTo>
                    <a:pt x="3023616" y="731520"/>
                  </a:lnTo>
                  <a:lnTo>
                    <a:pt x="3032760" y="748284"/>
                  </a:lnTo>
                  <a:lnTo>
                    <a:pt x="3038856" y="757428"/>
                  </a:lnTo>
                  <a:lnTo>
                    <a:pt x="3049524" y="778764"/>
                  </a:lnTo>
                  <a:lnTo>
                    <a:pt x="3057144" y="789432"/>
                  </a:lnTo>
                  <a:lnTo>
                    <a:pt x="3066288" y="804672"/>
                  </a:lnTo>
                  <a:lnTo>
                    <a:pt x="3075432" y="821436"/>
                  </a:lnTo>
                  <a:lnTo>
                    <a:pt x="3083052" y="832104"/>
                  </a:lnTo>
                  <a:lnTo>
                    <a:pt x="3090672" y="847344"/>
                  </a:lnTo>
                  <a:lnTo>
                    <a:pt x="3099816" y="861060"/>
                  </a:lnTo>
                  <a:lnTo>
                    <a:pt x="3107436" y="874776"/>
                  </a:lnTo>
                  <a:lnTo>
                    <a:pt x="3118104" y="894588"/>
                  </a:lnTo>
                  <a:lnTo>
                    <a:pt x="3124200" y="902208"/>
                  </a:lnTo>
                  <a:lnTo>
                    <a:pt x="3130296" y="912876"/>
                  </a:lnTo>
                  <a:lnTo>
                    <a:pt x="3139440" y="932688"/>
                  </a:lnTo>
                  <a:lnTo>
                    <a:pt x="3147060" y="944880"/>
                  </a:lnTo>
                  <a:lnTo>
                    <a:pt x="3156204" y="958596"/>
                  </a:lnTo>
                  <a:lnTo>
                    <a:pt x="3163824" y="970788"/>
                  </a:lnTo>
                  <a:lnTo>
                    <a:pt x="3169920" y="979932"/>
                  </a:lnTo>
                  <a:lnTo>
                    <a:pt x="3177540" y="996696"/>
                  </a:lnTo>
                  <a:lnTo>
                    <a:pt x="3183636" y="1005840"/>
                  </a:lnTo>
                  <a:lnTo>
                    <a:pt x="3189732" y="1018032"/>
                  </a:lnTo>
                  <a:lnTo>
                    <a:pt x="3191256" y="1019556"/>
                  </a:lnTo>
                  <a:lnTo>
                    <a:pt x="3192780" y="1022604"/>
                  </a:lnTo>
                  <a:lnTo>
                    <a:pt x="3192780" y="1024128"/>
                  </a:lnTo>
                  <a:lnTo>
                    <a:pt x="3198876" y="1031748"/>
                  </a:lnTo>
                  <a:lnTo>
                    <a:pt x="3204972" y="1040892"/>
                  </a:lnTo>
                  <a:lnTo>
                    <a:pt x="3220212" y="1068324"/>
                  </a:lnTo>
                  <a:lnTo>
                    <a:pt x="3224784" y="1075944"/>
                  </a:lnTo>
                  <a:lnTo>
                    <a:pt x="3229470" y="1084160"/>
                  </a:lnTo>
                  <a:lnTo>
                    <a:pt x="3136392" y="1078992"/>
                  </a:lnTo>
                  <a:lnTo>
                    <a:pt x="3312388" y="1192568"/>
                  </a:lnTo>
                  <a:lnTo>
                    <a:pt x="3351276" y="121767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1241" y="5478779"/>
              <a:ext cx="6065520" cy="1358265"/>
            </a:xfrm>
            <a:custGeom>
              <a:avLst/>
              <a:gdLst/>
              <a:ahLst/>
              <a:cxnLst/>
              <a:rect l="l" t="t" r="r" b="b"/>
              <a:pathLst>
                <a:path w="6065520" h="1358265">
                  <a:moveTo>
                    <a:pt x="1050042" y="0"/>
                  </a:moveTo>
                  <a:lnTo>
                    <a:pt x="1050042" y="1333499"/>
                  </a:lnTo>
                </a:path>
                <a:path w="6065520" h="1358265">
                  <a:moveTo>
                    <a:pt x="2046738" y="1523"/>
                  </a:moveTo>
                  <a:lnTo>
                    <a:pt x="2046738" y="1357883"/>
                  </a:lnTo>
                </a:path>
                <a:path w="6065520" h="1358265">
                  <a:moveTo>
                    <a:pt x="3627126" y="688847"/>
                  </a:moveTo>
                  <a:lnTo>
                    <a:pt x="0" y="688847"/>
                  </a:lnTo>
                </a:path>
                <a:path w="6065520" h="1358265">
                  <a:moveTo>
                    <a:pt x="6065525" y="0"/>
                  </a:moveTo>
                  <a:lnTo>
                    <a:pt x="6065525" y="1357883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79491" y="2097023"/>
              <a:ext cx="4419600" cy="1213485"/>
            </a:xfrm>
            <a:custGeom>
              <a:avLst/>
              <a:gdLst/>
              <a:ahLst/>
              <a:cxnLst/>
              <a:rect l="l" t="t" r="r" b="b"/>
              <a:pathLst>
                <a:path w="4419600" h="1213485">
                  <a:moveTo>
                    <a:pt x="2209799" y="0"/>
                  </a:moveTo>
                  <a:lnTo>
                    <a:pt x="2138265" y="311"/>
                  </a:lnTo>
                  <a:lnTo>
                    <a:pt x="2067299" y="1239"/>
                  </a:lnTo>
                  <a:lnTo>
                    <a:pt x="1996936" y="2773"/>
                  </a:lnTo>
                  <a:lnTo>
                    <a:pt x="1927211" y="4906"/>
                  </a:lnTo>
                  <a:lnTo>
                    <a:pt x="1858156" y="7626"/>
                  </a:lnTo>
                  <a:lnTo>
                    <a:pt x="1789808" y="10926"/>
                  </a:lnTo>
                  <a:lnTo>
                    <a:pt x="1722199" y="14795"/>
                  </a:lnTo>
                  <a:lnTo>
                    <a:pt x="1655364" y="19224"/>
                  </a:lnTo>
                  <a:lnTo>
                    <a:pt x="1589338" y="24204"/>
                  </a:lnTo>
                  <a:lnTo>
                    <a:pt x="1524155" y="29726"/>
                  </a:lnTo>
                  <a:lnTo>
                    <a:pt x="1459848" y="35779"/>
                  </a:lnTo>
                  <a:lnTo>
                    <a:pt x="1396453" y="42355"/>
                  </a:lnTo>
                  <a:lnTo>
                    <a:pt x="1334003" y="49444"/>
                  </a:lnTo>
                  <a:lnTo>
                    <a:pt x="1272533" y="57038"/>
                  </a:lnTo>
                  <a:lnTo>
                    <a:pt x="1212077" y="65125"/>
                  </a:lnTo>
                  <a:lnTo>
                    <a:pt x="1152670" y="73698"/>
                  </a:lnTo>
                  <a:lnTo>
                    <a:pt x="1094344" y="82747"/>
                  </a:lnTo>
                  <a:lnTo>
                    <a:pt x="1037136" y="92262"/>
                  </a:lnTo>
                  <a:lnTo>
                    <a:pt x="981079" y="102234"/>
                  </a:lnTo>
                  <a:lnTo>
                    <a:pt x="926206" y="112654"/>
                  </a:lnTo>
                  <a:lnTo>
                    <a:pt x="872554" y="123512"/>
                  </a:lnTo>
                  <a:lnTo>
                    <a:pt x="820155" y="134799"/>
                  </a:lnTo>
                  <a:lnTo>
                    <a:pt x="769044" y="146505"/>
                  </a:lnTo>
                  <a:lnTo>
                    <a:pt x="719256" y="158622"/>
                  </a:lnTo>
                  <a:lnTo>
                    <a:pt x="670824" y="171139"/>
                  </a:lnTo>
                  <a:lnTo>
                    <a:pt x="623784" y="184048"/>
                  </a:lnTo>
                  <a:lnTo>
                    <a:pt x="578168" y="197339"/>
                  </a:lnTo>
                  <a:lnTo>
                    <a:pt x="534011" y="211003"/>
                  </a:lnTo>
                  <a:lnTo>
                    <a:pt x="491349" y="225029"/>
                  </a:lnTo>
                  <a:lnTo>
                    <a:pt x="450214" y="239410"/>
                  </a:lnTo>
                  <a:lnTo>
                    <a:pt x="410641" y="254135"/>
                  </a:lnTo>
                  <a:lnTo>
                    <a:pt x="372665" y="269195"/>
                  </a:lnTo>
                  <a:lnTo>
                    <a:pt x="336319" y="284581"/>
                  </a:lnTo>
                  <a:lnTo>
                    <a:pt x="268657" y="316293"/>
                  </a:lnTo>
                  <a:lnTo>
                    <a:pt x="207929" y="349196"/>
                  </a:lnTo>
                  <a:lnTo>
                    <a:pt x="154408" y="383214"/>
                  </a:lnTo>
                  <a:lnTo>
                    <a:pt x="108370" y="418273"/>
                  </a:lnTo>
                  <a:lnTo>
                    <a:pt x="70087" y="454298"/>
                  </a:lnTo>
                  <a:lnTo>
                    <a:pt x="39835" y="491213"/>
                  </a:lnTo>
                  <a:lnTo>
                    <a:pt x="17887" y="528943"/>
                  </a:lnTo>
                  <a:lnTo>
                    <a:pt x="4517" y="567415"/>
                  </a:lnTo>
                  <a:lnTo>
                    <a:pt x="0" y="606551"/>
                  </a:lnTo>
                  <a:lnTo>
                    <a:pt x="1135" y="626198"/>
                  </a:lnTo>
                  <a:lnTo>
                    <a:pt x="10113" y="665012"/>
                  </a:lnTo>
                  <a:lnTo>
                    <a:pt x="27806" y="703122"/>
                  </a:lnTo>
                  <a:lnTo>
                    <a:pt x="53940" y="740455"/>
                  </a:lnTo>
                  <a:lnTo>
                    <a:pt x="88242" y="776934"/>
                  </a:lnTo>
                  <a:lnTo>
                    <a:pt x="130437" y="812485"/>
                  </a:lnTo>
                  <a:lnTo>
                    <a:pt x="180250" y="847033"/>
                  </a:lnTo>
                  <a:lnTo>
                    <a:pt x="237409" y="880502"/>
                  </a:lnTo>
                  <a:lnTo>
                    <a:pt x="301639" y="912819"/>
                  </a:lnTo>
                  <a:lnTo>
                    <a:pt x="372665" y="943908"/>
                  </a:lnTo>
                  <a:lnTo>
                    <a:pt x="410641" y="958968"/>
                  </a:lnTo>
                  <a:lnTo>
                    <a:pt x="450214" y="973693"/>
                  </a:lnTo>
                  <a:lnTo>
                    <a:pt x="491349" y="988074"/>
                  </a:lnTo>
                  <a:lnTo>
                    <a:pt x="534011" y="1002100"/>
                  </a:lnTo>
                  <a:lnTo>
                    <a:pt x="578168" y="1015764"/>
                  </a:lnTo>
                  <a:lnTo>
                    <a:pt x="623784" y="1029055"/>
                  </a:lnTo>
                  <a:lnTo>
                    <a:pt x="670824" y="1041964"/>
                  </a:lnTo>
                  <a:lnTo>
                    <a:pt x="719256" y="1054481"/>
                  </a:lnTo>
                  <a:lnTo>
                    <a:pt x="769044" y="1066598"/>
                  </a:lnTo>
                  <a:lnTo>
                    <a:pt x="820155" y="1078304"/>
                  </a:lnTo>
                  <a:lnTo>
                    <a:pt x="872554" y="1089591"/>
                  </a:lnTo>
                  <a:lnTo>
                    <a:pt x="926206" y="1100449"/>
                  </a:lnTo>
                  <a:lnTo>
                    <a:pt x="981079" y="1110869"/>
                  </a:lnTo>
                  <a:lnTo>
                    <a:pt x="1037136" y="1120841"/>
                  </a:lnTo>
                  <a:lnTo>
                    <a:pt x="1094344" y="1130356"/>
                  </a:lnTo>
                  <a:lnTo>
                    <a:pt x="1152670" y="1139405"/>
                  </a:lnTo>
                  <a:lnTo>
                    <a:pt x="1212077" y="1147978"/>
                  </a:lnTo>
                  <a:lnTo>
                    <a:pt x="1272533" y="1156065"/>
                  </a:lnTo>
                  <a:lnTo>
                    <a:pt x="1334003" y="1163659"/>
                  </a:lnTo>
                  <a:lnTo>
                    <a:pt x="1396453" y="1170748"/>
                  </a:lnTo>
                  <a:lnTo>
                    <a:pt x="1459848" y="1177324"/>
                  </a:lnTo>
                  <a:lnTo>
                    <a:pt x="1524155" y="1183377"/>
                  </a:lnTo>
                  <a:lnTo>
                    <a:pt x="1589338" y="1188899"/>
                  </a:lnTo>
                  <a:lnTo>
                    <a:pt x="1655364" y="1193879"/>
                  </a:lnTo>
                  <a:lnTo>
                    <a:pt x="1722199" y="1198308"/>
                  </a:lnTo>
                  <a:lnTo>
                    <a:pt x="1789808" y="1202177"/>
                  </a:lnTo>
                  <a:lnTo>
                    <a:pt x="1858156" y="1205477"/>
                  </a:lnTo>
                  <a:lnTo>
                    <a:pt x="1927211" y="1208197"/>
                  </a:lnTo>
                  <a:lnTo>
                    <a:pt x="1996936" y="1210330"/>
                  </a:lnTo>
                  <a:lnTo>
                    <a:pt x="2067299" y="1211864"/>
                  </a:lnTo>
                  <a:lnTo>
                    <a:pt x="2138265" y="1212792"/>
                  </a:lnTo>
                  <a:lnTo>
                    <a:pt x="2209799" y="1213103"/>
                  </a:lnTo>
                  <a:lnTo>
                    <a:pt x="2281334" y="1212792"/>
                  </a:lnTo>
                  <a:lnTo>
                    <a:pt x="2352300" y="1211864"/>
                  </a:lnTo>
                  <a:lnTo>
                    <a:pt x="2422663" y="1210330"/>
                  </a:lnTo>
                  <a:lnTo>
                    <a:pt x="2492388" y="1208197"/>
                  </a:lnTo>
                  <a:lnTo>
                    <a:pt x="2561443" y="1205477"/>
                  </a:lnTo>
                  <a:lnTo>
                    <a:pt x="2629791" y="1202177"/>
                  </a:lnTo>
                  <a:lnTo>
                    <a:pt x="2697400" y="1198308"/>
                  </a:lnTo>
                  <a:lnTo>
                    <a:pt x="2764235" y="1193879"/>
                  </a:lnTo>
                  <a:lnTo>
                    <a:pt x="2830261" y="1188899"/>
                  </a:lnTo>
                  <a:lnTo>
                    <a:pt x="2895444" y="1183377"/>
                  </a:lnTo>
                  <a:lnTo>
                    <a:pt x="2959751" y="1177324"/>
                  </a:lnTo>
                  <a:lnTo>
                    <a:pt x="3023146" y="1170748"/>
                  </a:lnTo>
                  <a:lnTo>
                    <a:pt x="3085596" y="1163659"/>
                  </a:lnTo>
                  <a:lnTo>
                    <a:pt x="3147066" y="1156065"/>
                  </a:lnTo>
                  <a:lnTo>
                    <a:pt x="3207522" y="1147978"/>
                  </a:lnTo>
                  <a:lnTo>
                    <a:pt x="3266929" y="1139405"/>
                  </a:lnTo>
                  <a:lnTo>
                    <a:pt x="3325255" y="1130356"/>
                  </a:lnTo>
                  <a:lnTo>
                    <a:pt x="3382463" y="1120841"/>
                  </a:lnTo>
                  <a:lnTo>
                    <a:pt x="3438520" y="1110869"/>
                  </a:lnTo>
                  <a:lnTo>
                    <a:pt x="3493393" y="1100449"/>
                  </a:lnTo>
                  <a:lnTo>
                    <a:pt x="3547045" y="1089591"/>
                  </a:lnTo>
                  <a:lnTo>
                    <a:pt x="3599444" y="1078304"/>
                  </a:lnTo>
                  <a:lnTo>
                    <a:pt x="3650554" y="1066598"/>
                  </a:lnTo>
                  <a:lnTo>
                    <a:pt x="3700343" y="1054481"/>
                  </a:lnTo>
                  <a:lnTo>
                    <a:pt x="3748774" y="1041964"/>
                  </a:lnTo>
                  <a:lnTo>
                    <a:pt x="3795815" y="1029055"/>
                  </a:lnTo>
                  <a:lnTo>
                    <a:pt x="3841431" y="1015764"/>
                  </a:lnTo>
                  <a:lnTo>
                    <a:pt x="3885587" y="1002100"/>
                  </a:lnTo>
                  <a:lnTo>
                    <a:pt x="3928250" y="988074"/>
                  </a:lnTo>
                  <a:lnTo>
                    <a:pt x="3969385" y="973693"/>
                  </a:lnTo>
                  <a:lnTo>
                    <a:pt x="4008958" y="958968"/>
                  </a:lnTo>
                  <a:lnTo>
                    <a:pt x="4046934" y="943908"/>
                  </a:lnTo>
                  <a:lnTo>
                    <a:pt x="4083280" y="928522"/>
                  </a:lnTo>
                  <a:lnTo>
                    <a:pt x="4150942" y="896810"/>
                  </a:lnTo>
                  <a:lnTo>
                    <a:pt x="4211670" y="863907"/>
                  </a:lnTo>
                  <a:lnTo>
                    <a:pt x="4265191" y="829889"/>
                  </a:lnTo>
                  <a:lnTo>
                    <a:pt x="4311229" y="794830"/>
                  </a:lnTo>
                  <a:lnTo>
                    <a:pt x="4349512" y="758805"/>
                  </a:lnTo>
                  <a:lnTo>
                    <a:pt x="4379764" y="721890"/>
                  </a:lnTo>
                  <a:lnTo>
                    <a:pt x="4401712" y="684160"/>
                  </a:lnTo>
                  <a:lnTo>
                    <a:pt x="4415082" y="645688"/>
                  </a:lnTo>
                  <a:lnTo>
                    <a:pt x="4419599" y="606551"/>
                  </a:lnTo>
                  <a:lnTo>
                    <a:pt x="4418464" y="586905"/>
                  </a:lnTo>
                  <a:lnTo>
                    <a:pt x="4409486" y="548091"/>
                  </a:lnTo>
                  <a:lnTo>
                    <a:pt x="4391793" y="509981"/>
                  </a:lnTo>
                  <a:lnTo>
                    <a:pt x="4365659" y="472648"/>
                  </a:lnTo>
                  <a:lnTo>
                    <a:pt x="4331357" y="436169"/>
                  </a:lnTo>
                  <a:lnTo>
                    <a:pt x="4289162" y="400618"/>
                  </a:lnTo>
                  <a:lnTo>
                    <a:pt x="4239348" y="366070"/>
                  </a:lnTo>
                  <a:lnTo>
                    <a:pt x="4182190" y="332601"/>
                  </a:lnTo>
                  <a:lnTo>
                    <a:pt x="4117960" y="300284"/>
                  </a:lnTo>
                  <a:lnTo>
                    <a:pt x="4046934" y="269195"/>
                  </a:lnTo>
                  <a:lnTo>
                    <a:pt x="4008958" y="254135"/>
                  </a:lnTo>
                  <a:lnTo>
                    <a:pt x="3969385" y="239410"/>
                  </a:lnTo>
                  <a:lnTo>
                    <a:pt x="3928250" y="225029"/>
                  </a:lnTo>
                  <a:lnTo>
                    <a:pt x="3885587" y="211003"/>
                  </a:lnTo>
                  <a:lnTo>
                    <a:pt x="3841431" y="197339"/>
                  </a:lnTo>
                  <a:lnTo>
                    <a:pt x="3795815" y="184048"/>
                  </a:lnTo>
                  <a:lnTo>
                    <a:pt x="3748774" y="171139"/>
                  </a:lnTo>
                  <a:lnTo>
                    <a:pt x="3700343" y="158622"/>
                  </a:lnTo>
                  <a:lnTo>
                    <a:pt x="3650554" y="146505"/>
                  </a:lnTo>
                  <a:lnTo>
                    <a:pt x="3599444" y="134799"/>
                  </a:lnTo>
                  <a:lnTo>
                    <a:pt x="3547045" y="123512"/>
                  </a:lnTo>
                  <a:lnTo>
                    <a:pt x="3493393" y="112654"/>
                  </a:lnTo>
                  <a:lnTo>
                    <a:pt x="3438520" y="102234"/>
                  </a:lnTo>
                  <a:lnTo>
                    <a:pt x="3382463" y="92262"/>
                  </a:lnTo>
                  <a:lnTo>
                    <a:pt x="3325255" y="82747"/>
                  </a:lnTo>
                  <a:lnTo>
                    <a:pt x="3266929" y="73698"/>
                  </a:lnTo>
                  <a:lnTo>
                    <a:pt x="3207522" y="65125"/>
                  </a:lnTo>
                  <a:lnTo>
                    <a:pt x="3147066" y="57038"/>
                  </a:lnTo>
                  <a:lnTo>
                    <a:pt x="3085596" y="49444"/>
                  </a:lnTo>
                  <a:lnTo>
                    <a:pt x="3023146" y="42355"/>
                  </a:lnTo>
                  <a:lnTo>
                    <a:pt x="2959751" y="35779"/>
                  </a:lnTo>
                  <a:lnTo>
                    <a:pt x="2895444" y="29726"/>
                  </a:lnTo>
                  <a:lnTo>
                    <a:pt x="2830261" y="24204"/>
                  </a:lnTo>
                  <a:lnTo>
                    <a:pt x="2764235" y="19224"/>
                  </a:lnTo>
                  <a:lnTo>
                    <a:pt x="2697400" y="14795"/>
                  </a:lnTo>
                  <a:lnTo>
                    <a:pt x="2629791" y="10926"/>
                  </a:lnTo>
                  <a:lnTo>
                    <a:pt x="2561443" y="7626"/>
                  </a:lnTo>
                  <a:lnTo>
                    <a:pt x="2492388" y="4906"/>
                  </a:lnTo>
                  <a:lnTo>
                    <a:pt x="2422663" y="2773"/>
                  </a:lnTo>
                  <a:lnTo>
                    <a:pt x="2352300" y="1239"/>
                  </a:lnTo>
                  <a:lnTo>
                    <a:pt x="2281334" y="311"/>
                  </a:lnTo>
                  <a:lnTo>
                    <a:pt x="2209799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216138" y="2468371"/>
            <a:ext cx="3908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Se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forem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muitos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números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402844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Atributo</a:t>
            </a:r>
            <a:r>
              <a:rPr spc="-90" dirty="0"/>
              <a:t> </a:t>
            </a:r>
            <a:r>
              <a:rPr spc="-10" dirty="0"/>
              <a:t>Primo</a:t>
            </a:r>
          </a:p>
        </p:txBody>
      </p:sp>
      <p:sp>
        <p:nvSpPr>
          <p:cNvPr id="3" name="object 3"/>
          <p:cNvSpPr/>
          <p:nvPr/>
        </p:nvSpPr>
        <p:spPr>
          <a:xfrm>
            <a:off x="3955288" y="3886200"/>
            <a:ext cx="5943600" cy="1676400"/>
          </a:xfrm>
          <a:custGeom>
            <a:avLst/>
            <a:gdLst/>
            <a:ahLst/>
            <a:cxnLst/>
            <a:rect l="l" t="t" r="r" b="b"/>
            <a:pathLst>
              <a:path w="5943600" h="1676400">
                <a:moveTo>
                  <a:pt x="2971799" y="0"/>
                </a:moveTo>
                <a:lnTo>
                  <a:pt x="2900635" y="235"/>
                </a:lnTo>
                <a:lnTo>
                  <a:pt x="2829882" y="937"/>
                </a:lnTo>
                <a:lnTo>
                  <a:pt x="2759557" y="2102"/>
                </a:lnTo>
                <a:lnTo>
                  <a:pt x="2689681" y="3723"/>
                </a:lnTo>
                <a:lnTo>
                  <a:pt x="2620270" y="5796"/>
                </a:lnTo>
                <a:lnTo>
                  <a:pt x="2551345" y="8316"/>
                </a:lnTo>
                <a:lnTo>
                  <a:pt x="2482922" y="11276"/>
                </a:lnTo>
                <a:lnTo>
                  <a:pt x="2415023" y="14672"/>
                </a:lnTo>
                <a:lnTo>
                  <a:pt x="2347663" y="18499"/>
                </a:lnTo>
                <a:lnTo>
                  <a:pt x="2280864" y="22751"/>
                </a:lnTo>
                <a:lnTo>
                  <a:pt x="2214642" y="27423"/>
                </a:lnTo>
                <a:lnTo>
                  <a:pt x="2149017" y="32510"/>
                </a:lnTo>
                <a:lnTo>
                  <a:pt x="2084007" y="38007"/>
                </a:lnTo>
                <a:lnTo>
                  <a:pt x="2019631" y="43908"/>
                </a:lnTo>
                <a:lnTo>
                  <a:pt x="1955908" y="50209"/>
                </a:lnTo>
                <a:lnTo>
                  <a:pt x="1892855" y="56903"/>
                </a:lnTo>
                <a:lnTo>
                  <a:pt x="1830493" y="63986"/>
                </a:lnTo>
                <a:lnTo>
                  <a:pt x="1768839" y="71453"/>
                </a:lnTo>
                <a:lnTo>
                  <a:pt x="1707911" y="79298"/>
                </a:lnTo>
                <a:lnTo>
                  <a:pt x="1647730" y="87516"/>
                </a:lnTo>
                <a:lnTo>
                  <a:pt x="1588312" y="96102"/>
                </a:lnTo>
                <a:lnTo>
                  <a:pt x="1529678" y="105050"/>
                </a:lnTo>
                <a:lnTo>
                  <a:pt x="1471845" y="114356"/>
                </a:lnTo>
                <a:lnTo>
                  <a:pt x="1414832" y="124014"/>
                </a:lnTo>
                <a:lnTo>
                  <a:pt x="1358658" y="134019"/>
                </a:lnTo>
                <a:lnTo>
                  <a:pt x="1303341" y="144365"/>
                </a:lnTo>
                <a:lnTo>
                  <a:pt x="1248900" y="155048"/>
                </a:lnTo>
                <a:lnTo>
                  <a:pt x="1195354" y="166062"/>
                </a:lnTo>
                <a:lnTo>
                  <a:pt x="1142720" y="177402"/>
                </a:lnTo>
                <a:lnTo>
                  <a:pt x="1091019" y="189062"/>
                </a:lnTo>
                <a:lnTo>
                  <a:pt x="1040268" y="201038"/>
                </a:lnTo>
                <a:lnTo>
                  <a:pt x="990487" y="213325"/>
                </a:lnTo>
                <a:lnTo>
                  <a:pt x="941692" y="225916"/>
                </a:lnTo>
                <a:lnTo>
                  <a:pt x="893905" y="238807"/>
                </a:lnTo>
                <a:lnTo>
                  <a:pt x="847142" y="251993"/>
                </a:lnTo>
                <a:lnTo>
                  <a:pt x="801423" y="265468"/>
                </a:lnTo>
                <a:lnTo>
                  <a:pt x="756765" y="279227"/>
                </a:lnTo>
                <a:lnTo>
                  <a:pt x="713189" y="293265"/>
                </a:lnTo>
                <a:lnTo>
                  <a:pt x="670712" y="307576"/>
                </a:lnTo>
                <a:lnTo>
                  <a:pt x="629353" y="322156"/>
                </a:lnTo>
                <a:lnTo>
                  <a:pt x="589131" y="336999"/>
                </a:lnTo>
                <a:lnTo>
                  <a:pt x="550064" y="352100"/>
                </a:lnTo>
                <a:lnTo>
                  <a:pt x="512171" y="367454"/>
                </a:lnTo>
                <a:lnTo>
                  <a:pt x="475471" y="383055"/>
                </a:lnTo>
                <a:lnTo>
                  <a:pt x="439982" y="398899"/>
                </a:lnTo>
                <a:lnTo>
                  <a:pt x="372711" y="431291"/>
                </a:lnTo>
                <a:lnTo>
                  <a:pt x="310508" y="464590"/>
                </a:lnTo>
                <a:lnTo>
                  <a:pt x="253523" y="498752"/>
                </a:lnTo>
                <a:lnTo>
                  <a:pt x="201903" y="533738"/>
                </a:lnTo>
                <a:lnTo>
                  <a:pt x="155799" y="569503"/>
                </a:lnTo>
                <a:lnTo>
                  <a:pt x="115358" y="606007"/>
                </a:lnTo>
                <a:lnTo>
                  <a:pt x="80730" y="643208"/>
                </a:lnTo>
                <a:lnTo>
                  <a:pt x="52064" y="681064"/>
                </a:lnTo>
                <a:lnTo>
                  <a:pt x="29510" y="719533"/>
                </a:lnTo>
                <a:lnTo>
                  <a:pt x="13214" y="758573"/>
                </a:lnTo>
                <a:lnTo>
                  <a:pt x="3328" y="798143"/>
                </a:lnTo>
                <a:lnTo>
                  <a:pt x="0" y="838199"/>
                </a:lnTo>
                <a:lnTo>
                  <a:pt x="835" y="858286"/>
                </a:lnTo>
                <a:lnTo>
                  <a:pt x="7461" y="898105"/>
                </a:lnTo>
                <a:lnTo>
                  <a:pt x="20570" y="937415"/>
                </a:lnTo>
                <a:lnTo>
                  <a:pt x="40014" y="976174"/>
                </a:lnTo>
                <a:lnTo>
                  <a:pt x="65643" y="1014342"/>
                </a:lnTo>
                <a:lnTo>
                  <a:pt x="97308" y="1051876"/>
                </a:lnTo>
                <a:lnTo>
                  <a:pt x="134861" y="1088733"/>
                </a:lnTo>
                <a:lnTo>
                  <a:pt x="178152" y="1124874"/>
                </a:lnTo>
                <a:lnTo>
                  <a:pt x="227033" y="1160254"/>
                </a:lnTo>
                <a:lnTo>
                  <a:pt x="281354" y="1194833"/>
                </a:lnTo>
                <a:lnTo>
                  <a:pt x="340967" y="1228569"/>
                </a:lnTo>
                <a:lnTo>
                  <a:pt x="405722" y="1261420"/>
                </a:lnTo>
                <a:lnTo>
                  <a:pt x="475471" y="1293344"/>
                </a:lnTo>
                <a:lnTo>
                  <a:pt x="512171" y="1308945"/>
                </a:lnTo>
                <a:lnTo>
                  <a:pt x="550064" y="1324298"/>
                </a:lnTo>
                <a:lnTo>
                  <a:pt x="589131" y="1339399"/>
                </a:lnTo>
                <a:lnTo>
                  <a:pt x="629353" y="1354243"/>
                </a:lnTo>
                <a:lnTo>
                  <a:pt x="670712" y="1368823"/>
                </a:lnTo>
                <a:lnTo>
                  <a:pt x="713189" y="1383134"/>
                </a:lnTo>
                <a:lnTo>
                  <a:pt x="756765" y="1397172"/>
                </a:lnTo>
                <a:lnTo>
                  <a:pt x="801423" y="1410931"/>
                </a:lnTo>
                <a:lnTo>
                  <a:pt x="847142" y="1424406"/>
                </a:lnTo>
                <a:lnTo>
                  <a:pt x="893905" y="1437592"/>
                </a:lnTo>
                <a:lnTo>
                  <a:pt x="941692" y="1450483"/>
                </a:lnTo>
                <a:lnTo>
                  <a:pt x="990487" y="1463074"/>
                </a:lnTo>
                <a:lnTo>
                  <a:pt x="1040268" y="1475361"/>
                </a:lnTo>
                <a:lnTo>
                  <a:pt x="1091019" y="1487337"/>
                </a:lnTo>
                <a:lnTo>
                  <a:pt x="1142720" y="1498997"/>
                </a:lnTo>
                <a:lnTo>
                  <a:pt x="1195354" y="1510337"/>
                </a:lnTo>
                <a:lnTo>
                  <a:pt x="1248900" y="1521351"/>
                </a:lnTo>
                <a:lnTo>
                  <a:pt x="1303341" y="1532034"/>
                </a:lnTo>
                <a:lnTo>
                  <a:pt x="1358658" y="1542380"/>
                </a:lnTo>
                <a:lnTo>
                  <a:pt x="1414832" y="1552385"/>
                </a:lnTo>
                <a:lnTo>
                  <a:pt x="1471845" y="1562043"/>
                </a:lnTo>
                <a:lnTo>
                  <a:pt x="1529678" y="1571349"/>
                </a:lnTo>
                <a:lnTo>
                  <a:pt x="1588312" y="1580297"/>
                </a:lnTo>
                <a:lnTo>
                  <a:pt x="1647730" y="1588883"/>
                </a:lnTo>
                <a:lnTo>
                  <a:pt x="1707911" y="1597101"/>
                </a:lnTo>
                <a:lnTo>
                  <a:pt x="1768839" y="1604946"/>
                </a:lnTo>
                <a:lnTo>
                  <a:pt x="1830493" y="1612413"/>
                </a:lnTo>
                <a:lnTo>
                  <a:pt x="1892855" y="1619496"/>
                </a:lnTo>
                <a:lnTo>
                  <a:pt x="1955908" y="1626190"/>
                </a:lnTo>
                <a:lnTo>
                  <a:pt x="2019631" y="1632491"/>
                </a:lnTo>
                <a:lnTo>
                  <a:pt x="2084007" y="1638392"/>
                </a:lnTo>
                <a:lnTo>
                  <a:pt x="2149017" y="1643889"/>
                </a:lnTo>
                <a:lnTo>
                  <a:pt x="2214642" y="1648976"/>
                </a:lnTo>
                <a:lnTo>
                  <a:pt x="2280864" y="1653648"/>
                </a:lnTo>
                <a:lnTo>
                  <a:pt x="2347663" y="1657900"/>
                </a:lnTo>
                <a:lnTo>
                  <a:pt x="2415023" y="1661727"/>
                </a:lnTo>
                <a:lnTo>
                  <a:pt x="2482922" y="1665123"/>
                </a:lnTo>
                <a:lnTo>
                  <a:pt x="2551345" y="1668083"/>
                </a:lnTo>
                <a:lnTo>
                  <a:pt x="2620270" y="1670603"/>
                </a:lnTo>
                <a:lnTo>
                  <a:pt x="2689681" y="1672676"/>
                </a:lnTo>
                <a:lnTo>
                  <a:pt x="2759557" y="1674297"/>
                </a:lnTo>
                <a:lnTo>
                  <a:pt x="2829882" y="1675462"/>
                </a:lnTo>
                <a:lnTo>
                  <a:pt x="2900635" y="1676164"/>
                </a:lnTo>
                <a:lnTo>
                  <a:pt x="2971799" y="1676399"/>
                </a:lnTo>
                <a:lnTo>
                  <a:pt x="3042963" y="1676164"/>
                </a:lnTo>
                <a:lnTo>
                  <a:pt x="3113717" y="1675462"/>
                </a:lnTo>
                <a:lnTo>
                  <a:pt x="3184041" y="1674297"/>
                </a:lnTo>
                <a:lnTo>
                  <a:pt x="3253918" y="1672676"/>
                </a:lnTo>
                <a:lnTo>
                  <a:pt x="3323329" y="1670603"/>
                </a:lnTo>
                <a:lnTo>
                  <a:pt x="3392254" y="1668083"/>
                </a:lnTo>
                <a:lnTo>
                  <a:pt x="3460676" y="1665123"/>
                </a:lnTo>
                <a:lnTo>
                  <a:pt x="3528576" y="1661727"/>
                </a:lnTo>
                <a:lnTo>
                  <a:pt x="3595935" y="1657900"/>
                </a:lnTo>
                <a:lnTo>
                  <a:pt x="3662735" y="1653648"/>
                </a:lnTo>
                <a:lnTo>
                  <a:pt x="3728957" y="1648976"/>
                </a:lnTo>
                <a:lnTo>
                  <a:pt x="3794582" y="1643889"/>
                </a:lnTo>
                <a:lnTo>
                  <a:pt x="3859592" y="1638392"/>
                </a:lnTo>
                <a:lnTo>
                  <a:pt x="3923968" y="1632491"/>
                </a:lnTo>
                <a:lnTo>
                  <a:pt x="3987691" y="1626190"/>
                </a:lnTo>
                <a:lnTo>
                  <a:pt x="4050744" y="1619496"/>
                </a:lnTo>
                <a:lnTo>
                  <a:pt x="4113106" y="1612413"/>
                </a:lnTo>
                <a:lnTo>
                  <a:pt x="4174760" y="1604946"/>
                </a:lnTo>
                <a:lnTo>
                  <a:pt x="4235688" y="1597101"/>
                </a:lnTo>
                <a:lnTo>
                  <a:pt x="4295869" y="1588883"/>
                </a:lnTo>
                <a:lnTo>
                  <a:pt x="4355287" y="1580297"/>
                </a:lnTo>
                <a:lnTo>
                  <a:pt x="4413921" y="1571349"/>
                </a:lnTo>
                <a:lnTo>
                  <a:pt x="4471754" y="1562043"/>
                </a:lnTo>
                <a:lnTo>
                  <a:pt x="4528767" y="1552385"/>
                </a:lnTo>
                <a:lnTo>
                  <a:pt x="4584941" y="1542380"/>
                </a:lnTo>
                <a:lnTo>
                  <a:pt x="4640258" y="1532034"/>
                </a:lnTo>
                <a:lnTo>
                  <a:pt x="4694699" y="1521351"/>
                </a:lnTo>
                <a:lnTo>
                  <a:pt x="4748245" y="1510337"/>
                </a:lnTo>
                <a:lnTo>
                  <a:pt x="4800878" y="1498997"/>
                </a:lnTo>
                <a:lnTo>
                  <a:pt x="4852580" y="1487337"/>
                </a:lnTo>
                <a:lnTo>
                  <a:pt x="4903331" y="1475361"/>
                </a:lnTo>
                <a:lnTo>
                  <a:pt x="4953112" y="1463074"/>
                </a:lnTo>
                <a:lnTo>
                  <a:pt x="5001906" y="1450483"/>
                </a:lnTo>
                <a:lnTo>
                  <a:pt x="5049694" y="1437592"/>
                </a:lnTo>
                <a:lnTo>
                  <a:pt x="5096457" y="1424406"/>
                </a:lnTo>
                <a:lnTo>
                  <a:pt x="5142176" y="1410931"/>
                </a:lnTo>
                <a:lnTo>
                  <a:pt x="5186833" y="1397172"/>
                </a:lnTo>
                <a:lnTo>
                  <a:pt x="5230410" y="1383134"/>
                </a:lnTo>
                <a:lnTo>
                  <a:pt x="5272887" y="1368823"/>
                </a:lnTo>
                <a:lnTo>
                  <a:pt x="5314245" y="1354243"/>
                </a:lnTo>
                <a:lnTo>
                  <a:pt x="5354468" y="1339399"/>
                </a:lnTo>
                <a:lnTo>
                  <a:pt x="5393534" y="1324298"/>
                </a:lnTo>
                <a:lnTo>
                  <a:pt x="5431427" y="1308945"/>
                </a:lnTo>
                <a:lnTo>
                  <a:pt x="5468128" y="1293344"/>
                </a:lnTo>
                <a:lnTo>
                  <a:pt x="5503617" y="1277500"/>
                </a:lnTo>
                <a:lnTo>
                  <a:pt x="5570888" y="1245108"/>
                </a:lnTo>
                <a:lnTo>
                  <a:pt x="5633090" y="1211809"/>
                </a:lnTo>
                <a:lnTo>
                  <a:pt x="5690076" y="1177647"/>
                </a:lnTo>
                <a:lnTo>
                  <a:pt x="5741696" y="1142661"/>
                </a:lnTo>
                <a:lnTo>
                  <a:pt x="5787800" y="1106896"/>
                </a:lnTo>
                <a:lnTo>
                  <a:pt x="5828241" y="1070392"/>
                </a:lnTo>
                <a:lnTo>
                  <a:pt x="5862869" y="1033191"/>
                </a:lnTo>
                <a:lnTo>
                  <a:pt x="5891534" y="995335"/>
                </a:lnTo>
                <a:lnTo>
                  <a:pt x="5914089" y="956866"/>
                </a:lnTo>
                <a:lnTo>
                  <a:pt x="5930384" y="917826"/>
                </a:lnTo>
                <a:lnTo>
                  <a:pt x="5940271" y="878256"/>
                </a:lnTo>
                <a:lnTo>
                  <a:pt x="5943599" y="838199"/>
                </a:lnTo>
                <a:lnTo>
                  <a:pt x="5942764" y="818113"/>
                </a:lnTo>
                <a:lnTo>
                  <a:pt x="5936138" y="778294"/>
                </a:lnTo>
                <a:lnTo>
                  <a:pt x="5923029" y="738984"/>
                </a:lnTo>
                <a:lnTo>
                  <a:pt x="5903585" y="700225"/>
                </a:lnTo>
                <a:lnTo>
                  <a:pt x="5877956" y="662057"/>
                </a:lnTo>
                <a:lnTo>
                  <a:pt x="5846291" y="624523"/>
                </a:lnTo>
                <a:lnTo>
                  <a:pt x="5808738" y="587666"/>
                </a:lnTo>
                <a:lnTo>
                  <a:pt x="5765447" y="551525"/>
                </a:lnTo>
                <a:lnTo>
                  <a:pt x="5716566" y="516145"/>
                </a:lnTo>
                <a:lnTo>
                  <a:pt x="5662245" y="481566"/>
                </a:lnTo>
                <a:lnTo>
                  <a:pt x="5602632" y="447830"/>
                </a:lnTo>
                <a:lnTo>
                  <a:pt x="5537877" y="414979"/>
                </a:lnTo>
                <a:lnTo>
                  <a:pt x="5468128" y="383055"/>
                </a:lnTo>
                <a:lnTo>
                  <a:pt x="5431427" y="367454"/>
                </a:lnTo>
                <a:lnTo>
                  <a:pt x="5393534" y="352100"/>
                </a:lnTo>
                <a:lnTo>
                  <a:pt x="5354468" y="336999"/>
                </a:lnTo>
                <a:lnTo>
                  <a:pt x="5314245" y="322156"/>
                </a:lnTo>
                <a:lnTo>
                  <a:pt x="5272887" y="307576"/>
                </a:lnTo>
                <a:lnTo>
                  <a:pt x="5230410" y="293265"/>
                </a:lnTo>
                <a:lnTo>
                  <a:pt x="5186833" y="279227"/>
                </a:lnTo>
                <a:lnTo>
                  <a:pt x="5142176" y="265468"/>
                </a:lnTo>
                <a:lnTo>
                  <a:pt x="5096457" y="251993"/>
                </a:lnTo>
                <a:lnTo>
                  <a:pt x="5049694" y="238807"/>
                </a:lnTo>
                <a:lnTo>
                  <a:pt x="5001906" y="225916"/>
                </a:lnTo>
                <a:lnTo>
                  <a:pt x="4953112" y="213325"/>
                </a:lnTo>
                <a:lnTo>
                  <a:pt x="4903331" y="201038"/>
                </a:lnTo>
                <a:lnTo>
                  <a:pt x="4852580" y="189062"/>
                </a:lnTo>
                <a:lnTo>
                  <a:pt x="4800878" y="177402"/>
                </a:lnTo>
                <a:lnTo>
                  <a:pt x="4748245" y="166062"/>
                </a:lnTo>
                <a:lnTo>
                  <a:pt x="4694699" y="155048"/>
                </a:lnTo>
                <a:lnTo>
                  <a:pt x="4640258" y="144365"/>
                </a:lnTo>
                <a:lnTo>
                  <a:pt x="4584941" y="134019"/>
                </a:lnTo>
                <a:lnTo>
                  <a:pt x="4528767" y="124014"/>
                </a:lnTo>
                <a:lnTo>
                  <a:pt x="4471754" y="114356"/>
                </a:lnTo>
                <a:lnTo>
                  <a:pt x="4413921" y="105050"/>
                </a:lnTo>
                <a:lnTo>
                  <a:pt x="4355287" y="96102"/>
                </a:lnTo>
                <a:lnTo>
                  <a:pt x="4295869" y="87516"/>
                </a:lnTo>
                <a:lnTo>
                  <a:pt x="4235688" y="79298"/>
                </a:lnTo>
                <a:lnTo>
                  <a:pt x="4174760" y="71453"/>
                </a:lnTo>
                <a:lnTo>
                  <a:pt x="4113106" y="63986"/>
                </a:lnTo>
                <a:lnTo>
                  <a:pt x="4050744" y="56903"/>
                </a:lnTo>
                <a:lnTo>
                  <a:pt x="3987691" y="50209"/>
                </a:lnTo>
                <a:lnTo>
                  <a:pt x="3923968" y="43908"/>
                </a:lnTo>
                <a:lnTo>
                  <a:pt x="3859592" y="38007"/>
                </a:lnTo>
                <a:lnTo>
                  <a:pt x="3794582" y="32510"/>
                </a:lnTo>
                <a:lnTo>
                  <a:pt x="3728957" y="27423"/>
                </a:lnTo>
                <a:lnTo>
                  <a:pt x="3662735" y="22751"/>
                </a:lnTo>
                <a:lnTo>
                  <a:pt x="3595935" y="18499"/>
                </a:lnTo>
                <a:lnTo>
                  <a:pt x="3528576" y="14672"/>
                </a:lnTo>
                <a:lnTo>
                  <a:pt x="3460676" y="11276"/>
                </a:lnTo>
                <a:lnTo>
                  <a:pt x="3392254" y="8316"/>
                </a:lnTo>
                <a:lnTo>
                  <a:pt x="3323329" y="5796"/>
                </a:lnTo>
                <a:lnTo>
                  <a:pt x="3253918" y="3723"/>
                </a:lnTo>
                <a:lnTo>
                  <a:pt x="3184041" y="2102"/>
                </a:lnTo>
                <a:lnTo>
                  <a:pt x="3113717" y="937"/>
                </a:lnTo>
                <a:lnTo>
                  <a:pt x="3042963" y="235"/>
                </a:lnTo>
                <a:lnTo>
                  <a:pt x="2971799" y="0"/>
                </a:lnTo>
                <a:close/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98353" y="2739364"/>
            <a:ext cx="7362190" cy="22256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54965" marR="5080" indent="-342900">
              <a:lnSpc>
                <a:spcPts val="3840"/>
              </a:lnSpc>
              <a:spcBef>
                <a:spcPts val="414"/>
              </a:spcBef>
            </a:pPr>
            <a:r>
              <a:rPr sz="3350" i="1" spc="-290" dirty="0">
                <a:latin typeface="Verdana"/>
                <a:cs typeface="Verdana"/>
              </a:rPr>
              <a:t>Todo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295" dirty="0">
                <a:latin typeface="Verdana"/>
                <a:cs typeface="Verdana"/>
              </a:rPr>
              <a:t>atributo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330" dirty="0">
                <a:latin typeface="Verdana"/>
                <a:cs typeface="Verdana"/>
              </a:rPr>
              <a:t>que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10" dirty="0">
                <a:latin typeface="Verdana"/>
                <a:cs typeface="Verdana"/>
              </a:rPr>
              <a:t>pertence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345" dirty="0">
                <a:latin typeface="Verdana"/>
                <a:cs typeface="Verdana"/>
              </a:rPr>
              <a:t>a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425" dirty="0">
                <a:latin typeface="Verdana"/>
                <a:cs typeface="Verdana"/>
              </a:rPr>
              <a:t>uma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50" dirty="0">
                <a:latin typeface="Verdana"/>
                <a:cs typeface="Verdana"/>
              </a:rPr>
              <a:t>chave </a:t>
            </a:r>
            <a:r>
              <a:rPr sz="3350" i="1" spc="-310" dirty="0">
                <a:latin typeface="Verdana"/>
                <a:cs typeface="Verdana"/>
              </a:rPr>
              <a:t>candidata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20" dirty="0">
                <a:latin typeface="Verdana"/>
                <a:cs typeface="Verdana"/>
              </a:rPr>
              <a:t>é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45" dirty="0">
                <a:latin typeface="Verdana"/>
                <a:cs typeface="Verdana"/>
              </a:rPr>
              <a:t>denominado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40" dirty="0">
                <a:latin typeface="Verdana"/>
                <a:cs typeface="Verdana"/>
              </a:rPr>
              <a:t>primo.</a:t>
            </a:r>
            <a:endParaRPr sz="3350">
              <a:latin typeface="Verdana"/>
              <a:cs typeface="Verdana"/>
            </a:endParaRPr>
          </a:p>
          <a:p>
            <a:pPr>
              <a:spcBef>
                <a:spcPts val="1415"/>
              </a:spcBef>
            </a:pPr>
            <a:endParaRPr sz="3350">
              <a:latin typeface="Verdana"/>
              <a:cs typeface="Verdana"/>
            </a:endParaRPr>
          </a:p>
          <a:p>
            <a:pPr marL="446405"/>
            <a:r>
              <a:rPr sz="3200" b="1" dirty="0">
                <a:latin typeface="Times New Roman"/>
                <a:cs typeface="Times New Roman"/>
              </a:rPr>
              <a:t>O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que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é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mesmo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chave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candidata?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2632" y="5774692"/>
            <a:ext cx="7511415" cy="95821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4965" marR="5080" indent="-342900" algn="just">
              <a:lnSpc>
                <a:spcPts val="2400"/>
              </a:lnSpc>
              <a:spcBef>
                <a:spcPts val="295"/>
              </a:spcBef>
            </a:pPr>
            <a:r>
              <a:rPr sz="2100" i="1" spc="-215" dirty="0">
                <a:latin typeface="Verdana"/>
                <a:cs typeface="Verdana"/>
              </a:rPr>
              <a:t>É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195" dirty="0">
                <a:latin typeface="Verdana"/>
                <a:cs typeface="Verdana"/>
              </a:rPr>
              <a:t>toda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aquela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que,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por</a:t>
            </a:r>
            <a:r>
              <a:rPr sz="2100" i="1" spc="-120" dirty="0">
                <a:latin typeface="Verdana"/>
                <a:cs typeface="Verdana"/>
              </a:rPr>
              <a:t> </a:t>
            </a:r>
            <a:r>
              <a:rPr sz="2100" i="1" spc="-210" dirty="0">
                <a:latin typeface="Verdana"/>
                <a:cs typeface="Verdana"/>
              </a:rPr>
              <a:t>nossos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estudos,</a:t>
            </a:r>
            <a:r>
              <a:rPr sz="2100" i="1" spc="-120" dirty="0">
                <a:latin typeface="Verdana"/>
                <a:cs typeface="Verdana"/>
              </a:rPr>
              <a:t> </a:t>
            </a:r>
            <a:r>
              <a:rPr sz="2100" i="1" spc="-210" dirty="0">
                <a:latin typeface="Verdana"/>
                <a:cs typeface="Verdana"/>
              </a:rPr>
              <a:t>não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210" dirty="0">
                <a:latin typeface="Verdana"/>
                <a:cs typeface="Verdana"/>
              </a:rPr>
              <a:t>se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195" dirty="0">
                <a:latin typeface="Verdana"/>
                <a:cs typeface="Verdana"/>
              </a:rPr>
              <a:t>repete.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É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candidata</a:t>
            </a:r>
            <a:r>
              <a:rPr sz="2100" i="1" spc="-13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ser</a:t>
            </a:r>
            <a:r>
              <a:rPr sz="2100" i="1" spc="-12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chave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primária,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170" dirty="0">
                <a:latin typeface="Verdana"/>
                <a:cs typeface="Verdana"/>
              </a:rPr>
              <a:t>isto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190" dirty="0">
                <a:latin typeface="Verdana"/>
                <a:cs typeface="Verdana"/>
              </a:rPr>
              <a:t>é,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aquela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que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representa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unicamente</a:t>
            </a:r>
            <a:r>
              <a:rPr sz="2100" i="1" spc="-12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195" dirty="0">
                <a:latin typeface="Verdana"/>
                <a:cs typeface="Verdana"/>
              </a:rPr>
              <a:t>entidade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84454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Segunda</a:t>
            </a:r>
            <a:r>
              <a:rPr spc="-114" dirty="0"/>
              <a:t> </a:t>
            </a:r>
            <a:r>
              <a:rPr dirty="0"/>
              <a:t>Forma</a:t>
            </a:r>
            <a:r>
              <a:rPr spc="-105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87852" y="2493669"/>
            <a:ext cx="7806055" cy="412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20200"/>
              </a:lnSpc>
              <a:spcBef>
                <a:spcPts val="95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Consiste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em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retirar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estruturas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que </a:t>
            </a:r>
            <a:r>
              <a:rPr sz="2800" dirty="0">
                <a:latin typeface="Tahoma"/>
                <a:cs typeface="Tahoma"/>
              </a:rPr>
              <a:t>possuem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chaves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compostas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(campo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chave </a:t>
            </a:r>
            <a:r>
              <a:rPr sz="2800" dirty="0">
                <a:latin typeface="Tahoma"/>
                <a:cs typeface="Tahoma"/>
              </a:rPr>
              <a:t>sendo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formado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por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mais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campo),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os </a:t>
            </a:r>
            <a:r>
              <a:rPr sz="2800" dirty="0">
                <a:latin typeface="Tahoma"/>
                <a:cs typeface="Tahoma"/>
              </a:rPr>
              <a:t>elementos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que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são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funcionalmente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dependente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parte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chave.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Podemos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afirmar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uma </a:t>
            </a:r>
            <a:r>
              <a:rPr sz="2800" dirty="0">
                <a:latin typeface="Tahoma"/>
                <a:cs typeface="Tahoma"/>
              </a:rPr>
              <a:t>estrutura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está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2FN,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ela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estiver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1FN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e </a:t>
            </a:r>
            <a:r>
              <a:rPr sz="2800" dirty="0">
                <a:latin typeface="Tahoma"/>
                <a:cs typeface="Tahoma"/>
              </a:rPr>
              <a:t>não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possuir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campos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são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funcionalmente </a:t>
            </a:r>
            <a:r>
              <a:rPr sz="2800" dirty="0">
                <a:latin typeface="Tahoma"/>
                <a:cs typeface="Tahoma"/>
              </a:rPr>
              <a:t>dependente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parte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chave...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84454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Segunda</a:t>
            </a:r>
            <a:r>
              <a:rPr spc="-114" dirty="0"/>
              <a:t> </a:t>
            </a:r>
            <a:r>
              <a:rPr dirty="0"/>
              <a:t>Forma</a:t>
            </a:r>
            <a:r>
              <a:rPr spc="-105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/>
          <p:nvPr/>
        </p:nvSpPr>
        <p:spPr>
          <a:xfrm>
            <a:off x="4612131" y="5867400"/>
            <a:ext cx="5034280" cy="1187450"/>
          </a:xfrm>
          <a:custGeom>
            <a:avLst/>
            <a:gdLst/>
            <a:ahLst/>
            <a:cxnLst/>
            <a:rect l="l" t="t" r="r" b="b"/>
            <a:pathLst>
              <a:path w="5034280" h="1187450">
                <a:moveTo>
                  <a:pt x="2516123" y="0"/>
                </a:moveTo>
                <a:lnTo>
                  <a:pt x="2443220" y="243"/>
                </a:lnTo>
                <a:lnTo>
                  <a:pt x="2370830" y="970"/>
                </a:lnTo>
                <a:lnTo>
                  <a:pt x="2298984" y="2174"/>
                </a:lnTo>
                <a:lnTo>
                  <a:pt x="2227709" y="3848"/>
                </a:lnTo>
                <a:lnTo>
                  <a:pt x="2157032" y="5985"/>
                </a:lnTo>
                <a:lnTo>
                  <a:pt x="2086982" y="8580"/>
                </a:lnTo>
                <a:lnTo>
                  <a:pt x="2017586" y="11625"/>
                </a:lnTo>
                <a:lnTo>
                  <a:pt x="1948873" y="15114"/>
                </a:lnTo>
                <a:lnTo>
                  <a:pt x="1880870" y="19041"/>
                </a:lnTo>
                <a:lnTo>
                  <a:pt x="1813606" y="23399"/>
                </a:lnTo>
                <a:lnTo>
                  <a:pt x="1747108" y="28181"/>
                </a:lnTo>
                <a:lnTo>
                  <a:pt x="1681404" y="33381"/>
                </a:lnTo>
                <a:lnTo>
                  <a:pt x="1616523" y="38993"/>
                </a:lnTo>
                <a:lnTo>
                  <a:pt x="1552492" y="45010"/>
                </a:lnTo>
                <a:lnTo>
                  <a:pt x="1489339" y="51425"/>
                </a:lnTo>
                <a:lnTo>
                  <a:pt x="1427092" y="58233"/>
                </a:lnTo>
                <a:lnTo>
                  <a:pt x="1365779" y="65425"/>
                </a:lnTo>
                <a:lnTo>
                  <a:pt x="1305428" y="72997"/>
                </a:lnTo>
                <a:lnTo>
                  <a:pt x="1246067" y="80941"/>
                </a:lnTo>
                <a:lnTo>
                  <a:pt x="1187724" y="89251"/>
                </a:lnTo>
                <a:lnTo>
                  <a:pt x="1130427" y="97920"/>
                </a:lnTo>
                <a:lnTo>
                  <a:pt x="1074203" y="106942"/>
                </a:lnTo>
                <a:lnTo>
                  <a:pt x="1019081" y="116310"/>
                </a:lnTo>
                <a:lnTo>
                  <a:pt x="965089" y="126018"/>
                </a:lnTo>
                <a:lnTo>
                  <a:pt x="912255" y="136060"/>
                </a:lnTo>
                <a:lnTo>
                  <a:pt x="860606" y="146428"/>
                </a:lnTo>
                <a:lnTo>
                  <a:pt x="810170" y="157117"/>
                </a:lnTo>
                <a:lnTo>
                  <a:pt x="760976" y="168119"/>
                </a:lnTo>
                <a:lnTo>
                  <a:pt x="713052" y="179428"/>
                </a:lnTo>
                <a:lnTo>
                  <a:pt x="666424" y="191038"/>
                </a:lnTo>
                <a:lnTo>
                  <a:pt x="621122" y="202943"/>
                </a:lnTo>
                <a:lnTo>
                  <a:pt x="577174" y="215135"/>
                </a:lnTo>
                <a:lnTo>
                  <a:pt x="534606" y="227608"/>
                </a:lnTo>
                <a:lnTo>
                  <a:pt x="493448" y="240355"/>
                </a:lnTo>
                <a:lnTo>
                  <a:pt x="453726" y="253371"/>
                </a:lnTo>
                <a:lnTo>
                  <a:pt x="415470" y="266649"/>
                </a:lnTo>
                <a:lnTo>
                  <a:pt x="378706" y="280181"/>
                </a:lnTo>
                <a:lnTo>
                  <a:pt x="309770" y="307985"/>
                </a:lnTo>
                <a:lnTo>
                  <a:pt x="247141" y="336731"/>
                </a:lnTo>
                <a:lnTo>
                  <a:pt x="191043" y="366368"/>
                </a:lnTo>
                <a:lnTo>
                  <a:pt x="141700" y="396842"/>
                </a:lnTo>
                <a:lnTo>
                  <a:pt x="99334" y="428101"/>
                </a:lnTo>
                <a:lnTo>
                  <a:pt x="64170" y="460094"/>
                </a:lnTo>
                <a:lnTo>
                  <a:pt x="36431" y="492769"/>
                </a:lnTo>
                <a:lnTo>
                  <a:pt x="16340" y="526073"/>
                </a:lnTo>
                <a:lnTo>
                  <a:pt x="1035" y="577094"/>
                </a:lnTo>
                <a:lnTo>
                  <a:pt x="0" y="594359"/>
                </a:lnTo>
                <a:lnTo>
                  <a:pt x="1035" y="611546"/>
                </a:lnTo>
                <a:lnTo>
                  <a:pt x="16340" y="662347"/>
                </a:lnTo>
                <a:lnTo>
                  <a:pt x="36431" y="695518"/>
                </a:lnTo>
                <a:lnTo>
                  <a:pt x="64170" y="728069"/>
                </a:lnTo>
                <a:lnTo>
                  <a:pt x="99334" y="759948"/>
                </a:lnTo>
                <a:lnTo>
                  <a:pt x="141700" y="791103"/>
                </a:lnTo>
                <a:lnTo>
                  <a:pt x="191043" y="821482"/>
                </a:lnTo>
                <a:lnTo>
                  <a:pt x="247141" y="851031"/>
                </a:lnTo>
                <a:lnTo>
                  <a:pt x="309770" y="879698"/>
                </a:lnTo>
                <a:lnTo>
                  <a:pt x="378706" y="907431"/>
                </a:lnTo>
                <a:lnTo>
                  <a:pt x="415470" y="920930"/>
                </a:lnTo>
                <a:lnTo>
                  <a:pt x="453726" y="934177"/>
                </a:lnTo>
                <a:lnTo>
                  <a:pt x="493448" y="947163"/>
                </a:lnTo>
                <a:lnTo>
                  <a:pt x="534606" y="959883"/>
                </a:lnTo>
                <a:lnTo>
                  <a:pt x="577174" y="972330"/>
                </a:lnTo>
                <a:lnTo>
                  <a:pt x="621122" y="984498"/>
                </a:lnTo>
                <a:lnTo>
                  <a:pt x="666424" y="996379"/>
                </a:lnTo>
                <a:lnTo>
                  <a:pt x="713052" y="1007967"/>
                </a:lnTo>
                <a:lnTo>
                  <a:pt x="760976" y="1019257"/>
                </a:lnTo>
                <a:lnTo>
                  <a:pt x="810170" y="1030240"/>
                </a:lnTo>
                <a:lnTo>
                  <a:pt x="860606" y="1040911"/>
                </a:lnTo>
                <a:lnTo>
                  <a:pt x="912255" y="1051264"/>
                </a:lnTo>
                <a:lnTo>
                  <a:pt x="965089" y="1061290"/>
                </a:lnTo>
                <a:lnTo>
                  <a:pt x="1019081" y="1070985"/>
                </a:lnTo>
                <a:lnTo>
                  <a:pt x="1074203" y="1080341"/>
                </a:lnTo>
                <a:lnTo>
                  <a:pt x="1130427" y="1089351"/>
                </a:lnTo>
                <a:lnTo>
                  <a:pt x="1187724" y="1098010"/>
                </a:lnTo>
                <a:lnTo>
                  <a:pt x="1246067" y="1106311"/>
                </a:lnTo>
                <a:lnTo>
                  <a:pt x="1305428" y="1114246"/>
                </a:lnTo>
                <a:lnTo>
                  <a:pt x="1365779" y="1121810"/>
                </a:lnTo>
                <a:lnTo>
                  <a:pt x="1427092" y="1128996"/>
                </a:lnTo>
                <a:lnTo>
                  <a:pt x="1489339" y="1135797"/>
                </a:lnTo>
                <a:lnTo>
                  <a:pt x="1552492" y="1142208"/>
                </a:lnTo>
                <a:lnTo>
                  <a:pt x="1616523" y="1148220"/>
                </a:lnTo>
                <a:lnTo>
                  <a:pt x="1681404" y="1153828"/>
                </a:lnTo>
                <a:lnTo>
                  <a:pt x="1747108" y="1159025"/>
                </a:lnTo>
                <a:lnTo>
                  <a:pt x="1813606" y="1163805"/>
                </a:lnTo>
                <a:lnTo>
                  <a:pt x="1880870" y="1168160"/>
                </a:lnTo>
                <a:lnTo>
                  <a:pt x="1948873" y="1172085"/>
                </a:lnTo>
                <a:lnTo>
                  <a:pt x="2017586" y="1175573"/>
                </a:lnTo>
                <a:lnTo>
                  <a:pt x="2086982" y="1178617"/>
                </a:lnTo>
                <a:lnTo>
                  <a:pt x="2157032" y="1181211"/>
                </a:lnTo>
                <a:lnTo>
                  <a:pt x="2227709" y="1183348"/>
                </a:lnTo>
                <a:lnTo>
                  <a:pt x="2298984" y="1185021"/>
                </a:lnTo>
                <a:lnTo>
                  <a:pt x="2370830" y="1186225"/>
                </a:lnTo>
                <a:lnTo>
                  <a:pt x="2443220" y="1186952"/>
                </a:lnTo>
                <a:lnTo>
                  <a:pt x="2516123" y="1187195"/>
                </a:lnTo>
                <a:lnTo>
                  <a:pt x="2589029" y="1186952"/>
                </a:lnTo>
                <a:lnTo>
                  <a:pt x="2661422" y="1186225"/>
                </a:lnTo>
                <a:lnTo>
                  <a:pt x="2733275" y="1185021"/>
                </a:lnTo>
                <a:lnTo>
                  <a:pt x="2804560" y="1183348"/>
                </a:lnTo>
                <a:lnTo>
                  <a:pt x="2875248" y="1181211"/>
                </a:lnTo>
                <a:lnTo>
                  <a:pt x="2945312" y="1178617"/>
                </a:lnTo>
                <a:lnTo>
                  <a:pt x="3014724" y="1175573"/>
                </a:lnTo>
                <a:lnTo>
                  <a:pt x="3083456" y="1172085"/>
                </a:lnTo>
                <a:lnTo>
                  <a:pt x="3151479" y="1168160"/>
                </a:lnTo>
                <a:lnTo>
                  <a:pt x="3218765" y="1163805"/>
                </a:lnTo>
                <a:lnTo>
                  <a:pt x="3285287" y="1159025"/>
                </a:lnTo>
                <a:lnTo>
                  <a:pt x="3351017" y="1153828"/>
                </a:lnTo>
                <a:lnTo>
                  <a:pt x="3415926" y="1148220"/>
                </a:lnTo>
                <a:lnTo>
                  <a:pt x="3479986" y="1142208"/>
                </a:lnTo>
                <a:lnTo>
                  <a:pt x="3543169" y="1135797"/>
                </a:lnTo>
                <a:lnTo>
                  <a:pt x="3605448" y="1128996"/>
                </a:lnTo>
                <a:lnTo>
                  <a:pt x="3666794" y="1121810"/>
                </a:lnTo>
                <a:lnTo>
                  <a:pt x="3727179" y="1114246"/>
                </a:lnTo>
                <a:lnTo>
                  <a:pt x="3786575" y="1106311"/>
                </a:lnTo>
                <a:lnTo>
                  <a:pt x="3844954" y="1098010"/>
                </a:lnTo>
                <a:lnTo>
                  <a:pt x="3902288" y="1089351"/>
                </a:lnTo>
                <a:lnTo>
                  <a:pt x="3958550" y="1080341"/>
                </a:lnTo>
                <a:lnTo>
                  <a:pt x="4013710" y="1070985"/>
                </a:lnTo>
                <a:lnTo>
                  <a:pt x="4067741" y="1061290"/>
                </a:lnTo>
                <a:lnTo>
                  <a:pt x="4120615" y="1051264"/>
                </a:lnTo>
                <a:lnTo>
                  <a:pt x="4172303" y="1040911"/>
                </a:lnTo>
                <a:lnTo>
                  <a:pt x="4222779" y="1030240"/>
                </a:lnTo>
                <a:lnTo>
                  <a:pt x="4272013" y="1019257"/>
                </a:lnTo>
                <a:lnTo>
                  <a:pt x="4319977" y="1007967"/>
                </a:lnTo>
                <a:lnTo>
                  <a:pt x="4366645" y="996379"/>
                </a:lnTo>
                <a:lnTo>
                  <a:pt x="4411987" y="984498"/>
                </a:lnTo>
                <a:lnTo>
                  <a:pt x="4455975" y="972330"/>
                </a:lnTo>
                <a:lnTo>
                  <a:pt x="4498582" y="959883"/>
                </a:lnTo>
                <a:lnTo>
                  <a:pt x="4539779" y="947163"/>
                </a:lnTo>
                <a:lnTo>
                  <a:pt x="4579539" y="934177"/>
                </a:lnTo>
                <a:lnTo>
                  <a:pt x="4617833" y="920930"/>
                </a:lnTo>
                <a:lnTo>
                  <a:pt x="4654633" y="907431"/>
                </a:lnTo>
                <a:lnTo>
                  <a:pt x="4723641" y="879698"/>
                </a:lnTo>
                <a:lnTo>
                  <a:pt x="4786337" y="851031"/>
                </a:lnTo>
                <a:lnTo>
                  <a:pt x="4842497" y="821482"/>
                </a:lnTo>
                <a:lnTo>
                  <a:pt x="4891897" y="791103"/>
                </a:lnTo>
                <a:lnTo>
                  <a:pt x="4934313" y="759948"/>
                </a:lnTo>
                <a:lnTo>
                  <a:pt x="4969519" y="728069"/>
                </a:lnTo>
                <a:lnTo>
                  <a:pt x="4997293" y="695518"/>
                </a:lnTo>
                <a:lnTo>
                  <a:pt x="5017409" y="662347"/>
                </a:lnTo>
                <a:lnTo>
                  <a:pt x="5032735" y="611546"/>
                </a:lnTo>
                <a:lnTo>
                  <a:pt x="5033771" y="594359"/>
                </a:lnTo>
                <a:lnTo>
                  <a:pt x="5032735" y="577094"/>
                </a:lnTo>
                <a:lnTo>
                  <a:pt x="5017409" y="526073"/>
                </a:lnTo>
                <a:lnTo>
                  <a:pt x="4997293" y="492769"/>
                </a:lnTo>
                <a:lnTo>
                  <a:pt x="4969519" y="460094"/>
                </a:lnTo>
                <a:lnTo>
                  <a:pt x="4934313" y="428101"/>
                </a:lnTo>
                <a:lnTo>
                  <a:pt x="4891897" y="396842"/>
                </a:lnTo>
                <a:lnTo>
                  <a:pt x="4842497" y="366368"/>
                </a:lnTo>
                <a:lnTo>
                  <a:pt x="4786337" y="336731"/>
                </a:lnTo>
                <a:lnTo>
                  <a:pt x="4723641" y="307985"/>
                </a:lnTo>
                <a:lnTo>
                  <a:pt x="4654633" y="280181"/>
                </a:lnTo>
                <a:lnTo>
                  <a:pt x="4617833" y="266649"/>
                </a:lnTo>
                <a:lnTo>
                  <a:pt x="4579539" y="253371"/>
                </a:lnTo>
                <a:lnTo>
                  <a:pt x="4539779" y="240355"/>
                </a:lnTo>
                <a:lnTo>
                  <a:pt x="4498582" y="227608"/>
                </a:lnTo>
                <a:lnTo>
                  <a:pt x="4455975" y="215135"/>
                </a:lnTo>
                <a:lnTo>
                  <a:pt x="4411987" y="202943"/>
                </a:lnTo>
                <a:lnTo>
                  <a:pt x="4366645" y="191038"/>
                </a:lnTo>
                <a:lnTo>
                  <a:pt x="4319977" y="179428"/>
                </a:lnTo>
                <a:lnTo>
                  <a:pt x="4272013" y="168119"/>
                </a:lnTo>
                <a:lnTo>
                  <a:pt x="4222779" y="157117"/>
                </a:lnTo>
                <a:lnTo>
                  <a:pt x="4172303" y="146428"/>
                </a:lnTo>
                <a:lnTo>
                  <a:pt x="4120615" y="136060"/>
                </a:lnTo>
                <a:lnTo>
                  <a:pt x="4067741" y="126018"/>
                </a:lnTo>
                <a:lnTo>
                  <a:pt x="4013710" y="116310"/>
                </a:lnTo>
                <a:lnTo>
                  <a:pt x="3958550" y="106942"/>
                </a:lnTo>
                <a:lnTo>
                  <a:pt x="3902288" y="97920"/>
                </a:lnTo>
                <a:lnTo>
                  <a:pt x="3844954" y="89251"/>
                </a:lnTo>
                <a:lnTo>
                  <a:pt x="3786575" y="80941"/>
                </a:lnTo>
                <a:lnTo>
                  <a:pt x="3727179" y="72997"/>
                </a:lnTo>
                <a:lnTo>
                  <a:pt x="3666794" y="65425"/>
                </a:lnTo>
                <a:lnTo>
                  <a:pt x="3605448" y="58233"/>
                </a:lnTo>
                <a:lnTo>
                  <a:pt x="3543169" y="51425"/>
                </a:lnTo>
                <a:lnTo>
                  <a:pt x="3479986" y="45010"/>
                </a:lnTo>
                <a:lnTo>
                  <a:pt x="3415926" y="38993"/>
                </a:lnTo>
                <a:lnTo>
                  <a:pt x="3351017" y="33381"/>
                </a:lnTo>
                <a:lnTo>
                  <a:pt x="3285287" y="28181"/>
                </a:lnTo>
                <a:lnTo>
                  <a:pt x="3218765" y="23399"/>
                </a:lnTo>
                <a:lnTo>
                  <a:pt x="3151479" y="19041"/>
                </a:lnTo>
                <a:lnTo>
                  <a:pt x="3083456" y="15114"/>
                </a:lnTo>
                <a:lnTo>
                  <a:pt x="3014724" y="11625"/>
                </a:lnTo>
                <a:lnTo>
                  <a:pt x="2945312" y="8580"/>
                </a:lnTo>
                <a:lnTo>
                  <a:pt x="2875248" y="5985"/>
                </a:lnTo>
                <a:lnTo>
                  <a:pt x="2804560" y="3848"/>
                </a:lnTo>
                <a:lnTo>
                  <a:pt x="2733275" y="2174"/>
                </a:lnTo>
                <a:lnTo>
                  <a:pt x="2661422" y="970"/>
                </a:lnTo>
                <a:lnTo>
                  <a:pt x="2589029" y="243"/>
                </a:lnTo>
                <a:lnTo>
                  <a:pt x="2516123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38470" y="4772658"/>
            <a:ext cx="5788660" cy="19409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Número,Sigla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Segoe UI Symbol"/>
                <a:cs typeface="Segoe UI Symbol"/>
              </a:rPr>
              <a:t>➔</a:t>
            </a:r>
            <a:r>
              <a:rPr sz="2800" spc="-100" dirty="0">
                <a:latin typeface="Segoe UI Symbol"/>
                <a:cs typeface="Segoe UI Symbol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Sala,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Número-</a:t>
            </a:r>
            <a:r>
              <a:rPr sz="2800" b="1" spc="-10" dirty="0">
                <a:latin typeface="Times New Roman"/>
                <a:cs typeface="Times New Roman"/>
              </a:rPr>
              <a:t>Horas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spcBef>
                <a:spcPts val="1625"/>
              </a:spcBef>
            </a:pPr>
            <a:endParaRPr sz="2800">
              <a:latin typeface="Times New Roman"/>
              <a:cs typeface="Times New Roman"/>
            </a:endParaRPr>
          </a:p>
          <a:p>
            <a:pPr marR="595630" algn="ctr"/>
            <a:r>
              <a:rPr sz="2800" b="1" dirty="0">
                <a:latin typeface="Times New Roman"/>
                <a:cs typeface="Times New Roman"/>
              </a:rPr>
              <a:t>Sigla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Segoe UI Symbol"/>
                <a:cs typeface="Segoe UI Symbol"/>
              </a:rPr>
              <a:t>➔</a:t>
            </a:r>
            <a:r>
              <a:rPr sz="2800" spc="-55" dirty="0">
                <a:latin typeface="Segoe UI Symbol"/>
                <a:cs typeface="Segoe UI Symbol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Número-</a:t>
            </a:r>
            <a:r>
              <a:rPr sz="2800" b="1" spc="-10" dirty="0">
                <a:latin typeface="Times New Roman"/>
                <a:cs typeface="Times New Roman"/>
              </a:rPr>
              <a:t>Horas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52368" y="2697479"/>
            <a:ext cx="7402195" cy="1347470"/>
          </a:xfrm>
          <a:custGeom>
            <a:avLst/>
            <a:gdLst/>
            <a:ahLst/>
            <a:cxnLst/>
            <a:rect l="l" t="t" r="r" b="b"/>
            <a:pathLst>
              <a:path w="7402195" h="1347470">
                <a:moveTo>
                  <a:pt x="0" y="0"/>
                </a:moveTo>
                <a:lnTo>
                  <a:pt x="0" y="1347215"/>
                </a:lnTo>
                <a:lnTo>
                  <a:pt x="7402067" y="1347215"/>
                </a:lnTo>
                <a:lnTo>
                  <a:pt x="7402067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49980" y="2901187"/>
            <a:ext cx="1176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Número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51930" y="2956050"/>
            <a:ext cx="754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Sigla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3061" y="2930142"/>
            <a:ext cx="149161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Número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-</a:t>
            </a:r>
            <a:r>
              <a:rPr sz="1600" b="1" spc="-20" dirty="0">
                <a:latin typeface="Arial"/>
                <a:cs typeface="Arial"/>
              </a:rPr>
              <a:t>Horas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16575" y="2697480"/>
            <a:ext cx="0" cy="1344295"/>
          </a:xfrm>
          <a:custGeom>
            <a:avLst/>
            <a:gdLst/>
            <a:ahLst/>
            <a:cxnLst/>
            <a:rect l="l" t="t" r="r" b="b"/>
            <a:pathLst>
              <a:path h="1344295">
                <a:moveTo>
                  <a:pt x="0" y="0"/>
                </a:moveTo>
                <a:lnTo>
                  <a:pt x="0" y="1344167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58463" y="2676144"/>
            <a:ext cx="7396480" cy="1369060"/>
          </a:xfrm>
          <a:custGeom>
            <a:avLst/>
            <a:gdLst/>
            <a:ahLst/>
            <a:cxnLst/>
            <a:rect l="l" t="t" r="r" b="b"/>
            <a:pathLst>
              <a:path w="7396480" h="1369060">
                <a:moveTo>
                  <a:pt x="3157727" y="0"/>
                </a:moveTo>
                <a:lnTo>
                  <a:pt x="3157727" y="1368551"/>
                </a:lnTo>
              </a:path>
              <a:path w="7396480" h="1369060">
                <a:moveTo>
                  <a:pt x="7395971" y="694943"/>
                </a:moveTo>
                <a:lnTo>
                  <a:pt x="0" y="694943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031734" y="2901187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Sala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837429" y="2668524"/>
            <a:ext cx="3781425" cy="1946275"/>
            <a:chOff x="3957828" y="2668523"/>
            <a:chExt cx="3781425" cy="1946275"/>
          </a:xfrm>
        </p:grpSpPr>
        <p:sp>
          <p:nvSpPr>
            <p:cNvPr id="13" name="object 13"/>
            <p:cNvSpPr/>
            <p:nvPr/>
          </p:nvSpPr>
          <p:spPr>
            <a:xfrm>
              <a:off x="6266687" y="2668523"/>
              <a:ext cx="0" cy="1367155"/>
            </a:xfrm>
            <a:custGeom>
              <a:avLst/>
              <a:gdLst/>
              <a:ahLst/>
              <a:cxnLst/>
              <a:rect l="l" t="t" r="r" b="b"/>
              <a:pathLst>
                <a:path h="1367154">
                  <a:moveTo>
                    <a:pt x="0" y="0"/>
                  </a:moveTo>
                  <a:lnTo>
                    <a:pt x="0" y="1367027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57828" y="3366516"/>
              <a:ext cx="3781425" cy="1248410"/>
            </a:xfrm>
            <a:custGeom>
              <a:avLst/>
              <a:gdLst/>
              <a:ahLst/>
              <a:cxnLst/>
              <a:rect l="l" t="t" r="r" b="b"/>
              <a:pathLst>
                <a:path w="3781425" h="1248410">
                  <a:moveTo>
                    <a:pt x="3710654" y="315120"/>
                  </a:moveTo>
                  <a:lnTo>
                    <a:pt x="3641185" y="284696"/>
                  </a:lnTo>
                  <a:lnTo>
                    <a:pt x="3596640" y="379476"/>
                  </a:lnTo>
                  <a:lnTo>
                    <a:pt x="3540252" y="487680"/>
                  </a:lnTo>
                  <a:lnTo>
                    <a:pt x="3520440" y="522732"/>
                  </a:lnTo>
                  <a:lnTo>
                    <a:pt x="3499104" y="557784"/>
                  </a:lnTo>
                  <a:lnTo>
                    <a:pt x="3477768" y="591312"/>
                  </a:lnTo>
                  <a:lnTo>
                    <a:pt x="3456432" y="623316"/>
                  </a:lnTo>
                  <a:lnTo>
                    <a:pt x="3433572" y="656844"/>
                  </a:lnTo>
                  <a:lnTo>
                    <a:pt x="3409188" y="687324"/>
                  </a:lnTo>
                  <a:lnTo>
                    <a:pt x="3384804" y="719328"/>
                  </a:lnTo>
                  <a:lnTo>
                    <a:pt x="3305556" y="806196"/>
                  </a:lnTo>
                  <a:lnTo>
                    <a:pt x="3278124" y="833628"/>
                  </a:lnTo>
                  <a:lnTo>
                    <a:pt x="3217164" y="885444"/>
                  </a:lnTo>
                  <a:lnTo>
                    <a:pt x="3185160" y="908304"/>
                  </a:lnTo>
                  <a:lnTo>
                    <a:pt x="3151632" y="932688"/>
                  </a:lnTo>
                  <a:lnTo>
                    <a:pt x="3116580" y="954024"/>
                  </a:lnTo>
                  <a:lnTo>
                    <a:pt x="3080004" y="975360"/>
                  </a:lnTo>
                  <a:lnTo>
                    <a:pt x="3041904" y="993648"/>
                  </a:lnTo>
                  <a:lnTo>
                    <a:pt x="3002280" y="1011936"/>
                  </a:lnTo>
                  <a:lnTo>
                    <a:pt x="2961132" y="1030224"/>
                  </a:lnTo>
                  <a:lnTo>
                    <a:pt x="2918460" y="1045464"/>
                  </a:lnTo>
                  <a:lnTo>
                    <a:pt x="2872740" y="1060704"/>
                  </a:lnTo>
                  <a:lnTo>
                    <a:pt x="2823972" y="1074420"/>
                  </a:lnTo>
                  <a:lnTo>
                    <a:pt x="2772156" y="1086612"/>
                  </a:lnTo>
                  <a:lnTo>
                    <a:pt x="2715768" y="1098804"/>
                  </a:lnTo>
                  <a:lnTo>
                    <a:pt x="2657856" y="1109472"/>
                  </a:lnTo>
                  <a:lnTo>
                    <a:pt x="2596896" y="1120140"/>
                  </a:lnTo>
                  <a:lnTo>
                    <a:pt x="2534412" y="1129284"/>
                  </a:lnTo>
                  <a:lnTo>
                    <a:pt x="2468880" y="1138428"/>
                  </a:lnTo>
                  <a:lnTo>
                    <a:pt x="2401824" y="1146048"/>
                  </a:lnTo>
                  <a:lnTo>
                    <a:pt x="2333244" y="1152144"/>
                  </a:lnTo>
                  <a:lnTo>
                    <a:pt x="2193036" y="1162812"/>
                  </a:lnTo>
                  <a:lnTo>
                    <a:pt x="2049780" y="1168843"/>
                  </a:lnTo>
                  <a:lnTo>
                    <a:pt x="2048256" y="1168908"/>
                  </a:lnTo>
                  <a:lnTo>
                    <a:pt x="1901952" y="1171956"/>
                  </a:lnTo>
                  <a:lnTo>
                    <a:pt x="1755648" y="1170432"/>
                  </a:lnTo>
                  <a:lnTo>
                    <a:pt x="1610868" y="1165860"/>
                  </a:lnTo>
                  <a:lnTo>
                    <a:pt x="1470660" y="1155192"/>
                  </a:lnTo>
                  <a:lnTo>
                    <a:pt x="1402080" y="1149096"/>
                  </a:lnTo>
                  <a:lnTo>
                    <a:pt x="1335024" y="1141476"/>
                  </a:lnTo>
                  <a:lnTo>
                    <a:pt x="1269492" y="1133856"/>
                  </a:lnTo>
                  <a:lnTo>
                    <a:pt x="1207008" y="1124712"/>
                  </a:lnTo>
                  <a:lnTo>
                    <a:pt x="1146048" y="1114044"/>
                  </a:lnTo>
                  <a:lnTo>
                    <a:pt x="1088136" y="1101852"/>
                  </a:lnTo>
                  <a:lnTo>
                    <a:pt x="1033272" y="1089660"/>
                  </a:lnTo>
                  <a:lnTo>
                    <a:pt x="981456" y="1075944"/>
                  </a:lnTo>
                  <a:lnTo>
                    <a:pt x="932688" y="1062228"/>
                  </a:lnTo>
                  <a:lnTo>
                    <a:pt x="886968" y="1045464"/>
                  </a:lnTo>
                  <a:lnTo>
                    <a:pt x="844296" y="1028700"/>
                  </a:lnTo>
                  <a:lnTo>
                    <a:pt x="803148" y="1010412"/>
                  </a:lnTo>
                  <a:lnTo>
                    <a:pt x="763524" y="992124"/>
                  </a:lnTo>
                  <a:lnTo>
                    <a:pt x="725424" y="970788"/>
                  </a:lnTo>
                  <a:lnTo>
                    <a:pt x="688848" y="947928"/>
                  </a:lnTo>
                  <a:lnTo>
                    <a:pt x="653796" y="925068"/>
                  </a:lnTo>
                  <a:lnTo>
                    <a:pt x="620268" y="899160"/>
                  </a:lnTo>
                  <a:lnTo>
                    <a:pt x="588264" y="873252"/>
                  </a:lnTo>
                  <a:lnTo>
                    <a:pt x="557784" y="847344"/>
                  </a:lnTo>
                  <a:lnTo>
                    <a:pt x="527304" y="818388"/>
                  </a:lnTo>
                  <a:lnTo>
                    <a:pt x="470916" y="758952"/>
                  </a:lnTo>
                  <a:lnTo>
                    <a:pt x="419100" y="694944"/>
                  </a:lnTo>
                  <a:lnTo>
                    <a:pt x="394716" y="661416"/>
                  </a:lnTo>
                  <a:lnTo>
                    <a:pt x="371856" y="627888"/>
                  </a:lnTo>
                  <a:lnTo>
                    <a:pt x="348996" y="592836"/>
                  </a:lnTo>
                  <a:lnTo>
                    <a:pt x="326136" y="556260"/>
                  </a:lnTo>
                  <a:lnTo>
                    <a:pt x="304800" y="519684"/>
                  </a:lnTo>
                  <a:lnTo>
                    <a:pt x="284988" y="483108"/>
                  </a:lnTo>
                  <a:lnTo>
                    <a:pt x="245364" y="406908"/>
                  </a:lnTo>
                  <a:lnTo>
                    <a:pt x="207264" y="329184"/>
                  </a:lnTo>
                  <a:lnTo>
                    <a:pt x="137160" y="166116"/>
                  </a:lnTo>
                  <a:lnTo>
                    <a:pt x="70104" y="0"/>
                  </a:lnTo>
                  <a:lnTo>
                    <a:pt x="0" y="28956"/>
                  </a:lnTo>
                  <a:lnTo>
                    <a:pt x="67056" y="195072"/>
                  </a:lnTo>
                  <a:lnTo>
                    <a:pt x="102108" y="277368"/>
                  </a:lnTo>
                  <a:lnTo>
                    <a:pt x="138684" y="359664"/>
                  </a:lnTo>
                  <a:lnTo>
                    <a:pt x="176784" y="440436"/>
                  </a:lnTo>
                  <a:lnTo>
                    <a:pt x="196596" y="480060"/>
                  </a:lnTo>
                  <a:lnTo>
                    <a:pt x="217932" y="518160"/>
                  </a:lnTo>
                  <a:lnTo>
                    <a:pt x="239268" y="557784"/>
                  </a:lnTo>
                  <a:lnTo>
                    <a:pt x="260604" y="594360"/>
                  </a:lnTo>
                  <a:lnTo>
                    <a:pt x="283464" y="632460"/>
                  </a:lnTo>
                  <a:lnTo>
                    <a:pt x="332232" y="705612"/>
                  </a:lnTo>
                  <a:lnTo>
                    <a:pt x="358140" y="740664"/>
                  </a:lnTo>
                  <a:lnTo>
                    <a:pt x="413004" y="807720"/>
                  </a:lnTo>
                  <a:lnTo>
                    <a:pt x="441960" y="839724"/>
                  </a:lnTo>
                  <a:lnTo>
                    <a:pt x="504444" y="902208"/>
                  </a:lnTo>
                  <a:lnTo>
                    <a:pt x="537972" y="931164"/>
                  </a:lnTo>
                  <a:lnTo>
                    <a:pt x="573024" y="958596"/>
                  </a:lnTo>
                  <a:lnTo>
                    <a:pt x="609600" y="986028"/>
                  </a:lnTo>
                  <a:lnTo>
                    <a:pt x="646176" y="1011936"/>
                  </a:lnTo>
                  <a:lnTo>
                    <a:pt x="685800" y="1034796"/>
                  </a:lnTo>
                  <a:lnTo>
                    <a:pt x="726948" y="1057656"/>
                  </a:lnTo>
                  <a:lnTo>
                    <a:pt x="769620" y="1078992"/>
                  </a:lnTo>
                  <a:lnTo>
                    <a:pt x="812292" y="1098804"/>
                  </a:lnTo>
                  <a:lnTo>
                    <a:pt x="859536" y="1117092"/>
                  </a:lnTo>
                  <a:lnTo>
                    <a:pt x="906780" y="1133856"/>
                  </a:lnTo>
                  <a:lnTo>
                    <a:pt x="960120" y="1149096"/>
                  </a:lnTo>
                  <a:lnTo>
                    <a:pt x="1013460" y="1162812"/>
                  </a:lnTo>
                  <a:lnTo>
                    <a:pt x="1071372" y="1176528"/>
                  </a:lnTo>
                  <a:lnTo>
                    <a:pt x="1132332" y="1188720"/>
                  </a:lnTo>
                  <a:lnTo>
                    <a:pt x="1194816" y="1199388"/>
                  </a:lnTo>
                  <a:lnTo>
                    <a:pt x="1258824" y="1208532"/>
                  </a:lnTo>
                  <a:lnTo>
                    <a:pt x="1325880" y="1217676"/>
                  </a:lnTo>
                  <a:lnTo>
                    <a:pt x="1392936" y="1225296"/>
                  </a:lnTo>
                  <a:lnTo>
                    <a:pt x="1463040" y="1231392"/>
                  </a:lnTo>
                  <a:lnTo>
                    <a:pt x="1606296" y="1242060"/>
                  </a:lnTo>
                  <a:lnTo>
                    <a:pt x="1752600" y="1246632"/>
                  </a:lnTo>
                  <a:lnTo>
                    <a:pt x="1901952" y="1248156"/>
                  </a:lnTo>
                  <a:lnTo>
                    <a:pt x="2048256" y="1245139"/>
                  </a:lnTo>
                  <a:lnTo>
                    <a:pt x="2049780" y="1245108"/>
                  </a:lnTo>
                  <a:lnTo>
                    <a:pt x="2193036" y="1239139"/>
                  </a:lnTo>
                  <a:lnTo>
                    <a:pt x="2339340" y="1228344"/>
                  </a:lnTo>
                  <a:lnTo>
                    <a:pt x="2409444" y="1222248"/>
                  </a:lnTo>
                  <a:lnTo>
                    <a:pt x="2478024" y="1214628"/>
                  </a:lnTo>
                  <a:lnTo>
                    <a:pt x="2543556" y="1205484"/>
                  </a:lnTo>
                  <a:lnTo>
                    <a:pt x="2607564" y="1196340"/>
                  </a:lnTo>
                  <a:lnTo>
                    <a:pt x="2670048" y="1185672"/>
                  </a:lnTo>
                  <a:lnTo>
                    <a:pt x="2731008" y="1173480"/>
                  </a:lnTo>
                  <a:lnTo>
                    <a:pt x="2787396" y="1161288"/>
                  </a:lnTo>
                  <a:lnTo>
                    <a:pt x="2842260" y="1147572"/>
                  </a:lnTo>
                  <a:lnTo>
                    <a:pt x="2894076" y="1133856"/>
                  </a:lnTo>
                  <a:lnTo>
                    <a:pt x="2941320" y="1118616"/>
                  </a:lnTo>
                  <a:lnTo>
                    <a:pt x="2987040" y="1101852"/>
                  </a:lnTo>
                  <a:lnTo>
                    <a:pt x="3031236" y="1083564"/>
                  </a:lnTo>
                  <a:lnTo>
                    <a:pt x="3073908" y="1063752"/>
                  </a:lnTo>
                  <a:lnTo>
                    <a:pt x="3115056" y="1042416"/>
                  </a:lnTo>
                  <a:lnTo>
                    <a:pt x="3154680" y="1019556"/>
                  </a:lnTo>
                  <a:lnTo>
                    <a:pt x="3191256" y="996696"/>
                  </a:lnTo>
                  <a:lnTo>
                    <a:pt x="3227832" y="972312"/>
                  </a:lnTo>
                  <a:lnTo>
                    <a:pt x="3262884" y="946404"/>
                  </a:lnTo>
                  <a:lnTo>
                    <a:pt x="3296412" y="918972"/>
                  </a:lnTo>
                  <a:lnTo>
                    <a:pt x="3328416" y="890016"/>
                  </a:lnTo>
                  <a:lnTo>
                    <a:pt x="3358896" y="861060"/>
                  </a:lnTo>
                  <a:lnTo>
                    <a:pt x="3416808" y="800100"/>
                  </a:lnTo>
                  <a:lnTo>
                    <a:pt x="3468624" y="736092"/>
                  </a:lnTo>
                  <a:lnTo>
                    <a:pt x="3494532" y="702564"/>
                  </a:lnTo>
                  <a:lnTo>
                    <a:pt x="3518916" y="667512"/>
                  </a:lnTo>
                  <a:lnTo>
                    <a:pt x="3541776" y="632460"/>
                  </a:lnTo>
                  <a:lnTo>
                    <a:pt x="3584448" y="562356"/>
                  </a:lnTo>
                  <a:lnTo>
                    <a:pt x="3605784" y="525780"/>
                  </a:lnTo>
                  <a:lnTo>
                    <a:pt x="3625596" y="489204"/>
                  </a:lnTo>
                  <a:lnTo>
                    <a:pt x="3663696" y="414528"/>
                  </a:lnTo>
                  <a:lnTo>
                    <a:pt x="3700272" y="338328"/>
                  </a:lnTo>
                  <a:lnTo>
                    <a:pt x="3710654" y="315120"/>
                  </a:lnTo>
                  <a:close/>
                </a:path>
                <a:path w="3781425" h="1248410">
                  <a:moveTo>
                    <a:pt x="3781044" y="345948"/>
                  </a:moveTo>
                  <a:lnTo>
                    <a:pt x="3768852" y="91440"/>
                  </a:lnTo>
                  <a:lnTo>
                    <a:pt x="3572256" y="254508"/>
                  </a:lnTo>
                  <a:lnTo>
                    <a:pt x="3641185" y="284696"/>
                  </a:lnTo>
                  <a:lnTo>
                    <a:pt x="3657600" y="249936"/>
                  </a:lnTo>
                  <a:lnTo>
                    <a:pt x="3726180" y="280416"/>
                  </a:lnTo>
                  <a:lnTo>
                    <a:pt x="3726180" y="321919"/>
                  </a:lnTo>
                  <a:lnTo>
                    <a:pt x="3781044" y="345948"/>
                  </a:lnTo>
                  <a:close/>
                </a:path>
                <a:path w="3781425" h="1248410">
                  <a:moveTo>
                    <a:pt x="3726180" y="280416"/>
                  </a:moveTo>
                  <a:lnTo>
                    <a:pt x="3657600" y="249936"/>
                  </a:lnTo>
                  <a:lnTo>
                    <a:pt x="3641185" y="284696"/>
                  </a:lnTo>
                  <a:lnTo>
                    <a:pt x="3710654" y="315120"/>
                  </a:lnTo>
                  <a:lnTo>
                    <a:pt x="3726180" y="280416"/>
                  </a:lnTo>
                  <a:close/>
                </a:path>
                <a:path w="3781425" h="1248410">
                  <a:moveTo>
                    <a:pt x="3726180" y="321919"/>
                  </a:moveTo>
                  <a:lnTo>
                    <a:pt x="3726180" y="280416"/>
                  </a:lnTo>
                  <a:lnTo>
                    <a:pt x="3710654" y="315120"/>
                  </a:lnTo>
                  <a:lnTo>
                    <a:pt x="3726180" y="3219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84454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Segunda</a:t>
            </a:r>
            <a:r>
              <a:rPr spc="-114" dirty="0"/>
              <a:t> </a:t>
            </a:r>
            <a:r>
              <a:rPr dirty="0"/>
              <a:t>Forma</a:t>
            </a:r>
            <a:r>
              <a:rPr spc="-105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/>
          <p:nvPr/>
        </p:nvSpPr>
        <p:spPr>
          <a:xfrm>
            <a:off x="3100318" y="2606039"/>
            <a:ext cx="7400925" cy="1348740"/>
          </a:xfrm>
          <a:custGeom>
            <a:avLst/>
            <a:gdLst/>
            <a:ahLst/>
            <a:cxnLst/>
            <a:rect l="l" t="t" r="r" b="b"/>
            <a:pathLst>
              <a:path w="7400925" h="1348739">
                <a:moveTo>
                  <a:pt x="0" y="0"/>
                </a:moveTo>
                <a:lnTo>
                  <a:pt x="0" y="1348739"/>
                </a:lnTo>
                <a:lnTo>
                  <a:pt x="7400543" y="1348739"/>
                </a:lnTo>
                <a:lnTo>
                  <a:pt x="7400543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97935" y="2811270"/>
            <a:ext cx="9569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Turma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98362" y="2864611"/>
            <a:ext cx="905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Curso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29954" y="2812794"/>
            <a:ext cx="2228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Número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-Horas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64531" y="2586227"/>
            <a:ext cx="1499870" cy="1369060"/>
          </a:xfrm>
          <a:custGeom>
            <a:avLst/>
            <a:gdLst/>
            <a:ahLst/>
            <a:cxnLst/>
            <a:rect l="l" t="t" r="r" b="b"/>
            <a:pathLst>
              <a:path w="1499870" h="1369060">
                <a:moveTo>
                  <a:pt x="0" y="19811"/>
                </a:moveTo>
                <a:lnTo>
                  <a:pt x="0" y="1365503"/>
                </a:lnTo>
              </a:path>
              <a:path w="1499870" h="1369060">
                <a:moveTo>
                  <a:pt x="1499615" y="0"/>
                </a:moveTo>
                <a:lnTo>
                  <a:pt x="1499615" y="1368551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06414" y="3281171"/>
            <a:ext cx="7394575" cy="0"/>
          </a:xfrm>
          <a:custGeom>
            <a:avLst/>
            <a:gdLst/>
            <a:ahLst/>
            <a:cxnLst/>
            <a:rect l="l" t="t" r="r" b="b"/>
            <a:pathLst>
              <a:path w="7394575">
                <a:moveTo>
                  <a:pt x="7394453" y="0"/>
                </a:moveTo>
                <a:lnTo>
                  <a:pt x="0" y="0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78167" y="2811270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Sala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84700" y="2578607"/>
            <a:ext cx="4549140" cy="2543810"/>
            <a:chOff x="2705100" y="2578607"/>
            <a:chExt cx="4549140" cy="2543810"/>
          </a:xfrm>
        </p:grpSpPr>
        <p:sp>
          <p:nvSpPr>
            <p:cNvPr id="11" name="object 11"/>
            <p:cNvSpPr/>
            <p:nvPr/>
          </p:nvSpPr>
          <p:spPr>
            <a:xfrm>
              <a:off x="5914643" y="2578607"/>
              <a:ext cx="0" cy="1367155"/>
            </a:xfrm>
            <a:custGeom>
              <a:avLst/>
              <a:gdLst/>
              <a:ahLst/>
              <a:cxnLst/>
              <a:rect l="l" t="t" r="r" b="b"/>
              <a:pathLst>
                <a:path h="1367154">
                  <a:moveTo>
                    <a:pt x="0" y="0"/>
                  </a:moveTo>
                  <a:lnTo>
                    <a:pt x="0" y="1367027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05100" y="3987406"/>
              <a:ext cx="4549140" cy="1135380"/>
            </a:xfrm>
            <a:custGeom>
              <a:avLst/>
              <a:gdLst/>
              <a:ahLst/>
              <a:cxnLst/>
              <a:rect l="l" t="t" r="r" b="b"/>
              <a:pathLst>
                <a:path w="4549140" h="1135379">
                  <a:moveTo>
                    <a:pt x="305701" y="37579"/>
                  </a:moveTo>
                  <a:lnTo>
                    <a:pt x="302133" y="23012"/>
                  </a:lnTo>
                  <a:lnTo>
                    <a:pt x="293408" y="10718"/>
                  </a:lnTo>
                  <a:lnTo>
                    <a:pt x="280416" y="2438"/>
                  </a:lnTo>
                  <a:lnTo>
                    <a:pt x="265506" y="0"/>
                  </a:lnTo>
                  <a:lnTo>
                    <a:pt x="251460" y="3581"/>
                  </a:lnTo>
                  <a:lnTo>
                    <a:pt x="239687" y="12293"/>
                  </a:lnTo>
                  <a:lnTo>
                    <a:pt x="231648" y="25298"/>
                  </a:lnTo>
                  <a:lnTo>
                    <a:pt x="227076" y="37490"/>
                  </a:lnTo>
                  <a:lnTo>
                    <a:pt x="220980" y="51206"/>
                  </a:lnTo>
                  <a:lnTo>
                    <a:pt x="217932" y="60350"/>
                  </a:lnTo>
                  <a:lnTo>
                    <a:pt x="213360" y="72542"/>
                  </a:lnTo>
                  <a:lnTo>
                    <a:pt x="207264" y="87782"/>
                  </a:lnTo>
                  <a:lnTo>
                    <a:pt x="205740" y="98450"/>
                  </a:lnTo>
                  <a:lnTo>
                    <a:pt x="199644" y="110642"/>
                  </a:lnTo>
                  <a:lnTo>
                    <a:pt x="195072" y="125882"/>
                  </a:lnTo>
                  <a:lnTo>
                    <a:pt x="190500" y="138074"/>
                  </a:lnTo>
                  <a:lnTo>
                    <a:pt x="188976" y="145694"/>
                  </a:lnTo>
                  <a:lnTo>
                    <a:pt x="182880" y="160934"/>
                  </a:lnTo>
                  <a:lnTo>
                    <a:pt x="178308" y="174650"/>
                  </a:lnTo>
                  <a:lnTo>
                    <a:pt x="172212" y="199034"/>
                  </a:lnTo>
                  <a:lnTo>
                    <a:pt x="167640" y="211226"/>
                  </a:lnTo>
                  <a:lnTo>
                    <a:pt x="161544" y="235610"/>
                  </a:lnTo>
                  <a:lnTo>
                    <a:pt x="156972" y="247802"/>
                  </a:lnTo>
                  <a:lnTo>
                    <a:pt x="153924" y="259994"/>
                  </a:lnTo>
                  <a:lnTo>
                    <a:pt x="149352" y="275234"/>
                  </a:lnTo>
                  <a:lnTo>
                    <a:pt x="147828" y="284378"/>
                  </a:lnTo>
                  <a:lnTo>
                    <a:pt x="144780" y="296570"/>
                  </a:lnTo>
                  <a:lnTo>
                    <a:pt x="140208" y="313334"/>
                  </a:lnTo>
                  <a:lnTo>
                    <a:pt x="138684" y="320954"/>
                  </a:lnTo>
                  <a:lnTo>
                    <a:pt x="134112" y="336194"/>
                  </a:lnTo>
                  <a:lnTo>
                    <a:pt x="131064" y="348386"/>
                  </a:lnTo>
                  <a:lnTo>
                    <a:pt x="129540" y="357530"/>
                  </a:lnTo>
                  <a:lnTo>
                    <a:pt x="124968" y="374294"/>
                  </a:lnTo>
                  <a:lnTo>
                    <a:pt x="123444" y="386486"/>
                  </a:lnTo>
                  <a:lnTo>
                    <a:pt x="120396" y="398678"/>
                  </a:lnTo>
                  <a:lnTo>
                    <a:pt x="118872" y="409346"/>
                  </a:lnTo>
                  <a:lnTo>
                    <a:pt x="112776" y="433730"/>
                  </a:lnTo>
                  <a:lnTo>
                    <a:pt x="111252" y="447446"/>
                  </a:lnTo>
                  <a:lnTo>
                    <a:pt x="108204" y="462686"/>
                  </a:lnTo>
                  <a:lnTo>
                    <a:pt x="106680" y="471830"/>
                  </a:lnTo>
                  <a:lnTo>
                    <a:pt x="105156" y="482498"/>
                  </a:lnTo>
                  <a:lnTo>
                    <a:pt x="102108" y="497738"/>
                  </a:lnTo>
                  <a:lnTo>
                    <a:pt x="100584" y="506882"/>
                  </a:lnTo>
                  <a:lnTo>
                    <a:pt x="99060" y="523646"/>
                  </a:lnTo>
                  <a:lnTo>
                    <a:pt x="97536" y="532790"/>
                  </a:lnTo>
                  <a:lnTo>
                    <a:pt x="94488" y="548030"/>
                  </a:lnTo>
                  <a:lnTo>
                    <a:pt x="92964" y="560222"/>
                  </a:lnTo>
                  <a:lnTo>
                    <a:pt x="92964" y="572414"/>
                  </a:lnTo>
                  <a:lnTo>
                    <a:pt x="86868" y="621182"/>
                  </a:lnTo>
                  <a:lnTo>
                    <a:pt x="86868" y="633374"/>
                  </a:lnTo>
                  <a:lnTo>
                    <a:pt x="85344" y="644042"/>
                  </a:lnTo>
                  <a:lnTo>
                    <a:pt x="83820" y="657758"/>
                  </a:lnTo>
                  <a:lnTo>
                    <a:pt x="82296" y="672998"/>
                  </a:lnTo>
                  <a:lnTo>
                    <a:pt x="82296" y="682142"/>
                  </a:lnTo>
                  <a:lnTo>
                    <a:pt x="80772" y="694334"/>
                  </a:lnTo>
                  <a:lnTo>
                    <a:pt x="80772" y="717194"/>
                  </a:lnTo>
                  <a:lnTo>
                    <a:pt x="79248" y="733958"/>
                  </a:lnTo>
                  <a:lnTo>
                    <a:pt x="79248" y="767486"/>
                  </a:lnTo>
                  <a:lnTo>
                    <a:pt x="77724" y="784250"/>
                  </a:lnTo>
                  <a:lnTo>
                    <a:pt x="77724" y="848258"/>
                  </a:lnTo>
                  <a:lnTo>
                    <a:pt x="79248" y="855878"/>
                  </a:lnTo>
                  <a:lnTo>
                    <a:pt x="79248" y="883310"/>
                  </a:lnTo>
                  <a:lnTo>
                    <a:pt x="80772" y="892454"/>
                  </a:lnTo>
                  <a:lnTo>
                    <a:pt x="80772" y="932078"/>
                  </a:lnTo>
                  <a:lnTo>
                    <a:pt x="82296" y="944270"/>
                  </a:lnTo>
                  <a:lnTo>
                    <a:pt x="83820" y="953414"/>
                  </a:lnTo>
                  <a:lnTo>
                    <a:pt x="83820" y="964323"/>
                  </a:lnTo>
                  <a:lnTo>
                    <a:pt x="123444" y="983894"/>
                  </a:lnTo>
                  <a:lnTo>
                    <a:pt x="0" y="922934"/>
                  </a:lnTo>
                  <a:lnTo>
                    <a:pt x="83820" y="1046873"/>
                  </a:lnTo>
                  <a:lnTo>
                    <a:pt x="143256" y="1134770"/>
                  </a:lnTo>
                  <a:lnTo>
                    <a:pt x="161544" y="1082230"/>
                  </a:lnTo>
                  <a:lnTo>
                    <a:pt x="227076" y="893978"/>
                  </a:lnTo>
                  <a:lnTo>
                    <a:pt x="159905" y="952246"/>
                  </a:lnTo>
                  <a:lnTo>
                    <a:pt x="158496" y="936650"/>
                  </a:lnTo>
                  <a:lnTo>
                    <a:pt x="156972" y="924458"/>
                  </a:lnTo>
                  <a:lnTo>
                    <a:pt x="156972" y="915314"/>
                  </a:lnTo>
                  <a:lnTo>
                    <a:pt x="155448" y="901598"/>
                  </a:lnTo>
                  <a:lnTo>
                    <a:pt x="156972" y="892454"/>
                  </a:lnTo>
                  <a:lnTo>
                    <a:pt x="155448" y="877214"/>
                  </a:lnTo>
                  <a:lnTo>
                    <a:pt x="155448" y="855878"/>
                  </a:lnTo>
                  <a:lnTo>
                    <a:pt x="153924" y="840638"/>
                  </a:lnTo>
                  <a:lnTo>
                    <a:pt x="153924" y="784250"/>
                  </a:lnTo>
                  <a:lnTo>
                    <a:pt x="155448" y="775106"/>
                  </a:lnTo>
                  <a:lnTo>
                    <a:pt x="155448" y="724814"/>
                  </a:lnTo>
                  <a:lnTo>
                    <a:pt x="156972" y="711098"/>
                  </a:lnTo>
                  <a:lnTo>
                    <a:pt x="156972" y="701954"/>
                  </a:lnTo>
                  <a:lnTo>
                    <a:pt x="158496" y="689762"/>
                  </a:lnTo>
                  <a:lnTo>
                    <a:pt x="158496" y="672998"/>
                  </a:lnTo>
                  <a:lnTo>
                    <a:pt x="159905" y="664476"/>
                  </a:lnTo>
                  <a:lnTo>
                    <a:pt x="159905" y="664692"/>
                  </a:lnTo>
                  <a:lnTo>
                    <a:pt x="161544" y="651662"/>
                  </a:lnTo>
                  <a:lnTo>
                    <a:pt x="161544" y="642518"/>
                  </a:lnTo>
                  <a:lnTo>
                    <a:pt x="163068" y="628802"/>
                  </a:lnTo>
                  <a:lnTo>
                    <a:pt x="166116" y="604418"/>
                  </a:lnTo>
                  <a:lnTo>
                    <a:pt x="167640" y="590702"/>
                  </a:lnTo>
                  <a:lnTo>
                    <a:pt x="167640" y="581558"/>
                  </a:lnTo>
                  <a:lnTo>
                    <a:pt x="169164" y="567842"/>
                  </a:lnTo>
                  <a:lnTo>
                    <a:pt x="170688" y="555650"/>
                  </a:lnTo>
                  <a:lnTo>
                    <a:pt x="172212" y="546506"/>
                  </a:lnTo>
                  <a:lnTo>
                    <a:pt x="173736" y="531266"/>
                  </a:lnTo>
                  <a:lnTo>
                    <a:pt x="176784" y="522122"/>
                  </a:lnTo>
                  <a:lnTo>
                    <a:pt x="178308" y="505358"/>
                  </a:lnTo>
                  <a:lnTo>
                    <a:pt x="179832" y="499262"/>
                  </a:lnTo>
                  <a:lnTo>
                    <a:pt x="181356" y="485546"/>
                  </a:lnTo>
                  <a:lnTo>
                    <a:pt x="184404" y="470306"/>
                  </a:lnTo>
                  <a:lnTo>
                    <a:pt x="185928" y="461162"/>
                  </a:lnTo>
                  <a:lnTo>
                    <a:pt x="187452" y="448970"/>
                  </a:lnTo>
                  <a:lnTo>
                    <a:pt x="190500" y="436778"/>
                  </a:lnTo>
                  <a:lnTo>
                    <a:pt x="192024" y="426110"/>
                  </a:lnTo>
                  <a:lnTo>
                    <a:pt x="195072" y="412394"/>
                  </a:lnTo>
                  <a:lnTo>
                    <a:pt x="198120" y="400202"/>
                  </a:lnTo>
                  <a:lnTo>
                    <a:pt x="199644" y="388010"/>
                  </a:lnTo>
                  <a:lnTo>
                    <a:pt x="202692" y="378866"/>
                  </a:lnTo>
                  <a:lnTo>
                    <a:pt x="205740" y="363626"/>
                  </a:lnTo>
                  <a:lnTo>
                    <a:pt x="208788" y="349910"/>
                  </a:lnTo>
                  <a:lnTo>
                    <a:pt x="210312" y="345338"/>
                  </a:lnTo>
                  <a:lnTo>
                    <a:pt x="214884" y="327050"/>
                  </a:lnTo>
                  <a:lnTo>
                    <a:pt x="217932" y="317906"/>
                  </a:lnTo>
                  <a:lnTo>
                    <a:pt x="220980" y="305714"/>
                  </a:lnTo>
                  <a:lnTo>
                    <a:pt x="224028" y="290474"/>
                  </a:lnTo>
                  <a:lnTo>
                    <a:pt x="227076" y="281330"/>
                  </a:lnTo>
                  <a:lnTo>
                    <a:pt x="230124" y="267614"/>
                  </a:lnTo>
                  <a:lnTo>
                    <a:pt x="233172" y="259994"/>
                  </a:lnTo>
                  <a:lnTo>
                    <a:pt x="237744" y="244754"/>
                  </a:lnTo>
                  <a:lnTo>
                    <a:pt x="240792" y="232562"/>
                  </a:lnTo>
                  <a:lnTo>
                    <a:pt x="245364" y="220370"/>
                  </a:lnTo>
                  <a:lnTo>
                    <a:pt x="251460" y="195986"/>
                  </a:lnTo>
                  <a:lnTo>
                    <a:pt x="256032" y="182270"/>
                  </a:lnTo>
                  <a:lnTo>
                    <a:pt x="259080" y="177698"/>
                  </a:lnTo>
                  <a:lnTo>
                    <a:pt x="263652" y="159410"/>
                  </a:lnTo>
                  <a:lnTo>
                    <a:pt x="268224" y="147218"/>
                  </a:lnTo>
                  <a:lnTo>
                    <a:pt x="271272" y="138074"/>
                  </a:lnTo>
                  <a:lnTo>
                    <a:pt x="275844" y="125882"/>
                  </a:lnTo>
                  <a:lnTo>
                    <a:pt x="280416" y="109118"/>
                  </a:lnTo>
                  <a:lnTo>
                    <a:pt x="284988" y="99974"/>
                  </a:lnTo>
                  <a:lnTo>
                    <a:pt x="294132" y="75590"/>
                  </a:lnTo>
                  <a:lnTo>
                    <a:pt x="297180" y="64922"/>
                  </a:lnTo>
                  <a:lnTo>
                    <a:pt x="303276" y="52730"/>
                  </a:lnTo>
                  <a:lnTo>
                    <a:pt x="305701" y="37579"/>
                  </a:lnTo>
                  <a:close/>
                </a:path>
                <a:path w="4549140" h="1135379">
                  <a:moveTo>
                    <a:pt x="4549140" y="851306"/>
                  </a:moveTo>
                  <a:lnTo>
                    <a:pt x="4500207" y="927188"/>
                  </a:lnTo>
                  <a:lnTo>
                    <a:pt x="4498848" y="924458"/>
                  </a:lnTo>
                  <a:lnTo>
                    <a:pt x="4498848" y="922934"/>
                  </a:lnTo>
                  <a:lnTo>
                    <a:pt x="4497324" y="919886"/>
                  </a:lnTo>
                  <a:lnTo>
                    <a:pt x="4489704" y="909218"/>
                  </a:lnTo>
                  <a:lnTo>
                    <a:pt x="4485818" y="902423"/>
                  </a:lnTo>
                  <a:lnTo>
                    <a:pt x="4482084" y="892454"/>
                  </a:lnTo>
                  <a:lnTo>
                    <a:pt x="4482084" y="890930"/>
                  </a:lnTo>
                  <a:lnTo>
                    <a:pt x="4479963" y="888809"/>
                  </a:lnTo>
                  <a:lnTo>
                    <a:pt x="4479963" y="1004062"/>
                  </a:lnTo>
                  <a:lnTo>
                    <a:pt x="4465510" y="1003134"/>
                  </a:lnTo>
                  <a:lnTo>
                    <a:pt x="4479036" y="1003998"/>
                  </a:lnTo>
                  <a:lnTo>
                    <a:pt x="4479963" y="1004062"/>
                  </a:lnTo>
                  <a:lnTo>
                    <a:pt x="4479963" y="888809"/>
                  </a:lnTo>
                  <a:lnTo>
                    <a:pt x="4479036" y="887882"/>
                  </a:lnTo>
                  <a:lnTo>
                    <a:pt x="4474464" y="879881"/>
                  </a:lnTo>
                  <a:lnTo>
                    <a:pt x="4474464" y="967130"/>
                  </a:lnTo>
                  <a:lnTo>
                    <a:pt x="4431792" y="958977"/>
                  </a:lnTo>
                  <a:lnTo>
                    <a:pt x="4451604" y="962761"/>
                  </a:lnTo>
                  <a:lnTo>
                    <a:pt x="4472940" y="966838"/>
                  </a:lnTo>
                  <a:lnTo>
                    <a:pt x="4474464" y="967130"/>
                  </a:lnTo>
                  <a:lnTo>
                    <a:pt x="4474464" y="879881"/>
                  </a:lnTo>
                  <a:lnTo>
                    <a:pt x="4472940" y="877214"/>
                  </a:lnTo>
                  <a:lnTo>
                    <a:pt x="4475988" y="881786"/>
                  </a:lnTo>
                  <a:lnTo>
                    <a:pt x="4471416" y="871118"/>
                  </a:lnTo>
                  <a:lnTo>
                    <a:pt x="4463796" y="855878"/>
                  </a:lnTo>
                  <a:lnTo>
                    <a:pt x="4456176" y="842162"/>
                  </a:lnTo>
                  <a:lnTo>
                    <a:pt x="4450080" y="831494"/>
                  </a:lnTo>
                  <a:lnTo>
                    <a:pt x="4448556" y="825398"/>
                  </a:lnTo>
                  <a:lnTo>
                    <a:pt x="4447032" y="823874"/>
                  </a:lnTo>
                  <a:lnTo>
                    <a:pt x="4447032" y="822350"/>
                  </a:lnTo>
                  <a:lnTo>
                    <a:pt x="4445508" y="820826"/>
                  </a:lnTo>
                  <a:lnTo>
                    <a:pt x="4439412" y="810158"/>
                  </a:lnTo>
                  <a:lnTo>
                    <a:pt x="4431792" y="799490"/>
                  </a:lnTo>
                  <a:lnTo>
                    <a:pt x="4427220" y="788822"/>
                  </a:lnTo>
                  <a:lnTo>
                    <a:pt x="4419600" y="775106"/>
                  </a:lnTo>
                  <a:lnTo>
                    <a:pt x="4407408" y="753770"/>
                  </a:lnTo>
                  <a:lnTo>
                    <a:pt x="4399788" y="743102"/>
                  </a:lnTo>
                  <a:lnTo>
                    <a:pt x="4393692" y="732434"/>
                  </a:lnTo>
                  <a:lnTo>
                    <a:pt x="4389120" y="721766"/>
                  </a:lnTo>
                  <a:lnTo>
                    <a:pt x="4387596" y="718718"/>
                  </a:lnTo>
                  <a:lnTo>
                    <a:pt x="4386072" y="717194"/>
                  </a:lnTo>
                  <a:lnTo>
                    <a:pt x="4384548" y="714146"/>
                  </a:lnTo>
                  <a:lnTo>
                    <a:pt x="4375404" y="703478"/>
                  </a:lnTo>
                  <a:lnTo>
                    <a:pt x="4372356" y="697382"/>
                  </a:lnTo>
                  <a:lnTo>
                    <a:pt x="4360164" y="676046"/>
                  </a:lnTo>
                  <a:lnTo>
                    <a:pt x="4352036" y="665886"/>
                  </a:lnTo>
                  <a:lnTo>
                    <a:pt x="4344924" y="651662"/>
                  </a:lnTo>
                  <a:lnTo>
                    <a:pt x="4343400" y="650138"/>
                  </a:lnTo>
                  <a:lnTo>
                    <a:pt x="4341876" y="647090"/>
                  </a:lnTo>
                  <a:lnTo>
                    <a:pt x="4332732" y="636422"/>
                  </a:lnTo>
                  <a:lnTo>
                    <a:pt x="4329684" y="630326"/>
                  </a:lnTo>
                  <a:lnTo>
                    <a:pt x="4317492" y="615086"/>
                  </a:lnTo>
                  <a:lnTo>
                    <a:pt x="4314444" y="608990"/>
                  </a:lnTo>
                  <a:lnTo>
                    <a:pt x="4305300" y="593750"/>
                  </a:lnTo>
                  <a:lnTo>
                    <a:pt x="4299204" y="584606"/>
                  </a:lnTo>
                  <a:lnTo>
                    <a:pt x="4288536" y="569366"/>
                  </a:lnTo>
                  <a:lnTo>
                    <a:pt x="4279392" y="558698"/>
                  </a:lnTo>
                  <a:lnTo>
                    <a:pt x="4276344" y="552602"/>
                  </a:lnTo>
                  <a:lnTo>
                    <a:pt x="4265676" y="537362"/>
                  </a:lnTo>
                  <a:lnTo>
                    <a:pt x="4247388" y="512978"/>
                  </a:lnTo>
                  <a:lnTo>
                    <a:pt x="4238244" y="502310"/>
                  </a:lnTo>
                  <a:lnTo>
                    <a:pt x="4223004" y="480974"/>
                  </a:lnTo>
                  <a:lnTo>
                    <a:pt x="4212336" y="468782"/>
                  </a:lnTo>
                  <a:lnTo>
                    <a:pt x="4204716" y="458114"/>
                  </a:lnTo>
                  <a:lnTo>
                    <a:pt x="4195572" y="445922"/>
                  </a:lnTo>
                  <a:lnTo>
                    <a:pt x="4180332" y="424586"/>
                  </a:lnTo>
                  <a:lnTo>
                    <a:pt x="4169664" y="412394"/>
                  </a:lnTo>
                  <a:lnTo>
                    <a:pt x="4155948" y="398678"/>
                  </a:lnTo>
                  <a:lnTo>
                    <a:pt x="4151376" y="389534"/>
                  </a:lnTo>
                  <a:lnTo>
                    <a:pt x="4143756" y="380390"/>
                  </a:lnTo>
                  <a:lnTo>
                    <a:pt x="4133088" y="366674"/>
                  </a:lnTo>
                  <a:lnTo>
                    <a:pt x="4120896" y="352958"/>
                  </a:lnTo>
                  <a:lnTo>
                    <a:pt x="4114800" y="345338"/>
                  </a:lnTo>
                  <a:lnTo>
                    <a:pt x="4105656" y="336194"/>
                  </a:lnTo>
                  <a:lnTo>
                    <a:pt x="4096512" y="324002"/>
                  </a:lnTo>
                  <a:lnTo>
                    <a:pt x="4094988" y="320954"/>
                  </a:lnTo>
                  <a:lnTo>
                    <a:pt x="4081272" y="307238"/>
                  </a:lnTo>
                  <a:lnTo>
                    <a:pt x="4075176" y="299618"/>
                  </a:lnTo>
                  <a:lnTo>
                    <a:pt x="4062984" y="285902"/>
                  </a:lnTo>
                  <a:lnTo>
                    <a:pt x="4053840" y="275234"/>
                  </a:lnTo>
                  <a:lnTo>
                    <a:pt x="4046220" y="264566"/>
                  </a:lnTo>
                  <a:lnTo>
                    <a:pt x="4021836" y="240182"/>
                  </a:lnTo>
                  <a:lnTo>
                    <a:pt x="4012692" y="229514"/>
                  </a:lnTo>
                  <a:lnTo>
                    <a:pt x="4005072" y="220370"/>
                  </a:lnTo>
                  <a:lnTo>
                    <a:pt x="3991356" y="205130"/>
                  </a:lnTo>
                  <a:lnTo>
                    <a:pt x="3980688" y="194462"/>
                  </a:lnTo>
                  <a:lnTo>
                    <a:pt x="3971544" y="183794"/>
                  </a:lnTo>
                  <a:lnTo>
                    <a:pt x="3938016" y="150266"/>
                  </a:lnTo>
                  <a:lnTo>
                    <a:pt x="3928872" y="139598"/>
                  </a:lnTo>
                  <a:lnTo>
                    <a:pt x="3924300" y="135026"/>
                  </a:lnTo>
                  <a:lnTo>
                    <a:pt x="3912108" y="124358"/>
                  </a:lnTo>
                  <a:lnTo>
                    <a:pt x="3892296" y="104546"/>
                  </a:lnTo>
                  <a:lnTo>
                    <a:pt x="3884676" y="93878"/>
                  </a:lnTo>
                  <a:lnTo>
                    <a:pt x="3880104" y="89306"/>
                  </a:lnTo>
                  <a:lnTo>
                    <a:pt x="3866388" y="78638"/>
                  </a:lnTo>
                  <a:lnTo>
                    <a:pt x="3858768" y="69494"/>
                  </a:lnTo>
                  <a:lnTo>
                    <a:pt x="3834384" y="45110"/>
                  </a:lnTo>
                  <a:lnTo>
                    <a:pt x="3823716" y="35966"/>
                  </a:lnTo>
                  <a:lnTo>
                    <a:pt x="3811155" y="24663"/>
                  </a:lnTo>
                  <a:lnTo>
                    <a:pt x="3802380" y="14630"/>
                  </a:lnTo>
                  <a:lnTo>
                    <a:pt x="3790391" y="4914"/>
                  </a:lnTo>
                  <a:lnTo>
                    <a:pt x="3776281" y="914"/>
                  </a:lnTo>
                  <a:lnTo>
                    <a:pt x="3761867" y="2628"/>
                  </a:lnTo>
                  <a:lnTo>
                    <a:pt x="3749040" y="10058"/>
                  </a:lnTo>
                  <a:lnTo>
                    <a:pt x="3739324" y="21170"/>
                  </a:lnTo>
                  <a:lnTo>
                    <a:pt x="3735324" y="35013"/>
                  </a:lnTo>
                  <a:lnTo>
                    <a:pt x="3737038" y="49695"/>
                  </a:lnTo>
                  <a:lnTo>
                    <a:pt x="3744468" y="63398"/>
                  </a:lnTo>
                  <a:lnTo>
                    <a:pt x="3755136" y="75590"/>
                  </a:lnTo>
                  <a:lnTo>
                    <a:pt x="3759708" y="80162"/>
                  </a:lnTo>
                  <a:lnTo>
                    <a:pt x="3770376" y="89306"/>
                  </a:lnTo>
                  <a:lnTo>
                    <a:pt x="3808476" y="127406"/>
                  </a:lnTo>
                  <a:lnTo>
                    <a:pt x="3813048" y="131978"/>
                  </a:lnTo>
                  <a:lnTo>
                    <a:pt x="3817620" y="136550"/>
                  </a:lnTo>
                  <a:lnTo>
                    <a:pt x="3825240" y="143217"/>
                  </a:lnTo>
                  <a:lnTo>
                    <a:pt x="3827653" y="145326"/>
                  </a:lnTo>
                  <a:lnTo>
                    <a:pt x="3829812" y="147726"/>
                  </a:lnTo>
                  <a:lnTo>
                    <a:pt x="3838956" y="157886"/>
                  </a:lnTo>
                  <a:lnTo>
                    <a:pt x="3849624" y="168554"/>
                  </a:lnTo>
                  <a:lnTo>
                    <a:pt x="3861816" y="182270"/>
                  </a:lnTo>
                  <a:lnTo>
                    <a:pt x="3870960" y="189382"/>
                  </a:lnTo>
                  <a:lnTo>
                    <a:pt x="3873106" y="191046"/>
                  </a:lnTo>
                  <a:lnTo>
                    <a:pt x="3875532" y="194081"/>
                  </a:lnTo>
                  <a:lnTo>
                    <a:pt x="3883152" y="203606"/>
                  </a:lnTo>
                  <a:lnTo>
                    <a:pt x="3913632" y="234086"/>
                  </a:lnTo>
                  <a:lnTo>
                    <a:pt x="3925824" y="247802"/>
                  </a:lnTo>
                  <a:lnTo>
                    <a:pt x="3936492" y="259994"/>
                  </a:lnTo>
                  <a:lnTo>
                    <a:pt x="3945636" y="267614"/>
                  </a:lnTo>
                  <a:lnTo>
                    <a:pt x="3954780" y="278282"/>
                  </a:lnTo>
                  <a:lnTo>
                    <a:pt x="3966972" y="293522"/>
                  </a:lnTo>
                  <a:lnTo>
                    <a:pt x="3985260" y="311810"/>
                  </a:lnTo>
                  <a:lnTo>
                    <a:pt x="3995928" y="324002"/>
                  </a:lnTo>
                  <a:lnTo>
                    <a:pt x="4008120" y="339242"/>
                  </a:lnTo>
                  <a:lnTo>
                    <a:pt x="4015740" y="346862"/>
                  </a:lnTo>
                  <a:lnTo>
                    <a:pt x="4027932" y="360578"/>
                  </a:lnTo>
                  <a:lnTo>
                    <a:pt x="4034028" y="366674"/>
                  </a:lnTo>
                  <a:lnTo>
                    <a:pt x="4038600" y="373989"/>
                  </a:lnTo>
                  <a:lnTo>
                    <a:pt x="4041648" y="378866"/>
                  </a:lnTo>
                  <a:lnTo>
                    <a:pt x="4043172" y="380390"/>
                  </a:lnTo>
                  <a:lnTo>
                    <a:pt x="4044696" y="383438"/>
                  </a:lnTo>
                  <a:lnTo>
                    <a:pt x="4053840" y="392582"/>
                  </a:lnTo>
                  <a:lnTo>
                    <a:pt x="4066032" y="406298"/>
                  </a:lnTo>
                  <a:lnTo>
                    <a:pt x="4073652" y="413918"/>
                  </a:lnTo>
                  <a:lnTo>
                    <a:pt x="4081272" y="423062"/>
                  </a:lnTo>
                  <a:lnTo>
                    <a:pt x="4090416" y="436778"/>
                  </a:lnTo>
                  <a:lnTo>
                    <a:pt x="4101084" y="450113"/>
                  </a:lnTo>
                  <a:lnTo>
                    <a:pt x="4102608" y="452018"/>
                  </a:lnTo>
                  <a:lnTo>
                    <a:pt x="4117848" y="467258"/>
                  </a:lnTo>
                  <a:lnTo>
                    <a:pt x="4126992" y="482498"/>
                  </a:lnTo>
                  <a:lnTo>
                    <a:pt x="4145280" y="503834"/>
                  </a:lnTo>
                  <a:lnTo>
                    <a:pt x="4152900" y="516026"/>
                  </a:lnTo>
                  <a:lnTo>
                    <a:pt x="4160520" y="523646"/>
                  </a:lnTo>
                  <a:lnTo>
                    <a:pt x="4169664" y="538886"/>
                  </a:lnTo>
                  <a:lnTo>
                    <a:pt x="4187952" y="560222"/>
                  </a:lnTo>
                  <a:lnTo>
                    <a:pt x="4195572" y="570890"/>
                  </a:lnTo>
                  <a:lnTo>
                    <a:pt x="4203192" y="580034"/>
                  </a:lnTo>
                  <a:lnTo>
                    <a:pt x="4210812" y="590702"/>
                  </a:lnTo>
                  <a:lnTo>
                    <a:pt x="4219956" y="605942"/>
                  </a:lnTo>
                  <a:lnTo>
                    <a:pt x="4227576" y="616610"/>
                  </a:lnTo>
                  <a:lnTo>
                    <a:pt x="4233672" y="624230"/>
                  </a:lnTo>
                  <a:lnTo>
                    <a:pt x="4241292" y="636422"/>
                  </a:lnTo>
                  <a:lnTo>
                    <a:pt x="4248912" y="647090"/>
                  </a:lnTo>
                  <a:lnTo>
                    <a:pt x="4258056" y="662330"/>
                  </a:lnTo>
                  <a:lnTo>
                    <a:pt x="4264152" y="668426"/>
                  </a:lnTo>
                  <a:lnTo>
                    <a:pt x="4273296" y="683666"/>
                  </a:lnTo>
                  <a:lnTo>
                    <a:pt x="4277868" y="689000"/>
                  </a:lnTo>
                  <a:lnTo>
                    <a:pt x="4278566" y="689813"/>
                  </a:lnTo>
                  <a:lnTo>
                    <a:pt x="4282440" y="698525"/>
                  </a:lnTo>
                  <a:lnTo>
                    <a:pt x="4283964" y="701954"/>
                  </a:lnTo>
                  <a:lnTo>
                    <a:pt x="4287012" y="705002"/>
                  </a:lnTo>
                  <a:lnTo>
                    <a:pt x="4288536" y="708050"/>
                  </a:lnTo>
                  <a:lnTo>
                    <a:pt x="4294632" y="714146"/>
                  </a:lnTo>
                  <a:lnTo>
                    <a:pt x="4306824" y="735482"/>
                  </a:lnTo>
                  <a:lnTo>
                    <a:pt x="4315968" y="750722"/>
                  </a:lnTo>
                  <a:lnTo>
                    <a:pt x="4320540" y="756056"/>
                  </a:lnTo>
                  <a:lnTo>
                    <a:pt x="4321454" y="757123"/>
                  </a:lnTo>
                  <a:lnTo>
                    <a:pt x="4325112" y="764438"/>
                  </a:lnTo>
                  <a:lnTo>
                    <a:pt x="4328160" y="770534"/>
                  </a:lnTo>
                  <a:lnTo>
                    <a:pt x="4334256" y="781202"/>
                  </a:lnTo>
                  <a:lnTo>
                    <a:pt x="4341876" y="791870"/>
                  </a:lnTo>
                  <a:lnTo>
                    <a:pt x="4347972" y="802538"/>
                  </a:lnTo>
                  <a:lnTo>
                    <a:pt x="4352544" y="811682"/>
                  </a:lnTo>
                  <a:lnTo>
                    <a:pt x="4354068" y="814730"/>
                  </a:lnTo>
                  <a:lnTo>
                    <a:pt x="4358640" y="822350"/>
                  </a:lnTo>
                  <a:lnTo>
                    <a:pt x="4366260" y="837590"/>
                  </a:lnTo>
                  <a:lnTo>
                    <a:pt x="4373880" y="848258"/>
                  </a:lnTo>
                  <a:lnTo>
                    <a:pt x="4379976" y="858926"/>
                  </a:lnTo>
                  <a:lnTo>
                    <a:pt x="4376928" y="854354"/>
                  </a:lnTo>
                  <a:lnTo>
                    <a:pt x="4379976" y="861466"/>
                  </a:lnTo>
                  <a:lnTo>
                    <a:pt x="4381500" y="865022"/>
                  </a:lnTo>
                  <a:lnTo>
                    <a:pt x="4381500" y="866546"/>
                  </a:lnTo>
                  <a:lnTo>
                    <a:pt x="4384548" y="869594"/>
                  </a:lnTo>
                  <a:lnTo>
                    <a:pt x="4390644" y="881786"/>
                  </a:lnTo>
                  <a:lnTo>
                    <a:pt x="4395216" y="889406"/>
                  </a:lnTo>
                  <a:lnTo>
                    <a:pt x="4401312" y="900074"/>
                  </a:lnTo>
                  <a:lnTo>
                    <a:pt x="4404360" y="910742"/>
                  </a:lnTo>
                  <a:lnTo>
                    <a:pt x="4407408" y="913790"/>
                  </a:lnTo>
                  <a:lnTo>
                    <a:pt x="4407408" y="915314"/>
                  </a:lnTo>
                  <a:lnTo>
                    <a:pt x="4411980" y="923315"/>
                  </a:lnTo>
                  <a:lnTo>
                    <a:pt x="4413059" y="925220"/>
                  </a:lnTo>
                  <a:lnTo>
                    <a:pt x="4413504" y="926744"/>
                  </a:lnTo>
                  <a:lnTo>
                    <a:pt x="4415028" y="932078"/>
                  </a:lnTo>
                  <a:lnTo>
                    <a:pt x="4418076" y="935126"/>
                  </a:lnTo>
                  <a:lnTo>
                    <a:pt x="4418076" y="936650"/>
                  </a:lnTo>
                  <a:lnTo>
                    <a:pt x="4424172" y="948842"/>
                  </a:lnTo>
                  <a:lnTo>
                    <a:pt x="4428744" y="955243"/>
                  </a:lnTo>
                  <a:lnTo>
                    <a:pt x="4430471" y="957668"/>
                  </a:lnTo>
                  <a:lnTo>
                    <a:pt x="4430814" y="958786"/>
                  </a:lnTo>
                  <a:lnTo>
                    <a:pt x="4338828" y="941222"/>
                  </a:lnTo>
                  <a:lnTo>
                    <a:pt x="4512919" y="1088313"/>
                  </a:lnTo>
                  <a:lnTo>
                    <a:pt x="4535424" y="1107338"/>
                  </a:lnTo>
                  <a:lnTo>
                    <a:pt x="4549140" y="8513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3170422" y="5321807"/>
            <a:ext cx="3586479" cy="1347470"/>
          </a:xfrm>
          <a:custGeom>
            <a:avLst/>
            <a:gdLst/>
            <a:ahLst/>
            <a:cxnLst/>
            <a:rect l="l" t="t" r="r" b="b"/>
            <a:pathLst>
              <a:path w="3586479" h="1347470">
                <a:moveTo>
                  <a:pt x="0" y="0"/>
                </a:moveTo>
                <a:lnTo>
                  <a:pt x="0" y="1347215"/>
                </a:lnTo>
                <a:lnTo>
                  <a:pt x="3585971" y="1347215"/>
                </a:lnTo>
                <a:lnTo>
                  <a:pt x="3585971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70422" y="5372607"/>
            <a:ext cx="1517015" cy="53604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31140">
              <a:spcBef>
                <a:spcPts val="13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Turma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87316" y="5372607"/>
            <a:ext cx="1088390" cy="548868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34620">
              <a:spcBef>
                <a:spcPts val="14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Curso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24651" y="5300472"/>
            <a:ext cx="0" cy="1367155"/>
          </a:xfrm>
          <a:custGeom>
            <a:avLst/>
            <a:gdLst/>
            <a:ahLst/>
            <a:cxnLst/>
            <a:rect l="l" t="t" r="r" b="b"/>
            <a:pathLst>
              <a:path h="1367154">
                <a:moveTo>
                  <a:pt x="0" y="0"/>
                </a:moveTo>
                <a:lnTo>
                  <a:pt x="0" y="1367027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823203" y="5539229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Sala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748524" y="5347715"/>
            <a:ext cx="3622675" cy="1348740"/>
          </a:xfrm>
          <a:custGeom>
            <a:avLst/>
            <a:gdLst/>
            <a:ahLst/>
            <a:cxnLst/>
            <a:rect l="l" t="t" r="r" b="b"/>
            <a:pathLst>
              <a:path w="3622675" h="1348740">
                <a:moveTo>
                  <a:pt x="0" y="0"/>
                </a:moveTo>
                <a:lnTo>
                  <a:pt x="0" y="1348739"/>
                </a:lnTo>
                <a:lnTo>
                  <a:pt x="3622547" y="1348739"/>
                </a:lnTo>
                <a:lnTo>
                  <a:pt x="3622547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872981" y="5549897"/>
            <a:ext cx="905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Curso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750047" y="5347716"/>
            <a:ext cx="3621404" cy="1344295"/>
          </a:xfrm>
          <a:custGeom>
            <a:avLst/>
            <a:gdLst/>
            <a:ahLst/>
            <a:cxnLst/>
            <a:rect l="l" t="t" r="r" b="b"/>
            <a:pathLst>
              <a:path w="3621404" h="1344295">
                <a:moveTo>
                  <a:pt x="1132331" y="0"/>
                </a:moveTo>
                <a:lnTo>
                  <a:pt x="1132331" y="1344167"/>
                </a:lnTo>
              </a:path>
              <a:path w="3621404" h="1344295">
                <a:moveTo>
                  <a:pt x="3621023" y="675131"/>
                </a:moveTo>
                <a:lnTo>
                  <a:pt x="0" y="675131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057130" y="5455409"/>
            <a:ext cx="2144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Número-Horas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84454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Segunda</a:t>
            </a:r>
            <a:r>
              <a:rPr spc="-114" dirty="0"/>
              <a:t> </a:t>
            </a:r>
            <a:r>
              <a:rPr dirty="0"/>
              <a:t>Forma</a:t>
            </a:r>
            <a:r>
              <a:rPr spc="-105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3" y="2504946"/>
            <a:ext cx="6968490" cy="307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indent="-343535">
              <a:spcBef>
                <a:spcPts val="100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6235" algn="l"/>
              </a:tabLst>
            </a:pPr>
            <a:r>
              <a:rPr sz="3200" spc="-10" dirty="0">
                <a:latin typeface="Tahoma"/>
                <a:cs typeface="Tahoma"/>
              </a:rPr>
              <a:t>Evita:</a:t>
            </a:r>
            <a:endParaRPr sz="3200">
              <a:latin typeface="Tahoma"/>
              <a:cs typeface="Tahoma"/>
            </a:endParaRPr>
          </a:p>
          <a:p>
            <a:pPr marL="756285" marR="5080" lvl="1" indent="-287020">
              <a:lnSpc>
                <a:spcPct val="100400"/>
              </a:lnSpc>
              <a:spcBef>
                <a:spcPts val="3354"/>
              </a:spcBef>
              <a:buClr>
                <a:srgbClr val="FF0000"/>
              </a:buClr>
              <a:buSzPct val="53571"/>
              <a:buFont typeface="Segoe UI Symbol"/>
              <a:buChar char="■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Inconsistências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devido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duplicidade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spc="-10" dirty="0">
                <a:latin typeface="Tahoma"/>
                <a:cs typeface="Tahoma"/>
              </a:rPr>
              <a:t>informações</a:t>
            </a:r>
            <a:endParaRPr sz="2800">
              <a:latin typeface="Tahoma"/>
              <a:cs typeface="Tahoma"/>
            </a:endParaRPr>
          </a:p>
          <a:p>
            <a:pPr marL="756285" marR="969644" lvl="1" indent="-287020">
              <a:spcBef>
                <a:spcPts val="3359"/>
              </a:spcBef>
              <a:buClr>
                <a:srgbClr val="FF0000"/>
              </a:buClr>
              <a:buSzPct val="53571"/>
              <a:buFont typeface="Segoe UI Symbol"/>
              <a:buChar char="■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Perda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em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operações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dirty="0">
                <a:latin typeface="Tahoma"/>
                <a:cs typeface="Tahoma"/>
              </a:rPr>
              <a:t>remoções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/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alteração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na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relação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16041" y="6047232"/>
            <a:ext cx="3124200" cy="1079500"/>
          </a:xfrm>
          <a:custGeom>
            <a:avLst/>
            <a:gdLst/>
            <a:ahLst/>
            <a:cxnLst/>
            <a:rect l="l" t="t" r="r" b="b"/>
            <a:pathLst>
              <a:path w="3124200" h="1079500">
                <a:moveTo>
                  <a:pt x="1562106" y="0"/>
                </a:moveTo>
                <a:lnTo>
                  <a:pt x="1492534" y="524"/>
                </a:lnTo>
                <a:lnTo>
                  <a:pt x="1423740" y="2081"/>
                </a:lnTo>
                <a:lnTo>
                  <a:pt x="1355789" y="4651"/>
                </a:lnTo>
                <a:lnTo>
                  <a:pt x="1288742" y="8211"/>
                </a:lnTo>
                <a:lnTo>
                  <a:pt x="1222665" y="12740"/>
                </a:lnTo>
                <a:lnTo>
                  <a:pt x="1157620" y="18216"/>
                </a:lnTo>
                <a:lnTo>
                  <a:pt x="1093670" y="24617"/>
                </a:lnTo>
                <a:lnTo>
                  <a:pt x="1030881" y="31922"/>
                </a:lnTo>
                <a:lnTo>
                  <a:pt x="969314" y="40109"/>
                </a:lnTo>
                <a:lnTo>
                  <a:pt x="909034" y="49156"/>
                </a:lnTo>
                <a:lnTo>
                  <a:pt x="850105" y="59042"/>
                </a:lnTo>
                <a:lnTo>
                  <a:pt x="792589" y="69745"/>
                </a:lnTo>
                <a:lnTo>
                  <a:pt x="736550" y="81243"/>
                </a:lnTo>
                <a:lnTo>
                  <a:pt x="682052" y="93515"/>
                </a:lnTo>
                <a:lnTo>
                  <a:pt x="629158" y="106539"/>
                </a:lnTo>
                <a:lnTo>
                  <a:pt x="577932" y="120294"/>
                </a:lnTo>
                <a:lnTo>
                  <a:pt x="528438" y="134757"/>
                </a:lnTo>
                <a:lnTo>
                  <a:pt x="480738" y="149907"/>
                </a:lnTo>
                <a:lnTo>
                  <a:pt x="434897" y="165723"/>
                </a:lnTo>
                <a:lnTo>
                  <a:pt x="390978" y="182183"/>
                </a:lnTo>
                <a:lnTo>
                  <a:pt x="349045" y="199264"/>
                </a:lnTo>
                <a:lnTo>
                  <a:pt x="309160" y="216946"/>
                </a:lnTo>
                <a:lnTo>
                  <a:pt x="271389" y="235207"/>
                </a:lnTo>
                <a:lnTo>
                  <a:pt x="235793" y="254025"/>
                </a:lnTo>
                <a:lnTo>
                  <a:pt x="202437" y="273378"/>
                </a:lnTo>
                <a:lnTo>
                  <a:pt x="142700" y="313604"/>
                </a:lnTo>
                <a:lnTo>
                  <a:pt x="92683" y="355712"/>
                </a:lnTo>
                <a:lnTo>
                  <a:pt x="52897" y="399529"/>
                </a:lnTo>
                <a:lnTo>
                  <a:pt x="23848" y="444880"/>
                </a:lnTo>
                <a:lnTo>
                  <a:pt x="6046" y="491594"/>
                </a:lnTo>
                <a:lnTo>
                  <a:pt x="0" y="539495"/>
                </a:lnTo>
                <a:lnTo>
                  <a:pt x="1522" y="563467"/>
                </a:lnTo>
                <a:lnTo>
                  <a:pt x="13510" y="610601"/>
                </a:lnTo>
                <a:lnTo>
                  <a:pt x="36998" y="656506"/>
                </a:lnTo>
                <a:lnTo>
                  <a:pt x="71479" y="701005"/>
                </a:lnTo>
                <a:lnTo>
                  <a:pt x="116444" y="743920"/>
                </a:lnTo>
                <a:lnTo>
                  <a:pt x="171385" y="785075"/>
                </a:lnTo>
                <a:lnTo>
                  <a:pt x="235793" y="824290"/>
                </a:lnTo>
                <a:lnTo>
                  <a:pt x="271389" y="843116"/>
                </a:lnTo>
                <a:lnTo>
                  <a:pt x="309160" y="861389"/>
                </a:lnTo>
                <a:lnTo>
                  <a:pt x="349045" y="879090"/>
                </a:lnTo>
                <a:lnTo>
                  <a:pt x="390978" y="896195"/>
                </a:lnTo>
                <a:lnTo>
                  <a:pt x="434897" y="912681"/>
                </a:lnTo>
                <a:lnTo>
                  <a:pt x="480738" y="928528"/>
                </a:lnTo>
                <a:lnTo>
                  <a:pt x="528438" y="943712"/>
                </a:lnTo>
                <a:lnTo>
                  <a:pt x="577932" y="958212"/>
                </a:lnTo>
                <a:lnTo>
                  <a:pt x="629158" y="972005"/>
                </a:lnTo>
                <a:lnTo>
                  <a:pt x="682052" y="985069"/>
                </a:lnTo>
                <a:lnTo>
                  <a:pt x="736550" y="997382"/>
                </a:lnTo>
                <a:lnTo>
                  <a:pt x="792589" y="1008921"/>
                </a:lnTo>
                <a:lnTo>
                  <a:pt x="850105" y="1019665"/>
                </a:lnTo>
                <a:lnTo>
                  <a:pt x="909034" y="1029592"/>
                </a:lnTo>
                <a:lnTo>
                  <a:pt x="969314" y="1038678"/>
                </a:lnTo>
                <a:lnTo>
                  <a:pt x="1030881" y="1046902"/>
                </a:lnTo>
                <a:lnTo>
                  <a:pt x="1093670" y="1054241"/>
                </a:lnTo>
                <a:lnTo>
                  <a:pt x="1157620" y="1060675"/>
                </a:lnTo>
                <a:lnTo>
                  <a:pt x="1222665" y="1066179"/>
                </a:lnTo>
                <a:lnTo>
                  <a:pt x="1288742" y="1070732"/>
                </a:lnTo>
                <a:lnTo>
                  <a:pt x="1355789" y="1074312"/>
                </a:lnTo>
                <a:lnTo>
                  <a:pt x="1423740" y="1076897"/>
                </a:lnTo>
                <a:lnTo>
                  <a:pt x="1492534" y="1078464"/>
                </a:lnTo>
                <a:lnTo>
                  <a:pt x="1562106" y="1078991"/>
                </a:lnTo>
                <a:lnTo>
                  <a:pt x="1631677" y="1078464"/>
                </a:lnTo>
                <a:lnTo>
                  <a:pt x="1700470" y="1076897"/>
                </a:lnTo>
                <a:lnTo>
                  <a:pt x="1768421" y="1074312"/>
                </a:lnTo>
                <a:lnTo>
                  <a:pt x="1835467" y="1070732"/>
                </a:lnTo>
                <a:lnTo>
                  <a:pt x="1901544" y="1066179"/>
                </a:lnTo>
                <a:lnTo>
                  <a:pt x="1966589" y="1060675"/>
                </a:lnTo>
                <a:lnTo>
                  <a:pt x="2030538" y="1054241"/>
                </a:lnTo>
                <a:lnTo>
                  <a:pt x="2093327" y="1046902"/>
                </a:lnTo>
                <a:lnTo>
                  <a:pt x="2154893" y="1038678"/>
                </a:lnTo>
                <a:lnTo>
                  <a:pt x="2215173" y="1029592"/>
                </a:lnTo>
                <a:lnTo>
                  <a:pt x="2274102" y="1019665"/>
                </a:lnTo>
                <a:lnTo>
                  <a:pt x="2331618" y="1008921"/>
                </a:lnTo>
                <a:lnTo>
                  <a:pt x="2387657" y="997382"/>
                </a:lnTo>
                <a:lnTo>
                  <a:pt x="2442155" y="985069"/>
                </a:lnTo>
                <a:lnTo>
                  <a:pt x="2495048" y="972005"/>
                </a:lnTo>
                <a:lnTo>
                  <a:pt x="2546274" y="958212"/>
                </a:lnTo>
                <a:lnTo>
                  <a:pt x="2595768" y="943712"/>
                </a:lnTo>
                <a:lnTo>
                  <a:pt x="2643468" y="928528"/>
                </a:lnTo>
                <a:lnTo>
                  <a:pt x="2689309" y="912681"/>
                </a:lnTo>
                <a:lnTo>
                  <a:pt x="2733228" y="896195"/>
                </a:lnTo>
                <a:lnTo>
                  <a:pt x="2775161" y="879090"/>
                </a:lnTo>
                <a:lnTo>
                  <a:pt x="2815045" y="861389"/>
                </a:lnTo>
                <a:lnTo>
                  <a:pt x="2852817" y="843116"/>
                </a:lnTo>
                <a:lnTo>
                  <a:pt x="2888412" y="824290"/>
                </a:lnTo>
                <a:lnTo>
                  <a:pt x="2921768" y="804936"/>
                </a:lnTo>
                <a:lnTo>
                  <a:pt x="2981506" y="764729"/>
                </a:lnTo>
                <a:lnTo>
                  <a:pt x="3031522" y="722672"/>
                </a:lnTo>
                <a:lnTo>
                  <a:pt x="3071308" y="678942"/>
                </a:lnTo>
                <a:lnTo>
                  <a:pt x="3100357" y="633718"/>
                </a:lnTo>
                <a:lnTo>
                  <a:pt x="3118159" y="587176"/>
                </a:lnTo>
                <a:lnTo>
                  <a:pt x="3124206" y="539495"/>
                </a:lnTo>
                <a:lnTo>
                  <a:pt x="3122683" y="515407"/>
                </a:lnTo>
                <a:lnTo>
                  <a:pt x="3110695" y="468077"/>
                </a:lnTo>
                <a:lnTo>
                  <a:pt x="3087207" y="422023"/>
                </a:lnTo>
                <a:lnTo>
                  <a:pt x="3052726" y="377418"/>
                </a:lnTo>
                <a:lnTo>
                  <a:pt x="3007761" y="334434"/>
                </a:lnTo>
                <a:lnTo>
                  <a:pt x="2952820" y="293245"/>
                </a:lnTo>
                <a:lnTo>
                  <a:pt x="2888412" y="254025"/>
                </a:lnTo>
                <a:lnTo>
                  <a:pt x="2852817" y="235207"/>
                </a:lnTo>
                <a:lnTo>
                  <a:pt x="2815045" y="216946"/>
                </a:lnTo>
                <a:lnTo>
                  <a:pt x="2775161" y="199264"/>
                </a:lnTo>
                <a:lnTo>
                  <a:pt x="2733228" y="182183"/>
                </a:lnTo>
                <a:lnTo>
                  <a:pt x="2689309" y="165723"/>
                </a:lnTo>
                <a:lnTo>
                  <a:pt x="2643468" y="149907"/>
                </a:lnTo>
                <a:lnTo>
                  <a:pt x="2595768" y="134757"/>
                </a:lnTo>
                <a:lnTo>
                  <a:pt x="2546274" y="120294"/>
                </a:lnTo>
                <a:lnTo>
                  <a:pt x="2495048" y="106539"/>
                </a:lnTo>
                <a:lnTo>
                  <a:pt x="2442155" y="93515"/>
                </a:lnTo>
                <a:lnTo>
                  <a:pt x="2387657" y="81243"/>
                </a:lnTo>
                <a:lnTo>
                  <a:pt x="2331618" y="69745"/>
                </a:lnTo>
                <a:lnTo>
                  <a:pt x="2274102" y="59042"/>
                </a:lnTo>
                <a:lnTo>
                  <a:pt x="2215173" y="49156"/>
                </a:lnTo>
                <a:lnTo>
                  <a:pt x="2154893" y="40109"/>
                </a:lnTo>
                <a:lnTo>
                  <a:pt x="2093327" y="31922"/>
                </a:lnTo>
                <a:lnTo>
                  <a:pt x="2030538" y="24617"/>
                </a:lnTo>
                <a:lnTo>
                  <a:pt x="1966589" y="18216"/>
                </a:lnTo>
                <a:lnTo>
                  <a:pt x="1901544" y="12740"/>
                </a:lnTo>
                <a:lnTo>
                  <a:pt x="1835467" y="8211"/>
                </a:lnTo>
                <a:lnTo>
                  <a:pt x="1768421" y="4651"/>
                </a:lnTo>
                <a:lnTo>
                  <a:pt x="1700470" y="2081"/>
                </a:lnTo>
                <a:lnTo>
                  <a:pt x="1631677" y="524"/>
                </a:lnTo>
                <a:lnTo>
                  <a:pt x="1562106" y="0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01339" y="6197597"/>
            <a:ext cx="1751964" cy="7556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351790">
              <a:lnSpc>
                <a:spcPts val="2870"/>
              </a:lnSpc>
              <a:spcBef>
                <a:spcPts val="200"/>
              </a:spcBef>
            </a:pPr>
            <a:r>
              <a:rPr sz="2400" spc="-10" dirty="0">
                <a:latin typeface="Times New Roman"/>
                <a:cs typeface="Times New Roman"/>
              </a:rPr>
              <a:t>Valores Inconsistentes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84454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Segunda</a:t>
            </a:r>
            <a:r>
              <a:rPr spc="-114" dirty="0"/>
              <a:t> </a:t>
            </a:r>
            <a:r>
              <a:rPr dirty="0"/>
              <a:t>Forma</a:t>
            </a:r>
            <a:r>
              <a:rPr spc="-105" dirty="0"/>
              <a:t> </a:t>
            </a:r>
            <a:r>
              <a:rPr spc="-10" dirty="0"/>
              <a:t>Normal</a:t>
            </a:r>
          </a:p>
        </p:txBody>
      </p:sp>
      <p:sp>
        <p:nvSpPr>
          <p:cNvPr id="5" name="object 5"/>
          <p:cNvSpPr/>
          <p:nvPr/>
        </p:nvSpPr>
        <p:spPr>
          <a:xfrm>
            <a:off x="3572764" y="2234183"/>
            <a:ext cx="1613535" cy="2874010"/>
          </a:xfrm>
          <a:custGeom>
            <a:avLst/>
            <a:gdLst/>
            <a:ahLst/>
            <a:cxnLst/>
            <a:rect l="l" t="t" r="r" b="b"/>
            <a:pathLst>
              <a:path w="1613535" h="2874010">
                <a:moveTo>
                  <a:pt x="0" y="2873755"/>
                </a:moveTo>
                <a:lnTo>
                  <a:pt x="1613407" y="2873755"/>
                </a:lnTo>
                <a:lnTo>
                  <a:pt x="1613407" y="0"/>
                </a:lnTo>
                <a:lnTo>
                  <a:pt x="0" y="0"/>
                </a:lnTo>
                <a:lnTo>
                  <a:pt x="0" y="28737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72764" y="5209539"/>
            <a:ext cx="1613535" cy="563880"/>
          </a:xfrm>
          <a:custGeom>
            <a:avLst/>
            <a:gdLst/>
            <a:ahLst/>
            <a:cxnLst/>
            <a:rect l="l" t="t" r="r" b="b"/>
            <a:pathLst>
              <a:path w="1613535" h="563879">
                <a:moveTo>
                  <a:pt x="0" y="563371"/>
                </a:moveTo>
                <a:lnTo>
                  <a:pt x="1613407" y="563371"/>
                </a:lnTo>
                <a:lnTo>
                  <a:pt x="1613407" y="0"/>
                </a:lnTo>
                <a:lnTo>
                  <a:pt x="0" y="0"/>
                </a:lnTo>
                <a:lnTo>
                  <a:pt x="0" y="5633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3521964" y="2183384"/>
            <a:ext cx="7502525" cy="3639185"/>
            <a:chOff x="1642363" y="2183383"/>
            <a:chExt cx="7502525" cy="3639185"/>
          </a:xfrm>
        </p:grpSpPr>
        <p:sp>
          <p:nvSpPr>
            <p:cNvPr id="8" name="object 8"/>
            <p:cNvSpPr/>
            <p:nvPr/>
          </p:nvSpPr>
          <p:spPr>
            <a:xfrm>
              <a:off x="3408159" y="2234183"/>
              <a:ext cx="5685790" cy="3538854"/>
            </a:xfrm>
            <a:custGeom>
              <a:avLst/>
              <a:gdLst/>
              <a:ahLst/>
              <a:cxnLst/>
              <a:rect l="l" t="t" r="r" b="b"/>
              <a:pathLst>
                <a:path w="5685790" h="3538854">
                  <a:moveTo>
                    <a:pt x="1398016" y="2975356"/>
                  </a:moveTo>
                  <a:lnTo>
                    <a:pt x="0" y="2975356"/>
                  </a:lnTo>
                  <a:lnTo>
                    <a:pt x="0" y="3538728"/>
                  </a:lnTo>
                  <a:lnTo>
                    <a:pt x="1398016" y="3538728"/>
                  </a:lnTo>
                  <a:lnTo>
                    <a:pt x="1398016" y="2975356"/>
                  </a:lnTo>
                  <a:close/>
                </a:path>
                <a:path w="5685790" h="3538854">
                  <a:moveTo>
                    <a:pt x="1398016" y="2385568"/>
                  </a:moveTo>
                  <a:lnTo>
                    <a:pt x="0" y="2385568"/>
                  </a:lnTo>
                  <a:lnTo>
                    <a:pt x="0" y="2873756"/>
                  </a:lnTo>
                  <a:lnTo>
                    <a:pt x="1398016" y="2873756"/>
                  </a:lnTo>
                  <a:lnTo>
                    <a:pt x="1398016" y="2385568"/>
                  </a:lnTo>
                  <a:close/>
                </a:path>
                <a:path w="5685790" h="3538854">
                  <a:moveTo>
                    <a:pt x="1398016" y="1780540"/>
                  </a:moveTo>
                  <a:lnTo>
                    <a:pt x="0" y="1780540"/>
                  </a:lnTo>
                  <a:lnTo>
                    <a:pt x="0" y="2283968"/>
                  </a:lnTo>
                  <a:lnTo>
                    <a:pt x="1398016" y="2283968"/>
                  </a:lnTo>
                  <a:lnTo>
                    <a:pt x="1398016" y="1780540"/>
                  </a:lnTo>
                  <a:close/>
                </a:path>
                <a:path w="5685790" h="3538854">
                  <a:moveTo>
                    <a:pt x="1398016" y="1273048"/>
                  </a:moveTo>
                  <a:lnTo>
                    <a:pt x="0" y="1273048"/>
                  </a:lnTo>
                  <a:lnTo>
                    <a:pt x="0" y="1678940"/>
                  </a:lnTo>
                  <a:lnTo>
                    <a:pt x="1398016" y="1678940"/>
                  </a:lnTo>
                  <a:lnTo>
                    <a:pt x="1398016" y="1273048"/>
                  </a:lnTo>
                  <a:close/>
                </a:path>
                <a:path w="5685790" h="3538854">
                  <a:moveTo>
                    <a:pt x="1398016" y="803656"/>
                  </a:moveTo>
                  <a:lnTo>
                    <a:pt x="0" y="803656"/>
                  </a:lnTo>
                  <a:lnTo>
                    <a:pt x="0" y="1171448"/>
                  </a:lnTo>
                  <a:lnTo>
                    <a:pt x="1398016" y="1171448"/>
                  </a:lnTo>
                  <a:lnTo>
                    <a:pt x="1398016" y="803656"/>
                  </a:lnTo>
                  <a:close/>
                </a:path>
                <a:path w="5685790" h="3538854">
                  <a:moveTo>
                    <a:pt x="1398016" y="0"/>
                  </a:moveTo>
                  <a:lnTo>
                    <a:pt x="0" y="0"/>
                  </a:lnTo>
                  <a:lnTo>
                    <a:pt x="0" y="702056"/>
                  </a:lnTo>
                  <a:lnTo>
                    <a:pt x="1398016" y="702056"/>
                  </a:lnTo>
                  <a:lnTo>
                    <a:pt x="1398016" y="0"/>
                  </a:lnTo>
                  <a:close/>
                </a:path>
                <a:path w="5685790" h="3538854">
                  <a:moveTo>
                    <a:pt x="2928112" y="0"/>
                  </a:moveTo>
                  <a:lnTo>
                    <a:pt x="1499616" y="0"/>
                  </a:lnTo>
                  <a:lnTo>
                    <a:pt x="1499616" y="702056"/>
                  </a:lnTo>
                  <a:lnTo>
                    <a:pt x="2928112" y="702056"/>
                  </a:lnTo>
                  <a:lnTo>
                    <a:pt x="2928112" y="0"/>
                  </a:lnTo>
                  <a:close/>
                </a:path>
                <a:path w="5685790" h="3538854">
                  <a:moveTo>
                    <a:pt x="5685536" y="2385568"/>
                  </a:moveTo>
                  <a:lnTo>
                    <a:pt x="1499616" y="2385568"/>
                  </a:lnTo>
                  <a:lnTo>
                    <a:pt x="1499616" y="3538728"/>
                  </a:lnTo>
                  <a:lnTo>
                    <a:pt x="5685536" y="3538728"/>
                  </a:lnTo>
                  <a:lnTo>
                    <a:pt x="5685536" y="2385568"/>
                  </a:lnTo>
                  <a:close/>
                </a:path>
                <a:path w="5685790" h="3538854">
                  <a:moveTo>
                    <a:pt x="5685536" y="1780540"/>
                  </a:moveTo>
                  <a:lnTo>
                    <a:pt x="1499616" y="1780540"/>
                  </a:lnTo>
                  <a:lnTo>
                    <a:pt x="1499616" y="2283968"/>
                  </a:lnTo>
                  <a:lnTo>
                    <a:pt x="5685536" y="2283968"/>
                  </a:lnTo>
                  <a:lnTo>
                    <a:pt x="5685536" y="1780540"/>
                  </a:lnTo>
                  <a:close/>
                </a:path>
                <a:path w="5685790" h="3538854">
                  <a:moveTo>
                    <a:pt x="5685536" y="1273048"/>
                  </a:moveTo>
                  <a:lnTo>
                    <a:pt x="1499616" y="1273048"/>
                  </a:lnTo>
                  <a:lnTo>
                    <a:pt x="1499616" y="1678940"/>
                  </a:lnTo>
                  <a:lnTo>
                    <a:pt x="5685536" y="1678940"/>
                  </a:lnTo>
                  <a:lnTo>
                    <a:pt x="5685536" y="1273048"/>
                  </a:lnTo>
                  <a:close/>
                </a:path>
                <a:path w="5685790" h="3538854">
                  <a:moveTo>
                    <a:pt x="5685536" y="803656"/>
                  </a:moveTo>
                  <a:lnTo>
                    <a:pt x="1499616" y="803656"/>
                  </a:lnTo>
                  <a:lnTo>
                    <a:pt x="1499616" y="1171448"/>
                  </a:lnTo>
                  <a:lnTo>
                    <a:pt x="5685536" y="1171448"/>
                  </a:lnTo>
                  <a:lnTo>
                    <a:pt x="5685536" y="803656"/>
                  </a:lnTo>
                  <a:close/>
                </a:path>
                <a:path w="5685790" h="3538854">
                  <a:moveTo>
                    <a:pt x="5685536" y="0"/>
                  </a:moveTo>
                  <a:lnTo>
                    <a:pt x="3029712" y="0"/>
                  </a:lnTo>
                  <a:lnTo>
                    <a:pt x="3029712" y="702056"/>
                  </a:lnTo>
                  <a:lnTo>
                    <a:pt x="5685536" y="702056"/>
                  </a:lnTo>
                  <a:lnTo>
                    <a:pt x="56855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93163" y="2234183"/>
              <a:ext cx="7400925" cy="3537585"/>
            </a:xfrm>
            <a:custGeom>
              <a:avLst/>
              <a:gdLst/>
              <a:ahLst/>
              <a:cxnLst/>
              <a:rect l="l" t="t" r="r" b="b"/>
              <a:pathLst>
                <a:path w="7400925" h="3537585">
                  <a:moveTo>
                    <a:pt x="0" y="0"/>
                  </a:moveTo>
                  <a:lnTo>
                    <a:pt x="0" y="3537203"/>
                  </a:lnTo>
                  <a:lnTo>
                    <a:pt x="7400543" y="3537203"/>
                  </a:lnTo>
                  <a:lnTo>
                    <a:pt x="7400543" y="0"/>
                  </a:lnTo>
                  <a:lnTo>
                    <a:pt x="0" y="0"/>
                  </a:lnTo>
                  <a:close/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782568" y="2383027"/>
            <a:ext cx="2793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900555" algn="l"/>
              </a:tabLst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Turma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Curso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21533" y="2177795"/>
            <a:ext cx="7394575" cy="3589020"/>
          </a:xfrm>
          <a:custGeom>
            <a:avLst/>
            <a:gdLst/>
            <a:ahLst/>
            <a:cxnLst/>
            <a:rect l="l" t="t" r="r" b="b"/>
            <a:pathLst>
              <a:path w="7394575" h="3589020">
                <a:moveTo>
                  <a:pt x="1615439" y="56387"/>
                </a:moveTo>
                <a:lnTo>
                  <a:pt x="1615439" y="3582923"/>
                </a:lnTo>
              </a:path>
              <a:path w="7394575" h="3589020">
                <a:moveTo>
                  <a:pt x="3115055" y="0"/>
                </a:moveTo>
                <a:lnTo>
                  <a:pt x="3115055" y="3589019"/>
                </a:lnTo>
              </a:path>
              <a:path w="7394575" h="3589020">
                <a:moveTo>
                  <a:pt x="7394447" y="809243"/>
                </a:moveTo>
                <a:lnTo>
                  <a:pt x="0" y="809243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958582" y="2399790"/>
            <a:ext cx="3820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688464" algn="l"/>
              </a:tabLst>
            </a:pPr>
            <a:r>
              <a:rPr sz="2400" b="1" spc="-10" dirty="0">
                <a:latin typeface="Arial"/>
                <a:cs typeface="Arial"/>
              </a:rPr>
              <a:t>Horário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3600" b="1" spc="-30" baseline="1157" dirty="0">
                <a:latin typeface="Arial"/>
                <a:cs typeface="Arial"/>
              </a:rPr>
              <a:t>Número-</a:t>
            </a:r>
            <a:r>
              <a:rPr sz="3600" b="1" spc="-15" baseline="1157" dirty="0">
                <a:latin typeface="Arial"/>
                <a:cs typeface="Arial"/>
              </a:rPr>
              <a:t>Horas</a:t>
            </a:r>
            <a:endParaRPr sz="3600" baseline="1157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23996" y="2157983"/>
            <a:ext cx="7492365" cy="3589020"/>
          </a:xfrm>
          <a:custGeom>
            <a:avLst/>
            <a:gdLst/>
            <a:ahLst/>
            <a:cxnLst/>
            <a:rect l="l" t="t" r="r" b="b"/>
            <a:pathLst>
              <a:path w="7492365" h="3589020">
                <a:moveTo>
                  <a:pt x="4742687" y="0"/>
                </a:moveTo>
                <a:lnTo>
                  <a:pt x="4742687" y="3589019"/>
                </a:lnTo>
              </a:path>
              <a:path w="7492365" h="3589020">
                <a:moveTo>
                  <a:pt x="7491983" y="1298447"/>
                </a:moveTo>
                <a:lnTo>
                  <a:pt x="97535" y="1298447"/>
                </a:lnTo>
              </a:path>
              <a:path w="7492365" h="3589020">
                <a:moveTo>
                  <a:pt x="7491983" y="1805939"/>
                </a:moveTo>
                <a:lnTo>
                  <a:pt x="97535" y="1805939"/>
                </a:lnTo>
              </a:path>
              <a:path w="7492365" h="3589020">
                <a:moveTo>
                  <a:pt x="7464551" y="2410967"/>
                </a:moveTo>
                <a:lnTo>
                  <a:pt x="70103" y="2410967"/>
                </a:lnTo>
              </a:path>
              <a:path w="7492365" h="3589020">
                <a:moveTo>
                  <a:pt x="7394447" y="3000755"/>
                </a:moveTo>
                <a:lnTo>
                  <a:pt x="0" y="3000755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478778" y="3076446"/>
            <a:ext cx="1007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Access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45450" y="3103878"/>
            <a:ext cx="78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10:00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72882" y="3570222"/>
            <a:ext cx="78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14:00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70418" y="4134102"/>
            <a:ext cx="619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8:00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41462" y="4766562"/>
            <a:ext cx="78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15:00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61274" y="5286245"/>
            <a:ext cx="78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16:00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38243" y="3039871"/>
            <a:ext cx="250190" cy="144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marR="5080" indent="-21590">
              <a:lnSpc>
                <a:spcPct val="1208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 B</a:t>
            </a:r>
            <a:endParaRPr sz="2400">
              <a:latin typeface="Arial MT"/>
              <a:cs typeface="Arial MT"/>
            </a:endParaRPr>
          </a:p>
          <a:p>
            <a:pPr marL="27305">
              <a:spcBef>
                <a:spcPts val="133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47388" y="4711698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B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26051" y="5315201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74121" y="3062730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526521" y="531520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01554" y="3558030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457942" y="4699506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4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381742" y="421639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3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29071" y="5299961"/>
            <a:ext cx="771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Excel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96251" y="3551935"/>
            <a:ext cx="7727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Tahoma"/>
                <a:cs typeface="Tahoma"/>
              </a:rPr>
              <a:t>Access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89446" y="4079238"/>
            <a:ext cx="754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Word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89446" y="4711698"/>
            <a:ext cx="754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Word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369559" y="3078480"/>
            <a:ext cx="4625340" cy="1884045"/>
          </a:xfrm>
          <a:custGeom>
            <a:avLst/>
            <a:gdLst/>
            <a:ahLst/>
            <a:cxnLst/>
            <a:rect l="l" t="t" r="r" b="b"/>
            <a:pathLst>
              <a:path w="4625340" h="1884045">
                <a:moveTo>
                  <a:pt x="4486655" y="0"/>
                </a:moveTo>
                <a:lnTo>
                  <a:pt x="4500371" y="3047"/>
                </a:lnTo>
                <a:lnTo>
                  <a:pt x="4511039" y="6095"/>
                </a:lnTo>
                <a:lnTo>
                  <a:pt x="4520183" y="10667"/>
                </a:lnTo>
                <a:lnTo>
                  <a:pt x="4532375" y="15239"/>
                </a:lnTo>
                <a:lnTo>
                  <a:pt x="4541519" y="19811"/>
                </a:lnTo>
                <a:lnTo>
                  <a:pt x="4549139" y="24383"/>
                </a:lnTo>
                <a:lnTo>
                  <a:pt x="4558283" y="32003"/>
                </a:lnTo>
                <a:lnTo>
                  <a:pt x="4565903" y="38099"/>
                </a:lnTo>
                <a:lnTo>
                  <a:pt x="4575047" y="44195"/>
                </a:lnTo>
                <a:lnTo>
                  <a:pt x="4581143" y="51815"/>
                </a:lnTo>
                <a:lnTo>
                  <a:pt x="4587239" y="59435"/>
                </a:lnTo>
                <a:lnTo>
                  <a:pt x="4593335" y="68579"/>
                </a:lnTo>
                <a:lnTo>
                  <a:pt x="4597907" y="77723"/>
                </a:lnTo>
                <a:lnTo>
                  <a:pt x="4602479" y="85343"/>
                </a:lnTo>
                <a:lnTo>
                  <a:pt x="4608575" y="96011"/>
                </a:lnTo>
                <a:lnTo>
                  <a:pt x="4613147" y="106679"/>
                </a:lnTo>
                <a:lnTo>
                  <a:pt x="4616195" y="117347"/>
                </a:lnTo>
                <a:lnTo>
                  <a:pt x="4619243" y="128015"/>
                </a:lnTo>
                <a:lnTo>
                  <a:pt x="4620767" y="140207"/>
                </a:lnTo>
                <a:lnTo>
                  <a:pt x="4622291" y="152399"/>
                </a:lnTo>
                <a:lnTo>
                  <a:pt x="4623815" y="164591"/>
                </a:lnTo>
                <a:lnTo>
                  <a:pt x="4623815" y="178307"/>
                </a:lnTo>
                <a:lnTo>
                  <a:pt x="4625339" y="192023"/>
                </a:lnTo>
                <a:lnTo>
                  <a:pt x="4625339" y="199643"/>
                </a:lnTo>
                <a:lnTo>
                  <a:pt x="4623815" y="207263"/>
                </a:lnTo>
                <a:lnTo>
                  <a:pt x="4623815" y="225551"/>
                </a:lnTo>
                <a:lnTo>
                  <a:pt x="4622291" y="233171"/>
                </a:lnTo>
                <a:lnTo>
                  <a:pt x="4622291" y="242315"/>
                </a:lnTo>
                <a:lnTo>
                  <a:pt x="4620767" y="249935"/>
                </a:lnTo>
                <a:lnTo>
                  <a:pt x="4619243" y="260603"/>
                </a:lnTo>
                <a:lnTo>
                  <a:pt x="4617719" y="269747"/>
                </a:lnTo>
                <a:lnTo>
                  <a:pt x="4616195" y="278891"/>
                </a:lnTo>
                <a:lnTo>
                  <a:pt x="4614671" y="288035"/>
                </a:lnTo>
                <a:lnTo>
                  <a:pt x="4613147" y="298703"/>
                </a:lnTo>
                <a:lnTo>
                  <a:pt x="4611623" y="307847"/>
                </a:lnTo>
                <a:lnTo>
                  <a:pt x="4610099" y="316991"/>
                </a:lnTo>
                <a:lnTo>
                  <a:pt x="4605527" y="327659"/>
                </a:lnTo>
                <a:lnTo>
                  <a:pt x="4602479" y="338327"/>
                </a:lnTo>
                <a:lnTo>
                  <a:pt x="4600955" y="348995"/>
                </a:lnTo>
                <a:lnTo>
                  <a:pt x="4597907" y="359663"/>
                </a:lnTo>
                <a:lnTo>
                  <a:pt x="4594859" y="368807"/>
                </a:lnTo>
                <a:lnTo>
                  <a:pt x="4591811" y="380999"/>
                </a:lnTo>
                <a:lnTo>
                  <a:pt x="4588763" y="391667"/>
                </a:lnTo>
                <a:lnTo>
                  <a:pt x="4585715" y="402335"/>
                </a:lnTo>
                <a:lnTo>
                  <a:pt x="4581143" y="414527"/>
                </a:lnTo>
                <a:lnTo>
                  <a:pt x="4578095" y="426719"/>
                </a:lnTo>
                <a:lnTo>
                  <a:pt x="4573523" y="437387"/>
                </a:lnTo>
                <a:lnTo>
                  <a:pt x="4570475" y="451103"/>
                </a:lnTo>
                <a:lnTo>
                  <a:pt x="4564379" y="461771"/>
                </a:lnTo>
                <a:lnTo>
                  <a:pt x="4559807" y="473963"/>
                </a:lnTo>
                <a:lnTo>
                  <a:pt x="4555235" y="487679"/>
                </a:lnTo>
                <a:lnTo>
                  <a:pt x="4550663" y="498347"/>
                </a:lnTo>
                <a:lnTo>
                  <a:pt x="4546091" y="510539"/>
                </a:lnTo>
                <a:lnTo>
                  <a:pt x="4541519" y="524255"/>
                </a:lnTo>
                <a:lnTo>
                  <a:pt x="4536947" y="537971"/>
                </a:lnTo>
                <a:lnTo>
                  <a:pt x="4529327" y="550163"/>
                </a:lnTo>
                <a:lnTo>
                  <a:pt x="4524755" y="563879"/>
                </a:lnTo>
                <a:lnTo>
                  <a:pt x="4518659" y="577595"/>
                </a:lnTo>
                <a:lnTo>
                  <a:pt x="4512563" y="589787"/>
                </a:lnTo>
                <a:lnTo>
                  <a:pt x="4506467" y="605027"/>
                </a:lnTo>
                <a:lnTo>
                  <a:pt x="4500371" y="618743"/>
                </a:lnTo>
                <a:lnTo>
                  <a:pt x="4494275" y="632459"/>
                </a:lnTo>
                <a:lnTo>
                  <a:pt x="4486655" y="646175"/>
                </a:lnTo>
              </a:path>
              <a:path w="4625340" h="1884045">
                <a:moveTo>
                  <a:pt x="4419599" y="1210055"/>
                </a:moveTo>
                <a:lnTo>
                  <a:pt x="4430267" y="1216151"/>
                </a:lnTo>
                <a:lnTo>
                  <a:pt x="4440935" y="1220723"/>
                </a:lnTo>
                <a:lnTo>
                  <a:pt x="4451603" y="1226819"/>
                </a:lnTo>
                <a:lnTo>
                  <a:pt x="4463795" y="1232915"/>
                </a:lnTo>
                <a:lnTo>
                  <a:pt x="4472939" y="1239011"/>
                </a:lnTo>
                <a:lnTo>
                  <a:pt x="4482083" y="1245107"/>
                </a:lnTo>
                <a:lnTo>
                  <a:pt x="4491227" y="1254251"/>
                </a:lnTo>
                <a:lnTo>
                  <a:pt x="4501895" y="1261871"/>
                </a:lnTo>
                <a:lnTo>
                  <a:pt x="4509515" y="1267967"/>
                </a:lnTo>
                <a:lnTo>
                  <a:pt x="4517135" y="1275587"/>
                </a:lnTo>
                <a:lnTo>
                  <a:pt x="4524755" y="1286255"/>
                </a:lnTo>
                <a:lnTo>
                  <a:pt x="4532375" y="1293875"/>
                </a:lnTo>
                <a:lnTo>
                  <a:pt x="4538471" y="1301495"/>
                </a:lnTo>
                <a:lnTo>
                  <a:pt x="4544567" y="1310639"/>
                </a:lnTo>
                <a:lnTo>
                  <a:pt x="4550663" y="1319783"/>
                </a:lnTo>
                <a:lnTo>
                  <a:pt x="4555235" y="1330451"/>
                </a:lnTo>
                <a:lnTo>
                  <a:pt x="4559807" y="1339595"/>
                </a:lnTo>
                <a:lnTo>
                  <a:pt x="4564379" y="1350263"/>
                </a:lnTo>
                <a:lnTo>
                  <a:pt x="4570475" y="1359407"/>
                </a:lnTo>
                <a:lnTo>
                  <a:pt x="4573523" y="1371599"/>
                </a:lnTo>
                <a:lnTo>
                  <a:pt x="4576571" y="1382267"/>
                </a:lnTo>
                <a:lnTo>
                  <a:pt x="4578095" y="1392935"/>
                </a:lnTo>
                <a:lnTo>
                  <a:pt x="4581143" y="1406651"/>
                </a:lnTo>
                <a:lnTo>
                  <a:pt x="4582667" y="1417319"/>
                </a:lnTo>
                <a:lnTo>
                  <a:pt x="4584191" y="1429511"/>
                </a:lnTo>
                <a:lnTo>
                  <a:pt x="4584191" y="1458467"/>
                </a:lnTo>
                <a:lnTo>
                  <a:pt x="4582667" y="1469135"/>
                </a:lnTo>
                <a:lnTo>
                  <a:pt x="4581143" y="1481327"/>
                </a:lnTo>
                <a:lnTo>
                  <a:pt x="4579619" y="1491995"/>
                </a:lnTo>
                <a:lnTo>
                  <a:pt x="4578095" y="1504187"/>
                </a:lnTo>
                <a:lnTo>
                  <a:pt x="4575047" y="1517903"/>
                </a:lnTo>
                <a:lnTo>
                  <a:pt x="4573523" y="1530095"/>
                </a:lnTo>
                <a:lnTo>
                  <a:pt x="4570475" y="1542287"/>
                </a:lnTo>
                <a:lnTo>
                  <a:pt x="4565903" y="1556003"/>
                </a:lnTo>
                <a:lnTo>
                  <a:pt x="4561331" y="1568195"/>
                </a:lnTo>
                <a:lnTo>
                  <a:pt x="4558283" y="1581911"/>
                </a:lnTo>
                <a:lnTo>
                  <a:pt x="4555235" y="1595627"/>
                </a:lnTo>
                <a:lnTo>
                  <a:pt x="4550663" y="1609343"/>
                </a:lnTo>
                <a:lnTo>
                  <a:pt x="4546091" y="1621535"/>
                </a:lnTo>
                <a:lnTo>
                  <a:pt x="4543043" y="1636775"/>
                </a:lnTo>
                <a:lnTo>
                  <a:pt x="4538471" y="1648967"/>
                </a:lnTo>
                <a:lnTo>
                  <a:pt x="4533899" y="1662683"/>
                </a:lnTo>
                <a:lnTo>
                  <a:pt x="4527803" y="1676399"/>
                </a:lnTo>
                <a:lnTo>
                  <a:pt x="4523231" y="1688591"/>
                </a:lnTo>
                <a:lnTo>
                  <a:pt x="4518659" y="1700783"/>
                </a:lnTo>
                <a:lnTo>
                  <a:pt x="4514087" y="1714499"/>
                </a:lnTo>
                <a:lnTo>
                  <a:pt x="4511039" y="1726691"/>
                </a:lnTo>
                <a:lnTo>
                  <a:pt x="4506467" y="1737359"/>
                </a:lnTo>
                <a:lnTo>
                  <a:pt x="4501895" y="1749551"/>
                </a:lnTo>
                <a:lnTo>
                  <a:pt x="4498847" y="1760219"/>
                </a:lnTo>
                <a:lnTo>
                  <a:pt x="4494275" y="1770887"/>
                </a:lnTo>
                <a:lnTo>
                  <a:pt x="4489703" y="1781555"/>
                </a:lnTo>
                <a:lnTo>
                  <a:pt x="4486655" y="1790699"/>
                </a:lnTo>
                <a:lnTo>
                  <a:pt x="4483607" y="1799843"/>
                </a:lnTo>
                <a:lnTo>
                  <a:pt x="4480559" y="1807463"/>
                </a:lnTo>
                <a:lnTo>
                  <a:pt x="4477511" y="1815083"/>
                </a:lnTo>
                <a:lnTo>
                  <a:pt x="4475987" y="1822703"/>
                </a:lnTo>
                <a:lnTo>
                  <a:pt x="4474463" y="1828799"/>
                </a:lnTo>
                <a:lnTo>
                  <a:pt x="4468367" y="1844039"/>
                </a:lnTo>
                <a:lnTo>
                  <a:pt x="4465319" y="1859279"/>
                </a:lnTo>
                <a:lnTo>
                  <a:pt x="4460747" y="1868423"/>
                </a:lnTo>
                <a:lnTo>
                  <a:pt x="4457699" y="1874519"/>
                </a:lnTo>
                <a:lnTo>
                  <a:pt x="4456175" y="1877567"/>
                </a:lnTo>
                <a:lnTo>
                  <a:pt x="4453127" y="1877567"/>
                </a:lnTo>
                <a:lnTo>
                  <a:pt x="4453127" y="1868423"/>
                </a:lnTo>
                <a:lnTo>
                  <a:pt x="4456175" y="1859279"/>
                </a:lnTo>
                <a:lnTo>
                  <a:pt x="4457699" y="1844039"/>
                </a:lnTo>
                <a:lnTo>
                  <a:pt x="4459223" y="1828799"/>
                </a:lnTo>
              </a:path>
              <a:path w="4625340" h="1884045">
                <a:moveTo>
                  <a:pt x="103631" y="963167"/>
                </a:moveTo>
                <a:lnTo>
                  <a:pt x="99059" y="969263"/>
                </a:lnTo>
                <a:lnTo>
                  <a:pt x="92963" y="976883"/>
                </a:lnTo>
                <a:lnTo>
                  <a:pt x="88391" y="986027"/>
                </a:lnTo>
                <a:lnTo>
                  <a:pt x="83819" y="993647"/>
                </a:lnTo>
                <a:lnTo>
                  <a:pt x="79247" y="1001267"/>
                </a:lnTo>
                <a:lnTo>
                  <a:pt x="76199" y="1008887"/>
                </a:lnTo>
                <a:lnTo>
                  <a:pt x="70103" y="1019555"/>
                </a:lnTo>
                <a:lnTo>
                  <a:pt x="65531" y="1028699"/>
                </a:lnTo>
                <a:lnTo>
                  <a:pt x="62483" y="1037843"/>
                </a:lnTo>
                <a:lnTo>
                  <a:pt x="57911" y="1046987"/>
                </a:lnTo>
                <a:lnTo>
                  <a:pt x="54863" y="1057655"/>
                </a:lnTo>
                <a:lnTo>
                  <a:pt x="50291" y="1068323"/>
                </a:lnTo>
                <a:lnTo>
                  <a:pt x="47243" y="1078991"/>
                </a:lnTo>
                <a:lnTo>
                  <a:pt x="44195" y="1089659"/>
                </a:lnTo>
                <a:lnTo>
                  <a:pt x="41147" y="1101851"/>
                </a:lnTo>
                <a:lnTo>
                  <a:pt x="38099" y="1112519"/>
                </a:lnTo>
                <a:lnTo>
                  <a:pt x="33527" y="1124711"/>
                </a:lnTo>
                <a:lnTo>
                  <a:pt x="30479" y="1136903"/>
                </a:lnTo>
                <a:lnTo>
                  <a:pt x="27431" y="1149095"/>
                </a:lnTo>
                <a:lnTo>
                  <a:pt x="25907" y="1162811"/>
                </a:lnTo>
                <a:lnTo>
                  <a:pt x="22859" y="1176527"/>
                </a:lnTo>
                <a:lnTo>
                  <a:pt x="21335" y="1188719"/>
                </a:lnTo>
                <a:lnTo>
                  <a:pt x="18287" y="1202435"/>
                </a:lnTo>
                <a:lnTo>
                  <a:pt x="16763" y="1217675"/>
                </a:lnTo>
                <a:lnTo>
                  <a:pt x="15239" y="1231391"/>
                </a:lnTo>
                <a:lnTo>
                  <a:pt x="12191" y="1245107"/>
                </a:lnTo>
                <a:lnTo>
                  <a:pt x="10667" y="1261871"/>
                </a:lnTo>
                <a:lnTo>
                  <a:pt x="9143" y="1277111"/>
                </a:lnTo>
                <a:lnTo>
                  <a:pt x="7619" y="1292351"/>
                </a:lnTo>
                <a:lnTo>
                  <a:pt x="7619" y="1301495"/>
                </a:lnTo>
                <a:lnTo>
                  <a:pt x="6095" y="1310639"/>
                </a:lnTo>
                <a:lnTo>
                  <a:pt x="6095" y="1319783"/>
                </a:lnTo>
                <a:lnTo>
                  <a:pt x="4571" y="1330451"/>
                </a:lnTo>
                <a:lnTo>
                  <a:pt x="4571" y="1348739"/>
                </a:lnTo>
                <a:lnTo>
                  <a:pt x="3047" y="1359407"/>
                </a:lnTo>
                <a:lnTo>
                  <a:pt x="3047" y="1389887"/>
                </a:lnTo>
                <a:lnTo>
                  <a:pt x="1523" y="1400555"/>
                </a:lnTo>
                <a:lnTo>
                  <a:pt x="1523" y="1463039"/>
                </a:lnTo>
                <a:lnTo>
                  <a:pt x="0" y="1473707"/>
                </a:lnTo>
                <a:lnTo>
                  <a:pt x="0" y="1485899"/>
                </a:lnTo>
                <a:lnTo>
                  <a:pt x="1523" y="1496567"/>
                </a:lnTo>
                <a:lnTo>
                  <a:pt x="1523" y="1578863"/>
                </a:lnTo>
                <a:lnTo>
                  <a:pt x="3047" y="1591055"/>
                </a:lnTo>
                <a:lnTo>
                  <a:pt x="3047" y="1615439"/>
                </a:lnTo>
                <a:lnTo>
                  <a:pt x="4571" y="1629155"/>
                </a:lnTo>
                <a:lnTo>
                  <a:pt x="4571" y="1652015"/>
                </a:lnTo>
                <a:lnTo>
                  <a:pt x="6095" y="1664207"/>
                </a:lnTo>
                <a:lnTo>
                  <a:pt x="6095" y="1677923"/>
                </a:lnTo>
                <a:lnTo>
                  <a:pt x="7619" y="1691639"/>
                </a:lnTo>
                <a:lnTo>
                  <a:pt x="7619" y="1705355"/>
                </a:lnTo>
                <a:lnTo>
                  <a:pt x="9143" y="1717547"/>
                </a:lnTo>
                <a:lnTo>
                  <a:pt x="9143" y="1729739"/>
                </a:lnTo>
                <a:lnTo>
                  <a:pt x="10667" y="1744979"/>
                </a:lnTo>
                <a:lnTo>
                  <a:pt x="10667" y="1757171"/>
                </a:lnTo>
                <a:lnTo>
                  <a:pt x="12191" y="1770887"/>
                </a:lnTo>
                <a:lnTo>
                  <a:pt x="13715" y="1784603"/>
                </a:lnTo>
                <a:lnTo>
                  <a:pt x="13715" y="1798319"/>
                </a:lnTo>
                <a:lnTo>
                  <a:pt x="15239" y="1812035"/>
                </a:lnTo>
                <a:lnTo>
                  <a:pt x="16763" y="1827275"/>
                </a:lnTo>
                <a:lnTo>
                  <a:pt x="18287" y="1839467"/>
                </a:lnTo>
                <a:lnTo>
                  <a:pt x="18287" y="1853183"/>
                </a:lnTo>
                <a:lnTo>
                  <a:pt x="19811" y="1868423"/>
                </a:lnTo>
                <a:lnTo>
                  <a:pt x="21335" y="1883663"/>
                </a:lnTo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971539" y="6227063"/>
            <a:ext cx="5035550" cy="1088390"/>
          </a:xfrm>
          <a:custGeom>
            <a:avLst/>
            <a:gdLst/>
            <a:ahLst/>
            <a:cxnLst/>
            <a:rect l="l" t="t" r="r" b="b"/>
            <a:pathLst>
              <a:path w="5035550" h="1088390">
                <a:moveTo>
                  <a:pt x="3917937" y="1088135"/>
                </a:moveTo>
                <a:lnTo>
                  <a:pt x="3960073" y="1081359"/>
                </a:lnTo>
                <a:lnTo>
                  <a:pt x="4015233" y="1071965"/>
                </a:lnTo>
                <a:lnTo>
                  <a:pt x="4069264" y="1062231"/>
                </a:lnTo>
                <a:lnTo>
                  <a:pt x="4122138" y="1052165"/>
                </a:lnTo>
                <a:lnTo>
                  <a:pt x="4173827" y="1041773"/>
                </a:lnTo>
                <a:lnTo>
                  <a:pt x="4224302" y="1031062"/>
                </a:lnTo>
                <a:lnTo>
                  <a:pt x="4273536" y="1020039"/>
                </a:lnTo>
                <a:lnTo>
                  <a:pt x="4321501" y="1008709"/>
                </a:lnTo>
                <a:lnTo>
                  <a:pt x="4368168" y="997081"/>
                </a:lnTo>
                <a:lnTo>
                  <a:pt x="4413510" y="985159"/>
                </a:lnTo>
                <a:lnTo>
                  <a:pt x="4457499" y="972952"/>
                </a:lnTo>
                <a:lnTo>
                  <a:pt x="4500106" y="960466"/>
                </a:lnTo>
                <a:lnTo>
                  <a:pt x="4541303" y="947707"/>
                </a:lnTo>
                <a:lnTo>
                  <a:pt x="4581063" y="934682"/>
                </a:lnTo>
                <a:lnTo>
                  <a:pt x="4619357" y="921398"/>
                </a:lnTo>
                <a:lnTo>
                  <a:pt x="4656157" y="907862"/>
                </a:lnTo>
                <a:lnTo>
                  <a:pt x="4725164" y="880058"/>
                </a:lnTo>
                <a:lnTo>
                  <a:pt x="4787860" y="851323"/>
                </a:lnTo>
                <a:lnTo>
                  <a:pt x="4844021" y="821712"/>
                </a:lnTo>
                <a:lnTo>
                  <a:pt x="4893421" y="791277"/>
                </a:lnTo>
                <a:lnTo>
                  <a:pt x="4935836" y="760072"/>
                </a:lnTo>
                <a:lnTo>
                  <a:pt x="4971043" y="728150"/>
                </a:lnTo>
                <a:lnTo>
                  <a:pt x="4998817" y="695565"/>
                </a:lnTo>
                <a:lnTo>
                  <a:pt x="5018933" y="662369"/>
                </a:lnTo>
                <a:lnTo>
                  <a:pt x="5034258" y="611547"/>
                </a:lnTo>
                <a:lnTo>
                  <a:pt x="5035295" y="594359"/>
                </a:lnTo>
                <a:lnTo>
                  <a:pt x="5034258" y="577172"/>
                </a:lnTo>
                <a:lnTo>
                  <a:pt x="5018933" y="526350"/>
                </a:lnTo>
                <a:lnTo>
                  <a:pt x="4998817" y="493154"/>
                </a:lnTo>
                <a:lnTo>
                  <a:pt x="4971043" y="460569"/>
                </a:lnTo>
                <a:lnTo>
                  <a:pt x="4935836" y="428647"/>
                </a:lnTo>
                <a:lnTo>
                  <a:pt x="4893421" y="397442"/>
                </a:lnTo>
                <a:lnTo>
                  <a:pt x="4844021" y="367007"/>
                </a:lnTo>
                <a:lnTo>
                  <a:pt x="4787860" y="337395"/>
                </a:lnTo>
                <a:lnTo>
                  <a:pt x="4725164" y="308661"/>
                </a:lnTo>
                <a:lnTo>
                  <a:pt x="4656157" y="280857"/>
                </a:lnTo>
                <a:lnTo>
                  <a:pt x="4619357" y="267320"/>
                </a:lnTo>
                <a:lnTo>
                  <a:pt x="4581063" y="254037"/>
                </a:lnTo>
                <a:lnTo>
                  <a:pt x="4541303" y="241012"/>
                </a:lnTo>
                <a:lnTo>
                  <a:pt x="4500106" y="228253"/>
                </a:lnTo>
                <a:lnTo>
                  <a:pt x="4457499" y="215767"/>
                </a:lnTo>
                <a:lnTo>
                  <a:pt x="4413510" y="203559"/>
                </a:lnTo>
                <a:lnTo>
                  <a:pt x="4368168" y="191638"/>
                </a:lnTo>
                <a:lnTo>
                  <a:pt x="4321501" y="180010"/>
                </a:lnTo>
                <a:lnTo>
                  <a:pt x="4273536" y="168680"/>
                </a:lnTo>
                <a:lnTo>
                  <a:pt x="4224302" y="157656"/>
                </a:lnTo>
                <a:lnTo>
                  <a:pt x="4173827" y="146945"/>
                </a:lnTo>
                <a:lnTo>
                  <a:pt x="4122138" y="136554"/>
                </a:lnTo>
                <a:lnTo>
                  <a:pt x="4069264" y="126488"/>
                </a:lnTo>
                <a:lnTo>
                  <a:pt x="4015233" y="116754"/>
                </a:lnTo>
                <a:lnTo>
                  <a:pt x="3960073" y="107360"/>
                </a:lnTo>
                <a:lnTo>
                  <a:pt x="3903812" y="98312"/>
                </a:lnTo>
                <a:lnTo>
                  <a:pt x="3846478" y="89616"/>
                </a:lnTo>
                <a:lnTo>
                  <a:pt x="3788099" y="81279"/>
                </a:lnTo>
                <a:lnTo>
                  <a:pt x="3728703" y="73309"/>
                </a:lnTo>
                <a:lnTo>
                  <a:pt x="3668318" y="65711"/>
                </a:lnTo>
                <a:lnTo>
                  <a:pt x="3606972" y="58492"/>
                </a:lnTo>
                <a:lnTo>
                  <a:pt x="3544693" y="51659"/>
                </a:lnTo>
                <a:lnTo>
                  <a:pt x="3481510" y="45218"/>
                </a:lnTo>
                <a:lnTo>
                  <a:pt x="3417449" y="39177"/>
                </a:lnTo>
                <a:lnTo>
                  <a:pt x="3352541" y="33541"/>
                </a:lnTo>
                <a:lnTo>
                  <a:pt x="3286811" y="28318"/>
                </a:lnTo>
                <a:lnTo>
                  <a:pt x="3220289" y="23515"/>
                </a:lnTo>
                <a:lnTo>
                  <a:pt x="3153003" y="19137"/>
                </a:lnTo>
                <a:lnTo>
                  <a:pt x="3084980" y="15191"/>
                </a:lnTo>
                <a:lnTo>
                  <a:pt x="3016248" y="11685"/>
                </a:lnTo>
                <a:lnTo>
                  <a:pt x="2946836" y="8625"/>
                </a:lnTo>
                <a:lnTo>
                  <a:pt x="2876772" y="6017"/>
                </a:lnTo>
                <a:lnTo>
                  <a:pt x="2806083" y="3869"/>
                </a:lnTo>
                <a:lnTo>
                  <a:pt x="2734799" y="2186"/>
                </a:lnTo>
                <a:lnTo>
                  <a:pt x="2662946" y="976"/>
                </a:lnTo>
                <a:lnTo>
                  <a:pt x="2590553" y="245"/>
                </a:lnTo>
                <a:lnTo>
                  <a:pt x="2517647" y="0"/>
                </a:lnTo>
                <a:lnTo>
                  <a:pt x="2444742" y="245"/>
                </a:lnTo>
                <a:lnTo>
                  <a:pt x="2372349" y="976"/>
                </a:lnTo>
                <a:lnTo>
                  <a:pt x="2300496" y="2186"/>
                </a:lnTo>
                <a:lnTo>
                  <a:pt x="2229211" y="3869"/>
                </a:lnTo>
                <a:lnTo>
                  <a:pt x="2158523" y="6017"/>
                </a:lnTo>
                <a:lnTo>
                  <a:pt x="2088458" y="8625"/>
                </a:lnTo>
                <a:lnTo>
                  <a:pt x="2019046" y="11685"/>
                </a:lnTo>
                <a:lnTo>
                  <a:pt x="1950315" y="15191"/>
                </a:lnTo>
                <a:lnTo>
                  <a:pt x="1882292" y="19137"/>
                </a:lnTo>
                <a:lnTo>
                  <a:pt x="1815005" y="23515"/>
                </a:lnTo>
                <a:lnTo>
                  <a:pt x="1748483" y="28318"/>
                </a:lnTo>
                <a:lnTo>
                  <a:pt x="1682754" y="33541"/>
                </a:lnTo>
                <a:lnTo>
                  <a:pt x="1617845" y="39177"/>
                </a:lnTo>
                <a:lnTo>
                  <a:pt x="1553785" y="45218"/>
                </a:lnTo>
                <a:lnTo>
                  <a:pt x="1490602" y="51659"/>
                </a:lnTo>
                <a:lnTo>
                  <a:pt x="1428323" y="58492"/>
                </a:lnTo>
                <a:lnTo>
                  <a:pt x="1366977" y="65711"/>
                </a:lnTo>
                <a:lnTo>
                  <a:pt x="1306592" y="73309"/>
                </a:lnTo>
                <a:lnTo>
                  <a:pt x="1247196" y="81279"/>
                </a:lnTo>
                <a:lnTo>
                  <a:pt x="1188817" y="89616"/>
                </a:lnTo>
                <a:lnTo>
                  <a:pt x="1131482" y="98312"/>
                </a:lnTo>
                <a:lnTo>
                  <a:pt x="1075221" y="107360"/>
                </a:lnTo>
                <a:lnTo>
                  <a:pt x="1020061" y="116754"/>
                </a:lnTo>
                <a:lnTo>
                  <a:pt x="966030" y="126488"/>
                </a:lnTo>
                <a:lnTo>
                  <a:pt x="913156" y="136554"/>
                </a:lnTo>
                <a:lnTo>
                  <a:pt x="861468" y="146945"/>
                </a:lnTo>
                <a:lnTo>
                  <a:pt x="810992" y="157656"/>
                </a:lnTo>
                <a:lnTo>
                  <a:pt x="761758" y="168680"/>
                </a:lnTo>
                <a:lnTo>
                  <a:pt x="713793" y="180010"/>
                </a:lnTo>
                <a:lnTo>
                  <a:pt x="667126" y="191638"/>
                </a:lnTo>
                <a:lnTo>
                  <a:pt x="621784" y="203559"/>
                </a:lnTo>
                <a:lnTo>
                  <a:pt x="577796" y="215767"/>
                </a:lnTo>
                <a:lnTo>
                  <a:pt x="535189" y="228253"/>
                </a:lnTo>
                <a:lnTo>
                  <a:pt x="493992" y="241012"/>
                </a:lnTo>
                <a:lnTo>
                  <a:pt x="454232" y="254037"/>
                </a:lnTo>
                <a:lnTo>
                  <a:pt x="415938" y="267320"/>
                </a:lnTo>
                <a:lnTo>
                  <a:pt x="379138" y="280857"/>
                </a:lnTo>
                <a:lnTo>
                  <a:pt x="310130" y="308661"/>
                </a:lnTo>
                <a:lnTo>
                  <a:pt x="247434" y="337395"/>
                </a:lnTo>
                <a:lnTo>
                  <a:pt x="191274" y="367007"/>
                </a:lnTo>
                <a:lnTo>
                  <a:pt x="141874" y="397442"/>
                </a:lnTo>
                <a:lnTo>
                  <a:pt x="99458" y="428647"/>
                </a:lnTo>
                <a:lnTo>
                  <a:pt x="64251" y="460569"/>
                </a:lnTo>
                <a:lnTo>
                  <a:pt x="36478" y="493154"/>
                </a:lnTo>
                <a:lnTo>
                  <a:pt x="16362" y="526350"/>
                </a:lnTo>
                <a:lnTo>
                  <a:pt x="1036" y="577172"/>
                </a:lnTo>
                <a:lnTo>
                  <a:pt x="0" y="594359"/>
                </a:lnTo>
                <a:lnTo>
                  <a:pt x="1036" y="611547"/>
                </a:lnTo>
                <a:lnTo>
                  <a:pt x="16362" y="662369"/>
                </a:lnTo>
                <a:lnTo>
                  <a:pt x="36478" y="695565"/>
                </a:lnTo>
                <a:lnTo>
                  <a:pt x="64251" y="728150"/>
                </a:lnTo>
                <a:lnTo>
                  <a:pt x="99458" y="760072"/>
                </a:lnTo>
                <a:lnTo>
                  <a:pt x="141874" y="791277"/>
                </a:lnTo>
                <a:lnTo>
                  <a:pt x="191274" y="821712"/>
                </a:lnTo>
                <a:lnTo>
                  <a:pt x="247434" y="851323"/>
                </a:lnTo>
                <a:lnTo>
                  <a:pt x="310130" y="880058"/>
                </a:lnTo>
                <a:lnTo>
                  <a:pt x="379138" y="907862"/>
                </a:lnTo>
                <a:lnTo>
                  <a:pt x="415938" y="921398"/>
                </a:lnTo>
                <a:lnTo>
                  <a:pt x="454232" y="934682"/>
                </a:lnTo>
                <a:lnTo>
                  <a:pt x="493992" y="947707"/>
                </a:lnTo>
                <a:lnTo>
                  <a:pt x="535189" y="960466"/>
                </a:lnTo>
                <a:lnTo>
                  <a:pt x="577796" y="972952"/>
                </a:lnTo>
                <a:lnTo>
                  <a:pt x="621784" y="985159"/>
                </a:lnTo>
                <a:lnTo>
                  <a:pt x="667126" y="997081"/>
                </a:lnTo>
                <a:lnTo>
                  <a:pt x="713793" y="1008709"/>
                </a:lnTo>
                <a:lnTo>
                  <a:pt x="761758" y="1020039"/>
                </a:lnTo>
                <a:lnTo>
                  <a:pt x="810992" y="1031062"/>
                </a:lnTo>
                <a:lnTo>
                  <a:pt x="861468" y="1041773"/>
                </a:lnTo>
                <a:lnTo>
                  <a:pt x="913156" y="1052165"/>
                </a:lnTo>
                <a:lnTo>
                  <a:pt x="966030" y="1062231"/>
                </a:lnTo>
                <a:lnTo>
                  <a:pt x="1020061" y="1071965"/>
                </a:lnTo>
                <a:lnTo>
                  <a:pt x="1075221" y="1081359"/>
                </a:lnTo>
                <a:lnTo>
                  <a:pt x="1117357" y="108813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707123" y="6584693"/>
            <a:ext cx="35655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Curso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Segoe UI Symbol"/>
                <a:cs typeface="Segoe UI Symbol"/>
              </a:rPr>
              <a:t>➔</a:t>
            </a:r>
            <a:r>
              <a:rPr sz="2800" spc="-60" dirty="0">
                <a:latin typeface="Segoe UI Symbol"/>
                <a:cs typeface="Segoe UI Symbol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Número-</a:t>
            </a:r>
            <a:r>
              <a:rPr sz="2800" spc="-10" dirty="0">
                <a:latin typeface="Times New Roman"/>
                <a:cs typeface="Times New Roman"/>
              </a:rPr>
              <a:t>Horas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48883" y="5815073"/>
            <a:ext cx="5871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Turma,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Curso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spc="140" dirty="0">
                <a:latin typeface="Segoe UI Symbol"/>
                <a:cs typeface="Segoe UI Symbol"/>
              </a:rPr>
              <a:t>➔</a:t>
            </a:r>
            <a:r>
              <a:rPr sz="2400" spc="-30" dirty="0">
                <a:latin typeface="Segoe UI Symbol"/>
                <a:cs typeface="Segoe UI Symbol"/>
              </a:rPr>
              <a:t> </a:t>
            </a:r>
            <a:r>
              <a:rPr sz="2400" b="1" dirty="0">
                <a:latin typeface="Arial"/>
                <a:cs typeface="Arial"/>
              </a:rPr>
              <a:t>Horario,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Número-</a:t>
            </a:r>
            <a:r>
              <a:rPr sz="2400" b="1" spc="-10" dirty="0">
                <a:latin typeface="Arial"/>
                <a:cs typeface="Arial"/>
              </a:rPr>
              <a:t>Horas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84454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Segunda</a:t>
            </a:r>
            <a:r>
              <a:rPr spc="-114" dirty="0"/>
              <a:t> </a:t>
            </a:r>
            <a:r>
              <a:rPr dirty="0"/>
              <a:t>Forma</a:t>
            </a:r>
            <a:r>
              <a:rPr spc="-105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/>
          <p:nvPr/>
        </p:nvSpPr>
        <p:spPr>
          <a:xfrm>
            <a:off x="3496564" y="2519172"/>
            <a:ext cx="7400925" cy="3589020"/>
          </a:xfrm>
          <a:custGeom>
            <a:avLst/>
            <a:gdLst/>
            <a:ahLst/>
            <a:cxnLst/>
            <a:rect l="l" t="t" r="r" b="b"/>
            <a:pathLst>
              <a:path w="7400925" h="3589020">
                <a:moveTo>
                  <a:pt x="0" y="3047"/>
                </a:moveTo>
                <a:lnTo>
                  <a:pt x="0" y="3541775"/>
                </a:lnTo>
                <a:lnTo>
                  <a:pt x="7400543" y="3541775"/>
                </a:lnTo>
                <a:lnTo>
                  <a:pt x="7400543" y="3047"/>
                </a:lnTo>
                <a:lnTo>
                  <a:pt x="0" y="3047"/>
                </a:lnTo>
                <a:close/>
              </a:path>
              <a:path w="7400925" h="3589020">
                <a:moveTo>
                  <a:pt x="1664207" y="3047"/>
                </a:moveTo>
                <a:lnTo>
                  <a:pt x="1664207" y="3531107"/>
                </a:lnTo>
              </a:path>
              <a:path w="7400925" h="3589020">
                <a:moveTo>
                  <a:pt x="3163823" y="0"/>
                </a:moveTo>
                <a:lnTo>
                  <a:pt x="3163823" y="3589019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47796" y="2446019"/>
            <a:ext cx="7492365" cy="3589020"/>
          </a:xfrm>
          <a:custGeom>
            <a:avLst/>
            <a:gdLst/>
            <a:ahLst/>
            <a:cxnLst/>
            <a:rect l="l" t="t" r="r" b="b"/>
            <a:pathLst>
              <a:path w="7492365" h="3589020">
                <a:moveTo>
                  <a:pt x="7491983" y="810767"/>
                </a:moveTo>
                <a:lnTo>
                  <a:pt x="97535" y="810767"/>
                </a:lnTo>
              </a:path>
              <a:path w="7492365" h="3589020">
                <a:moveTo>
                  <a:pt x="4742687" y="0"/>
                </a:moveTo>
                <a:lnTo>
                  <a:pt x="4742687" y="3589019"/>
                </a:lnTo>
              </a:path>
              <a:path w="7492365" h="3589020">
                <a:moveTo>
                  <a:pt x="7491983" y="1298447"/>
                </a:moveTo>
                <a:lnTo>
                  <a:pt x="97535" y="1298447"/>
                </a:lnTo>
              </a:path>
              <a:path w="7492365" h="3589020">
                <a:moveTo>
                  <a:pt x="7491983" y="1807463"/>
                </a:moveTo>
                <a:lnTo>
                  <a:pt x="97535" y="1807463"/>
                </a:lnTo>
              </a:path>
              <a:path w="7492365" h="3589020">
                <a:moveTo>
                  <a:pt x="7464551" y="2410967"/>
                </a:moveTo>
                <a:lnTo>
                  <a:pt x="70103" y="2410967"/>
                </a:lnTo>
              </a:path>
              <a:path w="7492365" h="3589020">
                <a:moveTo>
                  <a:pt x="7394447" y="3002279"/>
                </a:moveTo>
                <a:lnTo>
                  <a:pt x="0" y="3002279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40282" y="3265423"/>
            <a:ext cx="883919" cy="215455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spcBef>
                <a:spcPts val="890"/>
              </a:spcBef>
            </a:pPr>
            <a:r>
              <a:rPr sz="2400" spc="-10" dirty="0">
                <a:latin typeface="Arial MT"/>
                <a:cs typeface="Arial MT"/>
              </a:rPr>
              <a:t>10:00</a:t>
            </a:r>
            <a:endParaRPr sz="2400">
              <a:latin typeface="Arial MT"/>
              <a:cs typeface="Arial MT"/>
            </a:endParaRPr>
          </a:p>
          <a:p>
            <a:pPr marL="40005">
              <a:spcBef>
                <a:spcPts val="790"/>
              </a:spcBef>
            </a:pPr>
            <a:r>
              <a:rPr sz="2400" spc="-10" dirty="0">
                <a:latin typeface="Arial MT"/>
                <a:cs typeface="Arial MT"/>
              </a:rPr>
              <a:t>14:00</a:t>
            </a:r>
            <a:endParaRPr sz="2400">
              <a:latin typeface="Arial MT"/>
              <a:cs typeface="Arial MT"/>
            </a:endParaRPr>
          </a:p>
          <a:p>
            <a:pPr marL="139065">
              <a:spcBef>
                <a:spcPts val="1560"/>
              </a:spcBef>
            </a:pPr>
            <a:r>
              <a:rPr sz="2400" spc="-20" dirty="0">
                <a:latin typeface="Arial MT"/>
                <a:cs typeface="Arial MT"/>
              </a:rPr>
              <a:t>8:00</a:t>
            </a:r>
            <a:endParaRPr sz="2400">
              <a:latin typeface="Arial MT"/>
              <a:cs typeface="Arial MT"/>
            </a:endParaRPr>
          </a:p>
          <a:p>
            <a:pPr marL="108585">
              <a:spcBef>
                <a:spcPts val="2100"/>
              </a:spcBef>
            </a:pPr>
            <a:r>
              <a:rPr sz="2400" spc="-10" dirty="0">
                <a:latin typeface="Arial MT"/>
                <a:cs typeface="Arial MT"/>
              </a:rPr>
              <a:t>15:00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2847" y="3303523"/>
            <a:ext cx="262255" cy="266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5080" indent="-21590">
              <a:lnSpc>
                <a:spcPct val="1204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 B</a:t>
            </a:r>
            <a:endParaRPr sz="2400">
              <a:latin typeface="Arial MT"/>
              <a:cs typeface="Arial MT"/>
            </a:endParaRPr>
          </a:p>
          <a:p>
            <a:pPr marL="38100">
              <a:spcBef>
                <a:spcPts val="133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 marL="12700" marR="18415" indent="19685">
              <a:lnSpc>
                <a:spcPct val="165000"/>
              </a:lnSpc>
              <a:spcBef>
                <a:spcPts val="135"/>
              </a:spcBef>
            </a:pPr>
            <a:r>
              <a:rPr sz="2400" spc="-50" dirty="0">
                <a:latin typeface="Arial MT"/>
                <a:cs typeface="Arial MT"/>
              </a:rPr>
              <a:t>B 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68953" y="3323334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97909" y="3818634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52773" y="4960110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4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54297" y="436879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3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58128" y="3373627"/>
            <a:ext cx="697230" cy="76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Tahoma"/>
                <a:cs typeface="Tahoma"/>
              </a:rPr>
              <a:t>Access</a:t>
            </a:r>
            <a:endParaRPr>
              <a:latin typeface="Tahoma"/>
              <a:cs typeface="Tahoma"/>
            </a:endParaRPr>
          </a:p>
          <a:p>
            <a:pPr marL="12700">
              <a:spcBef>
                <a:spcPts val="1510"/>
              </a:spcBef>
            </a:pPr>
            <a:r>
              <a:rPr spc="-10" dirty="0">
                <a:latin typeface="Tahoma"/>
                <a:cs typeface="Tahoma"/>
              </a:rPr>
              <a:t>Access</a:t>
            </a:r>
            <a:endParaRPr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84280" y="4341367"/>
            <a:ext cx="754380" cy="1023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Word</a:t>
            </a:r>
            <a:endParaRPr sz="2400">
              <a:latin typeface="Arial MT"/>
              <a:cs typeface="Arial MT"/>
            </a:endParaRPr>
          </a:p>
          <a:p>
            <a:pPr marL="12700">
              <a:spcBef>
                <a:spcPts val="2100"/>
              </a:spcBef>
            </a:pPr>
            <a:r>
              <a:rPr sz="2400" spc="-20" dirty="0">
                <a:latin typeface="Arial MT"/>
                <a:cs typeface="Arial MT"/>
              </a:rPr>
              <a:t>Word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8821" y="2732022"/>
            <a:ext cx="9569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Turma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95542" y="2730499"/>
            <a:ext cx="905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Curso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59722" y="2739643"/>
            <a:ext cx="2144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Número-Horas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83323" y="2748787"/>
            <a:ext cx="1109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Horário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23830" y="560628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702305" y="3331464"/>
            <a:ext cx="6556375" cy="4022090"/>
            <a:chOff x="1822704" y="3331464"/>
            <a:chExt cx="6556375" cy="4022090"/>
          </a:xfrm>
        </p:grpSpPr>
        <p:sp>
          <p:nvSpPr>
            <p:cNvPr id="19" name="object 19"/>
            <p:cNvSpPr/>
            <p:nvPr/>
          </p:nvSpPr>
          <p:spPr>
            <a:xfrm>
              <a:off x="3374136" y="3369564"/>
              <a:ext cx="4540250" cy="1955800"/>
            </a:xfrm>
            <a:custGeom>
              <a:avLst/>
              <a:gdLst/>
              <a:ahLst/>
              <a:cxnLst/>
              <a:rect l="l" t="t" r="r" b="b"/>
              <a:pathLst>
                <a:path w="4540250" h="1955800">
                  <a:moveTo>
                    <a:pt x="4401311" y="0"/>
                  </a:moveTo>
                  <a:lnTo>
                    <a:pt x="4413503" y="4571"/>
                  </a:lnTo>
                  <a:lnTo>
                    <a:pt x="4425695" y="7619"/>
                  </a:lnTo>
                  <a:lnTo>
                    <a:pt x="4434839" y="12191"/>
                  </a:lnTo>
                  <a:lnTo>
                    <a:pt x="4445507" y="16763"/>
                  </a:lnTo>
                  <a:lnTo>
                    <a:pt x="4454651" y="21335"/>
                  </a:lnTo>
                  <a:lnTo>
                    <a:pt x="4463795" y="25907"/>
                  </a:lnTo>
                  <a:lnTo>
                    <a:pt x="4472939" y="32003"/>
                  </a:lnTo>
                  <a:lnTo>
                    <a:pt x="4480559" y="38099"/>
                  </a:lnTo>
                  <a:lnTo>
                    <a:pt x="4488179" y="45719"/>
                  </a:lnTo>
                  <a:lnTo>
                    <a:pt x="4495799" y="53339"/>
                  </a:lnTo>
                  <a:lnTo>
                    <a:pt x="4501895" y="60959"/>
                  </a:lnTo>
                  <a:lnTo>
                    <a:pt x="4507991" y="68579"/>
                  </a:lnTo>
                  <a:lnTo>
                    <a:pt x="4512563" y="77723"/>
                  </a:lnTo>
                  <a:lnTo>
                    <a:pt x="4517135" y="86867"/>
                  </a:lnTo>
                  <a:lnTo>
                    <a:pt x="4521707" y="97535"/>
                  </a:lnTo>
                  <a:lnTo>
                    <a:pt x="4526279" y="106679"/>
                  </a:lnTo>
                  <a:lnTo>
                    <a:pt x="4529327" y="118871"/>
                  </a:lnTo>
                  <a:lnTo>
                    <a:pt x="4533899" y="129539"/>
                  </a:lnTo>
                  <a:lnTo>
                    <a:pt x="4535423" y="141731"/>
                  </a:lnTo>
                  <a:lnTo>
                    <a:pt x="4536947" y="152399"/>
                  </a:lnTo>
                  <a:lnTo>
                    <a:pt x="4538471" y="166115"/>
                  </a:lnTo>
                  <a:lnTo>
                    <a:pt x="4538471" y="179831"/>
                  </a:lnTo>
                  <a:lnTo>
                    <a:pt x="4539995" y="192023"/>
                  </a:lnTo>
                  <a:lnTo>
                    <a:pt x="4539995" y="201167"/>
                  </a:lnTo>
                  <a:lnTo>
                    <a:pt x="4538471" y="208787"/>
                  </a:lnTo>
                  <a:lnTo>
                    <a:pt x="4538471" y="225551"/>
                  </a:lnTo>
                  <a:lnTo>
                    <a:pt x="4536947" y="234695"/>
                  </a:lnTo>
                  <a:lnTo>
                    <a:pt x="4536947" y="243839"/>
                  </a:lnTo>
                  <a:lnTo>
                    <a:pt x="4535423" y="251459"/>
                  </a:lnTo>
                  <a:lnTo>
                    <a:pt x="4533899" y="260603"/>
                  </a:lnTo>
                  <a:lnTo>
                    <a:pt x="4530851" y="271271"/>
                  </a:lnTo>
                  <a:lnTo>
                    <a:pt x="4529327" y="280415"/>
                  </a:lnTo>
                  <a:lnTo>
                    <a:pt x="4527803" y="289559"/>
                  </a:lnTo>
                  <a:lnTo>
                    <a:pt x="4526279" y="298703"/>
                  </a:lnTo>
                  <a:lnTo>
                    <a:pt x="4524755" y="309371"/>
                  </a:lnTo>
                  <a:lnTo>
                    <a:pt x="4523231" y="318515"/>
                  </a:lnTo>
                  <a:lnTo>
                    <a:pt x="4520183" y="329183"/>
                  </a:lnTo>
                  <a:lnTo>
                    <a:pt x="4517135" y="338327"/>
                  </a:lnTo>
                  <a:lnTo>
                    <a:pt x="4515611" y="350519"/>
                  </a:lnTo>
                  <a:lnTo>
                    <a:pt x="4512563" y="361187"/>
                  </a:lnTo>
                  <a:lnTo>
                    <a:pt x="4509515" y="370331"/>
                  </a:lnTo>
                  <a:lnTo>
                    <a:pt x="4506467" y="380999"/>
                  </a:lnTo>
                  <a:lnTo>
                    <a:pt x="4503419" y="393191"/>
                  </a:lnTo>
                  <a:lnTo>
                    <a:pt x="4500371" y="403859"/>
                  </a:lnTo>
                  <a:lnTo>
                    <a:pt x="4495799" y="414527"/>
                  </a:lnTo>
                  <a:lnTo>
                    <a:pt x="4491227" y="428243"/>
                  </a:lnTo>
                  <a:lnTo>
                    <a:pt x="4486655" y="438911"/>
                  </a:lnTo>
                  <a:lnTo>
                    <a:pt x="4483607" y="451103"/>
                  </a:lnTo>
                  <a:lnTo>
                    <a:pt x="4479035" y="463295"/>
                  </a:lnTo>
                  <a:lnTo>
                    <a:pt x="4474463" y="475487"/>
                  </a:lnTo>
                  <a:lnTo>
                    <a:pt x="4469891" y="487679"/>
                  </a:lnTo>
                  <a:lnTo>
                    <a:pt x="4465319" y="499871"/>
                  </a:lnTo>
                  <a:lnTo>
                    <a:pt x="4460747" y="512063"/>
                  </a:lnTo>
                  <a:lnTo>
                    <a:pt x="4454651" y="524255"/>
                  </a:lnTo>
                  <a:lnTo>
                    <a:pt x="4450079" y="539495"/>
                  </a:lnTo>
                  <a:lnTo>
                    <a:pt x="4443983" y="551687"/>
                  </a:lnTo>
                  <a:lnTo>
                    <a:pt x="4439411" y="563879"/>
                  </a:lnTo>
                  <a:lnTo>
                    <a:pt x="4433315" y="579119"/>
                  </a:lnTo>
                  <a:lnTo>
                    <a:pt x="4427219" y="591311"/>
                  </a:lnTo>
                  <a:lnTo>
                    <a:pt x="4421123" y="605027"/>
                  </a:lnTo>
                  <a:lnTo>
                    <a:pt x="4413503" y="620267"/>
                  </a:lnTo>
                  <a:lnTo>
                    <a:pt x="4407407" y="633983"/>
                  </a:lnTo>
                  <a:lnTo>
                    <a:pt x="4401311" y="646175"/>
                  </a:lnTo>
                </a:path>
                <a:path w="4540250" h="1955800">
                  <a:moveTo>
                    <a:pt x="4332731" y="1210055"/>
                  </a:moveTo>
                  <a:lnTo>
                    <a:pt x="4344923" y="1216151"/>
                  </a:lnTo>
                  <a:lnTo>
                    <a:pt x="4355591" y="1220723"/>
                  </a:lnTo>
                  <a:lnTo>
                    <a:pt x="4366259" y="1228343"/>
                  </a:lnTo>
                  <a:lnTo>
                    <a:pt x="4376927" y="1234439"/>
                  </a:lnTo>
                  <a:lnTo>
                    <a:pt x="4387595" y="1240535"/>
                  </a:lnTo>
                  <a:lnTo>
                    <a:pt x="4396739" y="1246631"/>
                  </a:lnTo>
                  <a:lnTo>
                    <a:pt x="4405883" y="1254251"/>
                  </a:lnTo>
                  <a:lnTo>
                    <a:pt x="4415027" y="1263395"/>
                  </a:lnTo>
                  <a:lnTo>
                    <a:pt x="4424171" y="1269491"/>
                  </a:lnTo>
                  <a:lnTo>
                    <a:pt x="4431791" y="1277111"/>
                  </a:lnTo>
                  <a:lnTo>
                    <a:pt x="4439411" y="1286255"/>
                  </a:lnTo>
                  <a:lnTo>
                    <a:pt x="4445507" y="1293875"/>
                  </a:lnTo>
                  <a:lnTo>
                    <a:pt x="4451603" y="1303019"/>
                  </a:lnTo>
                  <a:lnTo>
                    <a:pt x="4459223" y="1312163"/>
                  </a:lnTo>
                  <a:lnTo>
                    <a:pt x="4465319" y="1321307"/>
                  </a:lnTo>
                  <a:lnTo>
                    <a:pt x="4469891" y="1330451"/>
                  </a:lnTo>
                  <a:lnTo>
                    <a:pt x="4474463" y="1341119"/>
                  </a:lnTo>
                  <a:lnTo>
                    <a:pt x="4479035" y="1351787"/>
                  </a:lnTo>
                  <a:lnTo>
                    <a:pt x="4483607" y="1360931"/>
                  </a:lnTo>
                  <a:lnTo>
                    <a:pt x="4486655" y="1371599"/>
                  </a:lnTo>
                  <a:lnTo>
                    <a:pt x="4489703" y="1383791"/>
                  </a:lnTo>
                  <a:lnTo>
                    <a:pt x="4491227" y="1394459"/>
                  </a:lnTo>
                  <a:lnTo>
                    <a:pt x="4495799" y="1406651"/>
                  </a:lnTo>
                  <a:lnTo>
                    <a:pt x="4497323" y="1418843"/>
                  </a:lnTo>
                  <a:lnTo>
                    <a:pt x="4498847" y="1431035"/>
                  </a:lnTo>
                  <a:lnTo>
                    <a:pt x="4498847" y="1459991"/>
                  </a:lnTo>
                  <a:lnTo>
                    <a:pt x="4497323" y="1470659"/>
                  </a:lnTo>
                  <a:lnTo>
                    <a:pt x="4495799" y="1481327"/>
                  </a:lnTo>
                  <a:lnTo>
                    <a:pt x="4492751" y="1493519"/>
                  </a:lnTo>
                  <a:lnTo>
                    <a:pt x="4491227" y="1505711"/>
                  </a:lnTo>
                  <a:lnTo>
                    <a:pt x="4488179" y="1517903"/>
                  </a:lnTo>
                  <a:lnTo>
                    <a:pt x="4486655" y="1531619"/>
                  </a:lnTo>
                  <a:lnTo>
                    <a:pt x="4483607" y="1543811"/>
                  </a:lnTo>
                  <a:lnTo>
                    <a:pt x="4480559" y="1556003"/>
                  </a:lnTo>
                  <a:lnTo>
                    <a:pt x="4475987" y="1569719"/>
                  </a:lnTo>
                  <a:lnTo>
                    <a:pt x="4472939" y="1583435"/>
                  </a:lnTo>
                  <a:lnTo>
                    <a:pt x="4469891" y="1595627"/>
                  </a:lnTo>
                  <a:lnTo>
                    <a:pt x="4465319" y="1610867"/>
                  </a:lnTo>
                  <a:lnTo>
                    <a:pt x="4460747" y="1623059"/>
                  </a:lnTo>
                  <a:lnTo>
                    <a:pt x="4457699" y="1636775"/>
                  </a:lnTo>
                  <a:lnTo>
                    <a:pt x="4451603" y="1650491"/>
                  </a:lnTo>
                  <a:lnTo>
                    <a:pt x="4447031" y="1664207"/>
                  </a:lnTo>
                  <a:lnTo>
                    <a:pt x="4442459" y="1676399"/>
                  </a:lnTo>
                  <a:lnTo>
                    <a:pt x="4437887" y="1690115"/>
                  </a:lnTo>
                  <a:lnTo>
                    <a:pt x="4433315" y="1702307"/>
                  </a:lnTo>
                  <a:lnTo>
                    <a:pt x="4428743" y="1714499"/>
                  </a:lnTo>
                  <a:lnTo>
                    <a:pt x="4425695" y="1728215"/>
                  </a:lnTo>
                  <a:lnTo>
                    <a:pt x="4421123" y="1738883"/>
                  </a:lnTo>
                  <a:lnTo>
                    <a:pt x="4415027" y="1749551"/>
                  </a:lnTo>
                  <a:lnTo>
                    <a:pt x="4411979" y="1761743"/>
                  </a:lnTo>
                  <a:lnTo>
                    <a:pt x="4407407" y="1772411"/>
                  </a:lnTo>
                  <a:lnTo>
                    <a:pt x="4404359" y="1781555"/>
                  </a:lnTo>
                  <a:lnTo>
                    <a:pt x="4401311" y="1790699"/>
                  </a:lnTo>
                  <a:lnTo>
                    <a:pt x="4398263" y="1801367"/>
                  </a:lnTo>
                  <a:lnTo>
                    <a:pt x="4395215" y="1808987"/>
                  </a:lnTo>
                  <a:lnTo>
                    <a:pt x="4392167" y="1816607"/>
                  </a:lnTo>
                  <a:lnTo>
                    <a:pt x="4390643" y="1822703"/>
                  </a:lnTo>
                  <a:lnTo>
                    <a:pt x="4389119" y="1828799"/>
                  </a:lnTo>
                </a:path>
                <a:path w="4540250" h="1955800">
                  <a:moveTo>
                    <a:pt x="103631" y="1034795"/>
                  </a:moveTo>
                  <a:lnTo>
                    <a:pt x="99059" y="1040891"/>
                  </a:lnTo>
                  <a:lnTo>
                    <a:pt x="92963" y="1048511"/>
                  </a:lnTo>
                  <a:lnTo>
                    <a:pt x="88391" y="1056131"/>
                  </a:lnTo>
                  <a:lnTo>
                    <a:pt x="83819" y="1063751"/>
                  </a:lnTo>
                  <a:lnTo>
                    <a:pt x="79247" y="1072895"/>
                  </a:lnTo>
                  <a:lnTo>
                    <a:pt x="76199" y="1080515"/>
                  </a:lnTo>
                  <a:lnTo>
                    <a:pt x="70103" y="1089659"/>
                  </a:lnTo>
                  <a:lnTo>
                    <a:pt x="65531" y="1098803"/>
                  </a:lnTo>
                  <a:lnTo>
                    <a:pt x="62483" y="1109471"/>
                  </a:lnTo>
                  <a:lnTo>
                    <a:pt x="57911" y="1118615"/>
                  </a:lnTo>
                  <a:lnTo>
                    <a:pt x="54863" y="1127759"/>
                  </a:lnTo>
                  <a:lnTo>
                    <a:pt x="50291" y="1138427"/>
                  </a:lnTo>
                  <a:lnTo>
                    <a:pt x="47243" y="1150619"/>
                  </a:lnTo>
                  <a:lnTo>
                    <a:pt x="44195" y="1161287"/>
                  </a:lnTo>
                  <a:lnTo>
                    <a:pt x="41147" y="1171955"/>
                  </a:lnTo>
                  <a:lnTo>
                    <a:pt x="38099" y="1182623"/>
                  </a:lnTo>
                  <a:lnTo>
                    <a:pt x="33527" y="1196339"/>
                  </a:lnTo>
                  <a:lnTo>
                    <a:pt x="30479" y="1207007"/>
                  </a:lnTo>
                  <a:lnTo>
                    <a:pt x="27431" y="1219199"/>
                  </a:lnTo>
                  <a:lnTo>
                    <a:pt x="25907" y="1234439"/>
                  </a:lnTo>
                  <a:lnTo>
                    <a:pt x="22859" y="1246631"/>
                  </a:lnTo>
                  <a:lnTo>
                    <a:pt x="21335" y="1258823"/>
                  </a:lnTo>
                  <a:lnTo>
                    <a:pt x="18287" y="1274063"/>
                  </a:lnTo>
                  <a:lnTo>
                    <a:pt x="16763" y="1287779"/>
                  </a:lnTo>
                  <a:lnTo>
                    <a:pt x="15239" y="1303019"/>
                  </a:lnTo>
                  <a:lnTo>
                    <a:pt x="12191" y="1316735"/>
                  </a:lnTo>
                  <a:lnTo>
                    <a:pt x="10667" y="1331975"/>
                  </a:lnTo>
                  <a:lnTo>
                    <a:pt x="9143" y="1348739"/>
                  </a:lnTo>
                  <a:lnTo>
                    <a:pt x="7619" y="1362455"/>
                  </a:lnTo>
                  <a:lnTo>
                    <a:pt x="7619" y="1371599"/>
                  </a:lnTo>
                  <a:lnTo>
                    <a:pt x="6095" y="1382267"/>
                  </a:lnTo>
                  <a:lnTo>
                    <a:pt x="6095" y="1391411"/>
                  </a:lnTo>
                  <a:lnTo>
                    <a:pt x="4571" y="1400555"/>
                  </a:lnTo>
                  <a:lnTo>
                    <a:pt x="4571" y="1420367"/>
                  </a:lnTo>
                  <a:lnTo>
                    <a:pt x="3047" y="1431035"/>
                  </a:lnTo>
                  <a:lnTo>
                    <a:pt x="3047" y="1461515"/>
                  </a:lnTo>
                  <a:lnTo>
                    <a:pt x="1523" y="1470659"/>
                  </a:lnTo>
                  <a:lnTo>
                    <a:pt x="1523" y="1534667"/>
                  </a:lnTo>
                  <a:lnTo>
                    <a:pt x="0" y="1545335"/>
                  </a:lnTo>
                  <a:lnTo>
                    <a:pt x="0" y="1556003"/>
                  </a:lnTo>
                  <a:lnTo>
                    <a:pt x="1523" y="1568195"/>
                  </a:lnTo>
                  <a:lnTo>
                    <a:pt x="1523" y="1650491"/>
                  </a:lnTo>
                  <a:lnTo>
                    <a:pt x="3047" y="1661159"/>
                  </a:lnTo>
                  <a:lnTo>
                    <a:pt x="3047" y="1687067"/>
                  </a:lnTo>
                  <a:lnTo>
                    <a:pt x="4571" y="1699259"/>
                  </a:lnTo>
                  <a:lnTo>
                    <a:pt x="4571" y="1723643"/>
                  </a:lnTo>
                  <a:lnTo>
                    <a:pt x="6095" y="1735835"/>
                  </a:lnTo>
                  <a:lnTo>
                    <a:pt x="6095" y="1748027"/>
                  </a:lnTo>
                  <a:lnTo>
                    <a:pt x="7619" y="1763267"/>
                  </a:lnTo>
                  <a:lnTo>
                    <a:pt x="7619" y="1775459"/>
                  </a:lnTo>
                  <a:lnTo>
                    <a:pt x="9143" y="1787651"/>
                  </a:lnTo>
                  <a:lnTo>
                    <a:pt x="9143" y="1801367"/>
                  </a:lnTo>
                  <a:lnTo>
                    <a:pt x="10667" y="1815083"/>
                  </a:lnTo>
                  <a:lnTo>
                    <a:pt x="10667" y="1827275"/>
                  </a:lnTo>
                  <a:lnTo>
                    <a:pt x="12191" y="1842515"/>
                  </a:lnTo>
                  <a:lnTo>
                    <a:pt x="13715" y="1854707"/>
                  </a:lnTo>
                  <a:lnTo>
                    <a:pt x="13715" y="1868423"/>
                  </a:lnTo>
                  <a:lnTo>
                    <a:pt x="15239" y="1883663"/>
                  </a:lnTo>
                  <a:lnTo>
                    <a:pt x="16763" y="1897379"/>
                  </a:lnTo>
                  <a:lnTo>
                    <a:pt x="18287" y="1911095"/>
                  </a:lnTo>
                  <a:lnTo>
                    <a:pt x="18287" y="1924811"/>
                  </a:lnTo>
                  <a:lnTo>
                    <a:pt x="19811" y="1938527"/>
                  </a:lnTo>
                  <a:lnTo>
                    <a:pt x="21335" y="1955291"/>
                  </a:lnTo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60804" y="5356860"/>
              <a:ext cx="6480175" cy="1958339"/>
            </a:xfrm>
            <a:custGeom>
              <a:avLst/>
              <a:gdLst/>
              <a:ahLst/>
              <a:cxnLst/>
              <a:rect l="l" t="t" r="r" b="b"/>
              <a:pathLst>
                <a:path w="6480175" h="1958340">
                  <a:moveTo>
                    <a:pt x="6480047" y="978407"/>
                  </a:moveTo>
                  <a:lnTo>
                    <a:pt x="6477053" y="935917"/>
                  </a:lnTo>
                  <a:lnTo>
                    <a:pt x="6468153" y="893893"/>
                  </a:lnTo>
                  <a:lnTo>
                    <a:pt x="6453467" y="852373"/>
                  </a:lnTo>
                  <a:lnTo>
                    <a:pt x="6433117" y="811393"/>
                  </a:lnTo>
                  <a:lnTo>
                    <a:pt x="6407226" y="770990"/>
                  </a:lnTo>
                  <a:lnTo>
                    <a:pt x="6375915" y="731200"/>
                  </a:lnTo>
                  <a:lnTo>
                    <a:pt x="6339304" y="692059"/>
                  </a:lnTo>
                  <a:lnTo>
                    <a:pt x="6297518" y="653604"/>
                  </a:lnTo>
                  <a:lnTo>
                    <a:pt x="6250675" y="615872"/>
                  </a:lnTo>
                  <a:lnTo>
                    <a:pt x="6198899" y="578899"/>
                  </a:lnTo>
                  <a:lnTo>
                    <a:pt x="6142312" y="542722"/>
                  </a:lnTo>
                  <a:lnTo>
                    <a:pt x="6081034" y="507376"/>
                  </a:lnTo>
                  <a:lnTo>
                    <a:pt x="6015187" y="472899"/>
                  </a:lnTo>
                  <a:lnTo>
                    <a:pt x="5980588" y="455998"/>
                  </a:lnTo>
                  <a:lnTo>
                    <a:pt x="5944893" y="439327"/>
                  </a:lnTo>
                  <a:lnTo>
                    <a:pt x="5908116" y="422892"/>
                  </a:lnTo>
                  <a:lnTo>
                    <a:pt x="5870274" y="406697"/>
                  </a:lnTo>
                  <a:lnTo>
                    <a:pt x="5831380" y="390746"/>
                  </a:lnTo>
                  <a:lnTo>
                    <a:pt x="5791451" y="375045"/>
                  </a:lnTo>
                  <a:lnTo>
                    <a:pt x="5750501" y="359597"/>
                  </a:lnTo>
                  <a:lnTo>
                    <a:pt x="5708546" y="344407"/>
                  </a:lnTo>
                  <a:lnTo>
                    <a:pt x="5665601" y="329480"/>
                  </a:lnTo>
                  <a:lnTo>
                    <a:pt x="5621681" y="314820"/>
                  </a:lnTo>
                  <a:lnTo>
                    <a:pt x="5576801" y="300432"/>
                  </a:lnTo>
                  <a:lnTo>
                    <a:pt x="5530976" y="286321"/>
                  </a:lnTo>
                  <a:lnTo>
                    <a:pt x="5484223" y="272491"/>
                  </a:lnTo>
                  <a:lnTo>
                    <a:pt x="5436555" y="258946"/>
                  </a:lnTo>
                  <a:lnTo>
                    <a:pt x="5387989" y="245691"/>
                  </a:lnTo>
                  <a:lnTo>
                    <a:pt x="5338538" y="232731"/>
                  </a:lnTo>
                  <a:lnTo>
                    <a:pt x="5288220" y="220070"/>
                  </a:lnTo>
                  <a:lnTo>
                    <a:pt x="5237048" y="207713"/>
                  </a:lnTo>
                  <a:lnTo>
                    <a:pt x="5185038" y="195665"/>
                  </a:lnTo>
                  <a:lnTo>
                    <a:pt x="5132205" y="183929"/>
                  </a:lnTo>
                  <a:lnTo>
                    <a:pt x="5078565" y="172511"/>
                  </a:lnTo>
                  <a:lnTo>
                    <a:pt x="5024132" y="161415"/>
                  </a:lnTo>
                  <a:lnTo>
                    <a:pt x="4968922" y="150645"/>
                  </a:lnTo>
                  <a:lnTo>
                    <a:pt x="4912950" y="140207"/>
                  </a:lnTo>
                  <a:lnTo>
                    <a:pt x="4856231" y="130104"/>
                  </a:lnTo>
                  <a:lnTo>
                    <a:pt x="4798780" y="120342"/>
                  </a:lnTo>
                  <a:lnTo>
                    <a:pt x="4740613" y="110925"/>
                  </a:lnTo>
                  <a:lnTo>
                    <a:pt x="4681745" y="101857"/>
                  </a:lnTo>
                  <a:lnTo>
                    <a:pt x="4622191" y="93143"/>
                  </a:lnTo>
                  <a:lnTo>
                    <a:pt x="4561966" y="84787"/>
                  </a:lnTo>
                  <a:lnTo>
                    <a:pt x="4501086" y="76795"/>
                  </a:lnTo>
                  <a:lnTo>
                    <a:pt x="4439565" y="69170"/>
                  </a:lnTo>
                  <a:lnTo>
                    <a:pt x="4377419" y="61918"/>
                  </a:lnTo>
                  <a:lnTo>
                    <a:pt x="4314663" y="55042"/>
                  </a:lnTo>
                  <a:lnTo>
                    <a:pt x="4251313" y="48548"/>
                  </a:lnTo>
                  <a:lnTo>
                    <a:pt x="4187382" y="42440"/>
                  </a:lnTo>
                  <a:lnTo>
                    <a:pt x="4122888" y="36722"/>
                  </a:lnTo>
                  <a:lnTo>
                    <a:pt x="4057844" y="31399"/>
                  </a:lnTo>
                  <a:lnTo>
                    <a:pt x="3992267" y="26476"/>
                  </a:lnTo>
                  <a:lnTo>
                    <a:pt x="3926170" y="21957"/>
                  </a:lnTo>
                  <a:lnTo>
                    <a:pt x="3859571" y="17846"/>
                  </a:lnTo>
                  <a:lnTo>
                    <a:pt x="3792482" y="14149"/>
                  </a:lnTo>
                  <a:lnTo>
                    <a:pt x="3724921" y="10870"/>
                  </a:lnTo>
                  <a:lnTo>
                    <a:pt x="3656902" y="8014"/>
                  </a:lnTo>
                  <a:lnTo>
                    <a:pt x="3588440" y="5584"/>
                  </a:lnTo>
                  <a:lnTo>
                    <a:pt x="3519551" y="3586"/>
                  </a:lnTo>
                  <a:lnTo>
                    <a:pt x="3450250" y="2024"/>
                  </a:lnTo>
                  <a:lnTo>
                    <a:pt x="3380551" y="902"/>
                  </a:lnTo>
                  <a:lnTo>
                    <a:pt x="3310471" y="226"/>
                  </a:lnTo>
                  <a:lnTo>
                    <a:pt x="3240023" y="0"/>
                  </a:lnTo>
                  <a:lnTo>
                    <a:pt x="3169576" y="226"/>
                  </a:lnTo>
                  <a:lnTo>
                    <a:pt x="3099496" y="902"/>
                  </a:lnTo>
                  <a:lnTo>
                    <a:pt x="3029797" y="2024"/>
                  </a:lnTo>
                  <a:lnTo>
                    <a:pt x="2960496" y="3586"/>
                  </a:lnTo>
                  <a:lnTo>
                    <a:pt x="2891606" y="5584"/>
                  </a:lnTo>
                  <a:lnTo>
                    <a:pt x="2823145" y="8014"/>
                  </a:lnTo>
                  <a:lnTo>
                    <a:pt x="2755126" y="10870"/>
                  </a:lnTo>
                  <a:lnTo>
                    <a:pt x="2687564" y="14149"/>
                  </a:lnTo>
                  <a:lnTo>
                    <a:pt x="2620476" y="17846"/>
                  </a:lnTo>
                  <a:lnTo>
                    <a:pt x="2553877" y="21957"/>
                  </a:lnTo>
                  <a:lnTo>
                    <a:pt x="2487780" y="26476"/>
                  </a:lnTo>
                  <a:lnTo>
                    <a:pt x="2422203" y="31399"/>
                  </a:lnTo>
                  <a:lnTo>
                    <a:pt x="2357159" y="36722"/>
                  </a:lnTo>
                  <a:lnTo>
                    <a:pt x="2292665" y="42440"/>
                  </a:lnTo>
                  <a:lnTo>
                    <a:pt x="2228734" y="48548"/>
                  </a:lnTo>
                  <a:lnTo>
                    <a:pt x="2165384" y="55042"/>
                  </a:lnTo>
                  <a:lnTo>
                    <a:pt x="2102628" y="61918"/>
                  </a:lnTo>
                  <a:lnTo>
                    <a:pt x="2040482" y="69170"/>
                  </a:lnTo>
                  <a:lnTo>
                    <a:pt x="1978961" y="76795"/>
                  </a:lnTo>
                  <a:lnTo>
                    <a:pt x="1918081" y="84787"/>
                  </a:lnTo>
                  <a:lnTo>
                    <a:pt x="1857856" y="93143"/>
                  </a:lnTo>
                  <a:lnTo>
                    <a:pt x="1798302" y="101857"/>
                  </a:lnTo>
                  <a:lnTo>
                    <a:pt x="1739434" y="110925"/>
                  </a:lnTo>
                  <a:lnTo>
                    <a:pt x="1681267" y="120342"/>
                  </a:lnTo>
                  <a:lnTo>
                    <a:pt x="1623816" y="130104"/>
                  </a:lnTo>
                  <a:lnTo>
                    <a:pt x="1567097" y="140207"/>
                  </a:lnTo>
                  <a:lnTo>
                    <a:pt x="1511125" y="150645"/>
                  </a:lnTo>
                  <a:lnTo>
                    <a:pt x="1455915" y="161415"/>
                  </a:lnTo>
                  <a:lnTo>
                    <a:pt x="1401482" y="172511"/>
                  </a:lnTo>
                  <a:lnTo>
                    <a:pt x="1347842" y="183929"/>
                  </a:lnTo>
                  <a:lnTo>
                    <a:pt x="1295009" y="195665"/>
                  </a:lnTo>
                  <a:lnTo>
                    <a:pt x="1242999" y="207713"/>
                  </a:lnTo>
                  <a:lnTo>
                    <a:pt x="1191827" y="220070"/>
                  </a:lnTo>
                  <a:lnTo>
                    <a:pt x="1141509" y="232731"/>
                  </a:lnTo>
                  <a:lnTo>
                    <a:pt x="1092058" y="245691"/>
                  </a:lnTo>
                  <a:lnTo>
                    <a:pt x="1043492" y="258946"/>
                  </a:lnTo>
                  <a:lnTo>
                    <a:pt x="995824" y="272491"/>
                  </a:lnTo>
                  <a:lnTo>
                    <a:pt x="949070" y="286321"/>
                  </a:lnTo>
                  <a:lnTo>
                    <a:pt x="903246" y="300432"/>
                  </a:lnTo>
                  <a:lnTo>
                    <a:pt x="858366" y="314820"/>
                  </a:lnTo>
                  <a:lnTo>
                    <a:pt x="814446" y="329480"/>
                  </a:lnTo>
                  <a:lnTo>
                    <a:pt x="771501" y="344407"/>
                  </a:lnTo>
                  <a:lnTo>
                    <a:pt x="729546" y="359597"/>
                  </a:lnTo>
                  <a:lnTo>
                    <a:pt x="688596" y="375045"/>
                  </a:lnTo>
                  <a:lnTo>
                    <a:pt x="648667" y="390746"/>
                  </a:lnTo>
                  <a:lnTo>
                    <a:pt x="609773" y="406697"/>
                  </a:lnTo>
                  <a:lnTo>
                    <a:pt x="571930" y="422892"/>
                  </a:lnTo>
                  <a:lnTo>
                    <a:pt x="535154" y="439327"/>
                  </a:lnTo>
                  <a:lnTo>
                    <a:pt x="499459" y="455998"/>
                  </a:lnTo>
                  <a:lnTo>
                    <a:pt x="464860" y="472899"/>
                  </a:lnTo>
                  <a:lnTo>
                    <a:pt x="399013" y="507376"/>
                  </a:lnTo>
                  <a:lnTo>
                    <a:pt x="337735" y="542722"/>
                  </a:lnTo>
                  <a:lnTo>
                    <a:pt x="281147" y="578899"/>
                  </a:lnTo>
                  <a:lnTo>
                    <a:pt x="229372" y="615872"/>
                  </a:lnTo>
                  <a:lnTo>
                    <a:pt x="182529" y="653604"/>
                  </a:lnTo>
                  <a:lnTo>
                    <a:pt x="140742" y="692059"/>
                  </a:lnTo>
                  <a:lnTo>
                    <a:pt x="104132" y="731200"/>
                  </a:lnTo>
                  <a:lnTo>
                    <a:pt x="72821" y="770990"/>
                  </a:lnTo>
                  <a:lnTo>
                    <a:pt x="46930" y="811393"/>
                  </a:lnTo>
                  <a:lnTo>
                    <a:pt x="26580" y="852373"/>
                  </a:lnTo>
                  <a:lnTo>
                    <a:pt x="11894" y="893893"/>
                  </a:lnTo>
                  <a:lnTo>
                    <a:pt x="2993" y="935917"/>
                  </a:lnTo>
                  <a:lnTo>
                    <a:pt x="0" y="978407"/>
                  </a:lnTo>
                  <a:lnTo>
                    <a:pt x="751" y="999710"/>
                  </a:lnTo>
                  <a:lnTo>
                    <a:pt x="6713" y="1041978"/>
                  </a:lnTo>
                  <a:lnTo>
                    <a:pt x="18522" y="1083766"/>
                  </a:lnTo>
                  <a:lnTo>
                    <a:pt x="36054" y="1125038"/>
                  </a:lnTo>
                  <a:lnTo>
                    <a:pt x="59190" y="1165757"/>
                  </a:lnTo>
                  <a:lnTo>
                    <a:pt x="87807" y="1205886"/>
                  </a:lnTo>
                  <a:lnTo>
                    <a:pt x="121783" y="1245388"/>
                  </a:lnTo>
                  <a:lnTo>
                    <a:pt x="160996" y="1284226"/>
                  </a:lnTo>
                  <a:lnTo>
                    <a:pt x="205326" y="1322364"/>
                  </a:lnTo>
                  <a:lnTo>
                    <a:pt x="254650" y="1359765"/>
                  </a:lnTo>
                  <a:lnTo>
                    <a:pt x="308847" y="1396391"/>
                  </a:lnTo>
                  <a:lnTo>
                    <a:pt x="367796" y="1432207"/>
                  </a:lnTo>
                  <a:lnTo>
                    <a:pt x="431373" y="1467174"/>
                  </a:lnTo>
                  <a:lnTo>
                    <a:pt x="499459" y="1501257"/>
                  </a:lnTo>
                  <a:lnTo>
                    <a:pt x="535154" y="1517956"/>
                  </a:lnTo>
                  <a:lnTo>
                    <a:pt x="571930" y="1534419"/>
                  </a:lnTo>
                  <a:lnTo>
                    <a:pt x="609773" y="1550643"/>
                  </a:lnTo>
                  <a:lnTo>
                    <a:pt x="648667" y="1566622"/>
                  </a:lnTo>
                  <a:lnTo>
                    <a:pt x="688596" y="1582353"/>
                  </a:lnTo>
                  <a:lnTo>
                    <a:pt x="729546" y="1597831"/>
                  </a:lnTo>
                  <a:lnTo>
                    <a:pt x="771501" y="1613050"/>
                  </a:lnTo>
                  <a:lnTo>
                    <a:pt x="814446" y="1628007"/>
                  </a:lnTo>
                  <a:lnTo>
                    <a:pt x="858366" y="1642697"/>
                  </a:lnTo>
                  <a:lnTo>
                    <a:pt x="903246" y="1657114"/>
                  </a:lnTo>
                  <a:lnTo>
                    <a:pt x="949070" y="1671256"/>
                  </a:lnTo>
                  <a:lnTo>
                    <a:pt x="995824" y="1685116"/>
                  </a:lnTo>
                  <a:lnTo>
                    <a:pt x="1043492" y="1698691"/>
                  </a:lnTo>
                  <a:lnTo>
                    <a:pt x="1092058" y="1711976"/>
                  </a:lnTo>
                  <a:lnTo>
                    <a:pt x="1141509" y="1724966"/>
                  </a:lnTo>
                  <a:lnTo>
                    <a:pt x="1191827" y="1737656"/>
                  </a:lnTo>
                  <a:lnTo>
                    <a:pt x="1242999" y="1750043"/>
                  </a:lnTo>
                  <a:lnTo>
                    <a:pt x="1295009" y="1762121"/>
                  </a:lnTo>
                  <a:lnTo>
                    <a:pt x="1347842" y="1773885"/>
                  </a:lnTo>
                  <a:lnTo>
                    <a:pt x="1401482" y="1785332"/>
                  </a:lnTo>
                  <a:lnTo>
                    <a:pt x="1455915" y="1796456"/>
                  </a:lnTo>
                  <a:lnTo>
                    <a:pt x="1511125" y="1807253"/>
                  </a:lnTo>
                  <a:lnTo>
                    <a:pt x="1567097" y="1817719"/>
                  </a:lnTo>
                  <a:lnTo>
                    <a:pt x="1623816" y="1827849"/>
                  </a:lnTo>
                  <a:lnTo>
                    <a:pt x="1681267" y="1837637"/>
                  </a:lnTo>
                  <a:lnTo>
                    <a:pt x="1739434" y="1847080"/>
                  </a:lnTo>
                  <a:lnTo>
                    <a:pt x="1798302" y="1856173"/>
                  </a:lnTo>
                  <a:lnTo>
                    <a:pt x="1857856" y="1864912"/>
                  </a:lnTo>
                  <a:lnTo>
                    <a:pt x="1918081" y="1873291"/>
                  </a:lnTo>
                  <a:lnTo>
                    <a:pt x="1978961" y="1881306"/>
                  </a:lnTo>
                  <a:lnTo>
                    <a:pt x="2040482" y="1888953"/>
                  </a:lnTo>
                  <a:lnTo>
                    <a:pt x="2102628" y="1896227"/>
                  </a:lnTo>
                  <a:lnTo>
                    <a:pt x="2165384" y="1903123"/>
                  </a:lnTo>
                  <a:lnTo>
                    <a:pt x="2228734" y="1909636"/>
                  </a:lnTo>
                  <a:lnTo>
                    <a:pt x="2292665" y="1915763"/>
                  </a:lnTo>
                  <a:lnTo>
                    <a:pt x="2357159" y="1921499"/>
                  </a:lnTo>
                  <a:lnTo>
                    <a:pt x="2422203" y="1926838"/>
                  </a:lnTo>
                  <a:lnTo>
                    <a:pt x="2487780" y="1931777"/>
                  </a:lnTo>
                  <a:lnTo>
                    <a:pt x="2553877" y="1936310"/>
                  </a:lnTo>
                  <a:lnTo>
                    <a:pt x="2620476" y="1940433"/>
                  </a:lnTo>
                  <a:lnTo>
                    <a:pt x="2687564" y="1944142"/>
                  </a:lnTo>
                  <a:lnTo>
                    <a:pt x="2755126" y="1947432"/>
                  </a:lnTo>
                  <a:lnTo>
                    <a:pt x="2823145" y="1950298"/>
                  </a:lnTo>
                  <a:lnTo>
                    <a:pt x="2891606" y="1952736"/>
                  </a:lnTo>
                  <a:lnTo>
                    <a:pt x="2960496" y="1954741"/>
                  </a:lnTo>
                  <a:lnTo>
                    <a:pt x="3029797" y="1956308"/>
                  </a:lnTo>
                  <a:lnTo>
                    <a:pt x="3099496" y="1957434"/>
                  </a:lnTo>
                  <a:lnTo>
                    <a:pt x="3169576" y="1958112"/>
                  </a:lnTo>
                  <a:lnTo>
                    <a:pt x="3240023" y="1958339"/>
                  </a:lnTo>
                  <a:lnTo>
                    <a:pt x="3310471" y="1958112"/>
                  </a:lnTo>
                  <a:lnTo>
                    <a:pt x="3380551" y="1957434"/>
                  </a:lnTo>
                  <a:lnTo>
                    <a:pt x="3450250" y="1956308"/>
                  </a:lnTo>
                  <a:lnTo>
                    <a:pt x="3519551" y="1954741"/>
                  </a:lnTo>
                  <a:lnTo>
                    <a:pt x="3588440" y="1952736"/>
                  </a:lnTo>
                  <a:lnTo>
                    <a:pt x="3656902" y="1950298"/>
                  </a:lnTo>
                  <a:lnTo>
                    <a:pt x="3724921" y="1947432"/>
                  </a:lnTo>
                  <a:lnTo>
                    <a:pt x="3792482" y="1944142"/>
                  </a:lnTo>
                  <a:lnTo>
                    <a:pt x="3859571" y="1940433"/>
                  </a:lnTo>
                  <a:lnTo>
                    <a:pt x="3926170" y="1936310"/>
                  </a:lnTo>
                  <a:lnTo>
                    <a:pt x="3992267" y="1931777"/>
                  </a:lnTo>
                  <a:lnTo>
                    <a:pt x="4057844" y="1926838"/>
                  </a:lnTo>
                  <a:lnTo>
                    <a:pt x="4122888" y="1921499"/>
                  </a:lnTo>
                  <a:lnTo>
                    <a:pt x="4187382" y="1915763"/>
                  </a:lnTo>
                  <a:lnTo>
                    <a:pt x="4251313" y="1909636"/>
                  </a:lnTo>
                  <a:lnTo>
                    <a:pt x="4314663" y="1903123"/>
                  </a:lnTo>
                  <a:lnTo>
                    <a:pt x="4377419" y="1896227"/>
                  </a:lnTo>
                  <a:lnTo>
                    <a:pt x="4439565" y="1888953"/>
                  </a:lnTo>
                  <a:lnTo>
                    <a:pt x="4501086" y="1881306"/>
                  </a:lnTo>
                  <a:lnTo>
                    <a:pt x="4561966" y="1873291"/>
                  </a:lnTo>
                  <a:lnTo>
                    <a:pt x="4622191" y="1864912"/>
                  </a:lnTo>
                  <a:lnTo>
                    <a:pt x="4681745" y="1856173"/>
                  </a:lnTo>
                  <a:lnTo>
                    <a:pt x="4740613" y="1847080"/>
                  </a:lnTo>
                  <a:lnTo>
                    <a:pt x="4798780" y="1837637"/>
                  </a:lnTo>
                  <a:lnTo>
                    <a:pt x="4856231" y="1827849"/>
                  </a:lnTo>
                  <a:lnTo>
                    <a:pt x="4912950" y="1817719"/>
                  </a:lnTo>
                  <a:lnTo>
                    <a:pt x="4968922" y="1807253"/>
                  </a:lnTo>
                  <a:lnTo>
                    <a:pt x="5024132" y="1796456"/>
                  </a:lnTo>
                  <a:lnTo>
                    <a:pt x="5078565" y="1785332"/>
                  </a:lnTo>
                  <a:lnTo>
                    <a:pt x="5132205" y="1773885"/>
                  </a:lnTo>
                  <a:lnTo>
                    <a:pt x="5185038" y="1762121"/>
                  </a:lnTo>
                  <a:lnTo>
                    <a:pt x="5237048" y="1750043"/>
                  </a:lnTo>
                  <a:lnTo>
                    <a:pt x="5288220" y="1737656"/>
                  </a:lnTo>
                  <a:lnTo>
                    <a:pt x="5338538" y="1724966"/>
                  </a:lnTo>
                  <a:lnTo>
                    <a:pt x="5387989" y="1711976"/>
                  </a:lnTo>
                  <a:lnTo>
                    <a:pt x="5436555" y="1698691"/>
                  </a:lnTo>
                  <a:lnTo>
                    <a:pt x="5484223" y="1685116"/>
                  </a:lnTo>
                  <a:lnTo>
                    <a:pt x="5530976" y="1671256"/>
                  </a:lnTo>
                  <a:lnTo>
                    <a:pt x="5576801" y="1657114"/>
                  </a:lnTo>
                  <a:lnTo>
                    <a:pt x="5621681" y="1642697"/>
                  </a:lnTo>
                  <a:lnTo>
                    <a:pt x="5665601" y="1628007"/>
                  </a:lnTo>
                  <a:lnTo>
                    <a:pt x="5708546" y="1613050"/>
                  </a:lnTo>
                  <a:lnTo>
                    <a:pt x="5750501" y="1597831"/>
                  </a:lnTo>
                  <a:lnTo>
                    <a:pt x="5791451" y="1582353"/>
                  </a:lnTo>
                  <a:lnTo>
                    <a:pt x="5831380" y="1566622"/>
                  </a:lnTo>
                  <a:lnTo>
                    <a:pt x="5870274" y="1550643"/>
                  </a:lnTo>
                  <a:lnTo>
                    <a:pt x="5908116" y="1534419"/>
                  </a:lnTo>
                  <a:lnTo>
                    <a:pt x="5944893" y="1517956"/>
                  </a:lnTo>
                  <a:lnTo>
                    <a:pt x="5980588" y="1501257"/>
                  </a:lnTo>
                  <a:lnTo>
                    <a:pt x="6015187" y="1484329"/>
                  </a:lnTo>
                  <a:lnTo>
                    <a:pt x="6081034" y="1449799"/>
                  </a:lnTo>
                  <a:lnTo>
                    <a:pt x="6142312" y="1414403"/>
                  </a:lnTo>
                  <a:lnTo>
                    <a:pt x="6198899" y="1378177"/>
                  </a:lnTo>
                  <a:lnTo>
                    <a:pt x="6250675" y="1341159"/>
                  </a:lnTo>
                  <a:lnTo>
                    <a:pt x="6297518" y="1303385"/>
                  </a:lnTo>
                  <a:lnTo>
                    <a:pt x="6339304" y="1264892"/>
                  </a:lnTo>
                  <a:lnTo>
                    <a:pt x="6375915" y="1225717"/>
                  </a:lnTo>
                  <a:lnTo>
                    <a:pt x="6407226" y="1185897"/>
                  </a:lnTo>
                  <a:lnTo>
                    <a:pt x="6433117" y="1145469"/>
                  </a:lnTo>
                  <a:lnTo>
                    <a:pt x="6453467" y="1104469"/>
                  </a:lnTo>
                  <a:lnTo>
                    <a:pt x="6468153" y="1062934"/>
                  </a:lnTo>
                  <a:lnTo>
                    <a:pt x="6477053" y="1020901"/>
                  </a:lnTo>
                  <a:lnTo>
                    <a:pt x="6480047" y="978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60804" y="5356860"/>
              <a:ext cx="6480175" cy="1958339"/>
            </a:xfrm>
            <a:custGeom>
              <a:avLst/>
              <a:gdLst/>
              <a:ahLst/>
              <a:cxnLst/>
              <a:rect l="l" t="t" r="r" b="b"/>
              <a:pathLst>
                <a:path w="6480175" h="1958340">
                  <a:moveTo>
                    <a:pt x="3240023" y="0"/>
                  </a:moveTo>
                  <a:lnTo>
                    <a:pt x="3169576" y="226"/>
                  </a:lnTo>
                  <a:lnTo>
                    <a:pt x="3099496" y="902"/>
                  </a:lnTo>
                  <a:lnTo>
                    <a:pt x="3029797" y="2024"/>
                  </a:lnTo>
                  <a:lnTo>
                    <a:pt x="2960496" y="3586"/>
                  </a:lnTo>
                  <a:lnTo>
                    <a:pt x="2891606" y="5584"/>
                  </a:lnTo>
                  <a:lnTo>
                    <a:pt x="2823145" y="8014"/>
                  </a:lnTo>
                  <a:lnTo>
                    <a:pt x="2755126" y="10870"/>
                  </a:lnTo>
                  <a:lnTo>
                    <a:pt x="2687564" y="14149"/>
                  </a:lnTo>
                  <a:lnTo>
                    <a:pt x="2620476" y="17846"/>
                  </a:lnTo>
                  <a:lnTo>
                    <a:pt x="2553877" y="21957"/>
                  </a:lnTo>
                  <a:lnTo>
                    <a:pt x="2487780" y="26476"/>
                  </a:lnTo>
                  <a:lnTo>
                    <a:pt x="2422203" y="31399"/>
                  </a:lnTo>
                  <a:lnTo>
                    <a:pt x="2357159" y="36722"/>
                  </a:lnTo>
                  <a:lnTo>
                    <a:pt x="2292665" y="42440"/>
                  </a:lnTo>
                  <a:lnTo>
                    <a:pt x="2228734" y="48548"/>
                  </a:lnTo>
                  <a:lnTo>
                    <a:pt x="2165384" y="55042"/>
                  </a:lnTo>
                  <a:lnTo>
                    <a:pt x="2102628" y="61918"/>
                  </a:lnTo>
                  <a:lnTo>
                    <a:pt x="2040482" y="69170"/>
                  </a:lnTo>
                  <a:lnTo>
                    <a:pt x="1978961" y="76795"/>
                  </a:lnTo>
                  <a:lnTo>
                    <a:pt x="1918081" y="84787"/>
                  </a:lnTo>
                  <a:lnTo>
                    <a:pt x="1857856" y="93143"/>
                  </a:lnTo>
                  <a:lnTo>
                    <a:pt x="1798302" y="101857"/>
                  </a:lnTo>
                  <a:lnTo>
                    <a:pt x="1739434" y="110925"/>
                  </a:lnTo>
                  <a:lnTo>
                    <a:pt x="1681267" y="120342"/>
                  </a:lnTo>
                  <a:lnTo>
                    <a:pt x="1623816" y="130104"/>
                  </a:lnTo>
                  <a:lnTo>
                    <a:pt x="1567097" y="140207"/>
                  </a:lnTo>
                  <a:lnTo>
                    <a:pt x="1511125" y="150645"/>
                  </a:lnTo>
                  <a:lnTo>
                    <a:pt x="1455915" y="161415"/>
                  </a:lnTo>
                  <a:lnTo>
                    <a:pt x="1401482" y="172511"/>
                  </a:lnTo>
                  <a:lnTo>
                    <a:pt x="1347842" y="183929"/>
                  </a:lnTo>
                  <a:lnTo>
                    <a:pt x="1295009" y="195665"/>
                  </a:lnTo>
                  <a:lnTo>
                    <a:pt x="1242999" y="207713"/>
                  </a:lnTo>
                  <a:lnTo>
                    <a:pt x="1191827" y="220070"/>
                  </a:lnTo>
                  <a:lnTo>
                    <a:pt x="1141509" y="232731"/>
                  </a:lnTo>
                  <a:lnTo>
                    <a:pt x="1092058" y="245691"/>
                  </a:lnTo>
                  <a:lnTo>
                    <a:pt x="1043492" y="258946"/>
                  </a:lnTo>
                  <a:lnTo>
                    <a:pt x="995824" y="272491"/>
                  </a:lnTo>
                  <a:lnTo>
                    <a:pt x="949070" y="286321"/>
                  </a:lnTo>
                  <a:lnTo>
                    <a:pt x="903246" y="300432"/>
                  </a:lnTo>
                  <a:lnTo>
                    <a:pt x="858366" y="314820"/>
                  </a:lnTo>
                  <a:lnTo>
                    <a:pt x="814446" y="329480"/>
                  </a:lnTo>
                  <a:lnTo>
                    <a:pt x="771501" y="344407"/>
                  </a:lnTo>
                  <a:lnTo>
                    <a:pt x="729546" y="359597"/>
                  </a:lnTo>
                  <a:lnTo>
                    <a:pt x="688596" y="375045"/>
                  </a:lnTo>
                  <a:lnTo>
                    <a:pt x="648667" y="390746"/>
                  </a:lnTo>
                  <a:lnTo>
                    <a:pt x="609773" y="406697"/>
                  </a:lnTo>
                  <a:lnTo>
                    <a:pt x="571930" y="422892"/>
                  </a:lnTo>
                  <a:lnTo>
                    <a:pt x="535154" y="439327"/>
                  </a:lnTo>
                  <a:lnTo>
                    <a:pt x="499459" y="455998"/>
                  </a:lnTo>
                  <a:lnTo>
                    <a:pt x="464860" y="472899"/>
                  </a:lnTo>
                  <a:lnTo>
                    <a:pt x="399013" y="507376"/>
                  </a:lnTo>
                  <a:lnTo>
                    <a:pt x="337735" y="542722"/>
                  </a:lnTo>
                  <a:lnTo>
                    <a:pt x="281147" y="578899"/>
                  </a:lnTo>
                  <a:lnTo>
                    <a:pt x="229372" y="615872"/>
                  </a:lnTo>
                  <a:lnTo>
                    <a:pt x="182529" y="653604"/>
                  </a:lnTo>
                  <a:lnTo>
                    <a:pt x="140742" y="692059"/>
                  </a:lnTo>
                  <a:lnTo>
                    <a:pt x="104132" y="731200"/>
                  </a:lnTo>
                  <a:lnTo>
                    <a:pt x="72821" y="770990"/>
                  </a:lnTo>
                  <a:lnTo>
                    <a:pt x="46930" y="811393"/>
                  </a:lnTo>
                  <a:lnTo>
                    <a:pt x="26580" y="852373"/>
                  </a:lnTo>
                  <a:lnTo>
                    <a:pt x="11894" y="893893"/>
                  </a:lnTo>
                  <a:lnTo>
                    <a:pt x="2993" y="935917"/>
                  </a:lnTo>
                  <a:lnTo>
                    <a:pt x="0" y="978407"/>
                  </a:lnTo>
                  <a:lnTo>
                    <a:pt x="751" y="999710"/>
                  </a:lnTo>
                  <a:lnTo>
                    <a:pt x="6713" y="1041978"/>
                  </a:lnTo>
                  <a:lnTo>
                    <a:pt x="18522" y="1083766"/>
                  </a:lnTo>
                  <a:lnTo>
                    <a:pt x="36054" y="1125038"/>
                  </a:lnTo>
                  <a:lnTo>
                    <a:pt x="59190" y="1165757"/>
                  </a:lnTo>
                  <a:lnTo>
                    <a:pt x="87807" y="1205886"/>
                  </a:lnTo>
                  <a:lnTo>
                    <a:pt x="121783" y="1245388"/>
                  </a:lnTo>
                  <a:lnTo>
                    <a:pt x="160996" y="1284226"/>
                  </a:lnTo>
                  <a:lnTo>
                    <a:pt x="205326" y="1322364"/>
                  </a:lnTo>
                  <a:lnTo>
                    <a:pt x="254650" y="1359765"/>
                  </a:lnTo>
                  <a:lnTo>
                    <a:pt x="308847" y="1396391"/>
                  </a:lnTo>
                  <a:lnTo>
                    <a:pt x="367796" y="1432207"/>
                  </a:lnTo>
                  <a:lnTo>
                    <a:pt x="431373" y="1467174"/>
                  </a:lnTo>
                  <a:lnTo>
                    <a:pt x="499459" y="1501257"/>
                  </a:lnTo>
                  <a:lnTo>
                    <a:pt x="535154" y="1517956"/>
                  </a:lnTo>
                  <a:lnTo>
                    <a:pt x="571930" y="1534419"/>
                  </a:lnTo>
                  <a:lnTo>
                    <a:pt x="609773" y="1550643"/>
                  </a:lnTo>
                  <a:lnTo>
                    <a:pt x="648667" y="1566622"/>
                  </a:lnTo>
                  <a:lnTo>
                    <a:pt x="688596" y="1582353"/>
                  </a:lnTo>
                  <a:lnTo>
                    <a:pt x="729546" y="1597831"/>
                  </a:lnTo>
                  <a:lnTo>
                    <a:pt x="771501" y="1613050"/>
                  </a:lnTo>
                  <a:lnTo>
                    <a:pt x="814446" y="1628007"/>
                  </a:lnTo>
                  <a:lnTo>
                    <a:pt x="858366" y="1642697"/>
                  </a:lnTo>
                  <a:lnTo>
                    <a:pt x="903246" y="1657114"/>
                  </a:lnTo>
                  <a:lnTo>
                    <a:pt x="949070" y="1671256"/>
                  </a:lnTo>
                  <a:lnTo>
                    <a:pt x="995824" y="1685116"/>
                  </a:lnTo>
                  <a:lnTo>
                    <a:pt x="1043492" y="1698691"/>
                  </a:lnTo>
                  <a:lnTo>
                    <a:pt x="1092058" y="1711976"/>
                  </a:lnTo>
                  <a:lnTo>
                    <a:pt x="1141509" y="1724966"/>
                  </a:lnTo>
                  <a:lnTo>
                    <a:pt x="1191827" y="1737656"/>
                  </a:lnTo>
                  <a:lnTo>
                    <a:pt x="1242999" y="1750043"/>
                  </a:lnTo>
                  <a:lnTo>
                    <a:pt x="1295009" y="1762121"/>
                  </a:lnTo>
                  <a:lnTo>
                    <a:pt x="1347842" y="1773885"/>
                  </a:lnTo>
                  <a:lnTo>
                    <a:pt x="1401482" y="1785332"/>
                  </a:lnTo>
                  <a:lnTo>
                    <a:pt x="1455915" y="1796456"/>
                  </a:lnTo>
                  <a:lnTo>
                    <a:pt x="1511125" y="1807253"/>
                  </a:lnTo>
                  <a:lnTo>
                    <a:pt x="1567097" y="1817719"/>
                  </a:lnTo>
                  <a:lnTo>
                    <a:pt x="1623816" y="1827849"/>
                  </a:lnTo>
                  <a:lnTo>
                    <a:pt x="1681267" y="1837637"/>
                  </a:lnTo>
                  <a:lnTo>
                    <a:pt x="1739434" y="1847080"/>
                  </a:lnTo>
                  <a:lnTo>
                    <a:pt x="1798302" y="1856173"/>
                  </a:lnTo>
                  <a:lnTo>
                    <a:pt x="1857856" y="1864912"/>
                  </a:lnTo>
                  <a:lnTo>
                    <a:pt x="1918081" y="1873291"/>
                  </a:lnTo>
                  <a:lnTo>
                    <a:pt x="1978961" y="1881306"/>
                  </a:lnTo>
                  <a:lnTo>
                    <a:pt x="2040482" y="1888953"/>
                  </a:lnTo>
                  <a:lnTo>
                    <a:pt x="2102628" y="1896227"/>
                  </a:lnTo>
                  <a:lnTo>
                    <a:pt x="2165384" y="1903123"/>
                  </a:lnTo>
                  <a:lnTo>
                    <a:pt x="2228734" y="1909636"/>
                  </a:lnTo>
                  <a:lnTo>
                    <a:pt x="2292665" y="1915763"/>
                  </a:lnTo>
                  <a:lnTo>
                    <a:pt x="2357159" y="1921499"/>
                  </a:lnTo>
                  <a:lnTo>
                    <a:pt x="2422203" y="1926838"/>
                  </a:lnTo>
                  <a:lnTo>
                    <a:pt x="2487780" y="1931777"/>
                  </a:lnTo>
                  <a:lnTo>
                    <a:pt x="2553877" y="1936310"/>
                  </a:lnTo>
                  <a:lnTo>
                    <a:pt x="2620476" y="1940433"/>
                  </a:lnTo>
                  <a:lnTo>
                    <a:pt x="2687564" y="1944142"/>
                  </a:lnTo>
                  <a:lnTo>
                    <a:pt x="2755126" y="1947432"/>
                  </a:lnTo>
                  <a:lnTo>
                    <a:pt x="2823145" y="1950298"/>
                  </a:lnTo>
                  <a:lnTo>
                    <a:pt x="2891606" y="1952736"/>
                  </a:lnTo>
                  <a:lnTo>
                    <a:pt x="2960496" y="1954741"/>
                  </a:lnTo>
                  <a:lnTo>
                    <a:pt x="3029797" y="1956308"/>
                  </a:lnTo>
                  <a:lnTo>
                    <a:pt x="3099496" y="1957434"/>
                  </a:lnTo>
                  <a:lnTo>
                    <a:pt x="3169576" y="1958112"/>
                  </a:lnTo>
                  <a:lnTo>
                    <a:pt x="3240023" y="1958339"/>
                  </a:lnTo>
                  <a:lnTo>
                    <a:pt x="3310471" y="1958112"/>
                  </a:lnTo>
                  <a:lnTo>
                    <a:pt x="3380551" y="1957434"/>
                  </a:lnTo>
                  <a:lnTo>
                    <a:pt x="3450250" y="1956308"/>
                  </a:lnTo>
                  <a:lnTo>
                    <a:pt x="3519551" y="1954741"/>
                  </a:lnTo>
                  <a:lnTo>
                    <a:pt x="3588440" y="1952736"/>
                  </a:lnTo>
                  <a:lnTo>
                    <a:pt x="3656902" y="1950298"/>
                  </a:lnTo>
                  <a:lnTo>
                    <a:pt x="3724921" y="1947432"/>
                  </a:lnTo>
                  <a:lnTo>
                    <a:pt x="3792482" y="1944142"/>
                  </a:lnTo>
                  <a:lnTo>
                    <a:pt x="3859571" y="1940433"/>
                  </a:lnTo>
                  <a:lnTo>
                    <a:pt x="3926170" y="1936310"/>
                  </a:lnTo>
                  <a:lnTo>
                    <a:pt x="3992267" y="1931777"/>
                  </a:lnTo>
                  <a:lnTo>
                    <a:pt x="4057844" y="1926838"/>
                  </a:lnTo>
                  <a:lnTo>
                    <a:pt x="4122888" y="1921499"/>
                  </a:lnTo>
                  <a:lnTo>
                    <a:pt x="4187382" y="1915763"/>
                  </a:lnTo>
                  <a:lnTo>
                    <a:pt x="4251313" y="1909636"/>
                  </a:lnTo>
                  <a:lnTo>
                    <a:pt x="4314663" y="1903123"/>
                  </a:lnTo>
                  <a:lnTo>
                    <a:pt x="4377419" y="1896227"/>
                  </a:lnTo>
                  <a:lnTo>
                    <a:pt x="4439565" y="1888953"/>
                  </a:lnTo>
                  <a:lnTo>
                    <a:pt x="4501086" y="1881306"/>
                  </a:lnTo>
                  <a:lnTo>
                    <a:pt x="4561966" y="1873291"/>
                  </a:lnTo>
                  <a:lnTo>
                    <a:pt x="4622191" y="1864912"/>
                  </a:lnTo>
                  <a:lnTo>
                    <a:pt x="4681745" y="1856173"/>
                  </a:lnTo>
                  <a:lnTo>
                    <a:pt x="4740613" y="1847080"/>
                  </a:lnTo>
                  <a:lnTo>
                    <a:pt x="4798780" y="1837637"/>
                  </a:lnTo>
                  <a:lnTo>
                    <a:pt x="4856231" y="1827849"/>
                  </a:lnTo>
                  <a:lnTo>
                    <a:pt x="4912950" y="1817719"/>
                  </a:lnTo>
                  <a:lnTo>
                    <a:pt x="4968922" y="1807253"/>
                  </a:lnTo>
                  <a:lnTo>
                    <a:pt x="5024132" y="1796456"/>
                  </a:lnTo>
                  <a:lnTo>
                    <a:pt x="5078565" y="1785332"/>
                  </a:lnTo>
                  <a:lnTo>
                    <a:pt x="5132205" y="1773885"/>
                  </a:lnTo>
                  <a:lnTo>
                    <a:pt x="5185038" y="1762121"/>
                  </a:lnTo>
                  <a:lnTo>
                    <a:pt x="5237048" y="1750043"/>
                  </a:lnTo>
                  <a:lnTo>
                    <a:pt x="5288220" y="1737656"/>
                  </a:lnTo>
                  <a:lnTo>
                    <a:pt x="5338538" y="1724966"/>
                  </a:lnTo>
                  <a:lnTo>
                    <a:pt x="5387989" y="1711976"/>
                  </a:lnTo>
                  <a:lnTo>
                    <a:pt x="5436555" y="1698691"/>
                  </a:lnTo>
                  <a:lnTo>
                    <a:pt x="5484223" y="1685116"/>
                  </a:lnTo>
                  <a:lnTo>
                    <a:pt x="5530976" y="1671256"/>
                  </a:lnTo>
                  <a:lnTo>
                    <a:pt x="5576801" y="1657114"/>
                  </a:lnTo>
                  <a:lnTo>
                    <a:pt x="5621681" y="1642697"/>
                  </a:lnTo>
                  <a:lnTo>
                    <a:pt x="5665601" y="1628007"/>
                  </a:lnTo>
                  <a:lnTo>
                    <a:pt x="5708546" y="1613050"/>
                  </a:lnTo>
                  <a:lnTo>
                    <a:pt x="5750501" y="1597831"/>
                  </a:lnTo>
                  <a:lnTo>
                    <a:pt x="5791451" y="1582353"/>
                  </a:lnTo>
                  <a:lnTo>
                    <a:pt x="5831380" y="1566622"/>
                  </a:lnTo>
                  <a:lnTo>
                    <a:pt x="5870274" y="1550643"/>
                  </a:lnTo>
                  <a:lnTo>
                    <a:pt x="5908116" y="1534419"/>
                  </a:lnTo>
                  <a:lnTo>
                    <a:pt x="5944893" y="1517956"/>
                  </a:lnTo>
                  <a:lnTo>
                    <a:pt x="5980588" y="1501257"/>
                  </a:lnTo>
                  <a:lnTo>
                    <a:pt x="6015187" y="1484329"/>
                  </a:lnTo>
                  <a:lnTo>
                    <a:pt x="6081034" y="1449799"/>
                  </a:lnTo>
                  <a:lnTo>
                    <a:pt x="6142312" y="1414403"/>
                  </a:lnTo>
                  <a:lnTo>
                    <a:pt x="6198899" y="1378177"/>
                  </a:lnTo>
                  <a:lnTo>
                    <a:pt x="6250675" y="1341159"/>
                  </a:lnTo>
                  <a:lnTo>
                    <a:pt x="6297518" y="1303385"/>
                  </a:lnTo>
                  <a:lnTo>
                    <a:pt x="6339304" y="1264892"/>
                  </a:lnTo>
                  <a:lnTo>
                    <a:pt x="6375915" y="1225717"/>
                  </a:lnTo>
                  <a:lnTo>
                    <a:pt x="6407226" y="1185897"/>
                  </a:lnTo>
                  <a:lnTo>
                    <a:pt x="6433117" y="1145469"/>
                  </a:lnTo>
                  <a:lnTo>
                    <a:pt x="6453467" y="1104469"/>
                  </a:lnTo>
                  <a:lnTo>
                    <a:pt x="6468153" y="1062934"/>
                  </a:lnTo>
                  <a:lnTo>
                    <a:pt x="6477053" y="1020901"/>
                  </a:lnTo>
                  <a:lnTo>
                    <a:pt x="6480047" y="978407"/>
                  </a:lnTo>
                  <a:lnTo>
                    <a:pt x="6479296" y="957106"/>
                  </a:lnTo>
                  <a:lnTo>
                    <a:pt x="6473334" y="914844"/>
                  </a:lnTo>
                  <a:lnTo>
                    <a:pt x="6461525" y="873068"/>
                  </a:lnTo>
                  <a:lnTo>
                    <a:pt x="6443992" y="831813"/>
                  </a:lnTo>
                  <a:lnTo>
                    <a:pt x="6420857" y="791117"/>
                  </a:lnTo>
                  <a:lnTo>
                    <a:pt x="6392240" y="751016"/>
                  </a:lnTo>
                  <a:lnTo>
                    <a:pt x="6358264" y="711546"/>
                  </a:lnTo>
                  <a:lnTo>
                    <a:pt x="6319051" y="672743"/>
                  </a:lnTo>
                  <a:lnTo>
                    <a:pt x="6274721" y="634646"/>
                  </a:lnTo>
                  <a:lnTo>
                    <a:pt x="6225396" y="597288"/>
                  </a:lnTo>
                  <a:lnTo>
                    <a:pt x="6171199" y="560709"/>
                  </a:lnTo>
                  <a:lnTo>
                    <a:pt x="6112251" y="524943"/>
                  </a:lnTo>
                  <a:lnTo>
                    <a:pt x="6048674" y="490027"/>
                  </a:lnTo>
                  <a:lnTo>
                    <a:pt x="5980588" y="455998"/>
                  </a:lnTo>
                  <a:lnTo>
                    <a:pt x="5944893" y="439327"/>
                  </a:lnTo>
                  <a:lnTo>
                    <a:pt x="5908116" y="422892"/>
                  </a:lnTo>
                  <a:lnTo>
                    <a:pt x="5870274" y="406697"/>
                  </a:lnTo>
                  <a:lnTo>
                    <a:pt x="5831380" y="390746"/>
                  </a:lnTo>
                  <a:lnTo>
                    <a:pt x="5791451" y="375045"/>
                  </a:lnTo>
                  <a:lnTo>
                    <a:pt x="5750501" y="359597"/>
                  </a:lnTo>
                  <a:lnTo>
                    <a:pt x="5708546" y="344407"/>
                  </a:lnTo>
                  <a:lnTo>
                    <a:pt x="5665601" y="329480"/>
                  </a:lnTo>
                  <a:lnTo>
                    <a:pt x="5621681" y="314820"/>
                  </a:lnTo>
                  <a:lnTo>
                    <a:pt x="5576801" y="300432"/>
                  </a:lnTo>
                  <a:lnTo>
                    <a:pt x="5530976" y="286321"/>
                  </a:lnTo>
                  <a:lnTo>
                    <a:pt x="5484223" y="272491"/>
                  </a:lnTo>
                  <a:lnTo>
                    <a:pt x="5436555" y="258946"/>
                  </a:lnTo>
                  <a:lnTo>
                    <a:pt x="5387989" y="245691"/>
                  </a:lnTo>
                  <a:lnTo>
                    <a:pt x="5338538" y="232731"/>
                  </a:lnTo>
                  <a:lnTo>
                    <a:pt x="5288220" y="220070"/>
                  </a:lnTo>
                  <a:lnTo>
                    <a:pt x="5237048" y="207713"/>
                  </a:lnTo>
                  <a:lnTo>
                    <a:pt x="5185038" y="195665"/>
                  </a:lnTo>
                  <a:lnTo>
                    <a:pt x="5132205" y="183929"/>
                  </a:lnTo>
                  <a:lnTo>
                    <a:pt x="5078565" y="172511"/>
                  </a:lnTo>
                  <a:lnTo>
                    <a:pt x="5024132" y="161415"/>
                  </a:lnTo>
                  <a:lnTo>
                    <a:pt x="4968922" y="150645"/>
                  </a:lnTo>
                  <a:lnTo>
                    <a:pt x="4912950" y="140207"/>
                  </a:lnTo>
                  <a:lnTo>
                    <a:pt x="4856231" y="130104"/>
                  </a:lnTo>
                  <a:lnTo>
                    <a:pt x="4798780" y="120342"/>
                  </a:lnTo>
                  <a:lnTo>
                    <a:pt x="4740613" y="110925"/>
                  </a:lnTo>
                  <a:lnTo>
                    <a:pt x="4681745" y="101857"/>
                  </a:lnTo>
                  <a:lnTo>
                    <a:pt x="4622191" y="93143"/>
                  </a:lnTo>
                  <a:lnTo>
                    <a:pt x="4561966" y="84787"/>
                  </a:lnTo>
                  <a:lnTo>
                    <a:pt x="4501086" y="76795"/>
                  </a:lnTo>
                  <a:lnTo>
                    <a:pt x="4439565" y="69170"/>
                  </a:lnTo>
                  <a:lnTo>
                    <a:pt x="4377419" y="61918"/>
                  </a:lnTo>
                  <a:lnTo>
                    <a:pt x="4314663" y="55042"/>
                  </a:lnTo>
                  <a:lnTo>
                    <a:pt x="4251313" y="48548"/>
                  </a:lnTo>
                  <a:lnTo>
                    <a:pt x="4187382" y="42440"/>
                  </a:lnTo>
                  <a:lnTo>
                    <a:pt x="4122888" y="36722"/>
                  </a:lnTo>
                  <a:lnTo>
                    <a:pt x="4057844" y="31399"/>
                  </a:lnTo>
                  <a:lnTo>
                    <a:pt x="3992267" y="26476"/>
                  </a:lnTo>
                  <a:lnTo>
                    <a:pt x="3926170" y="21957"/>
                  </a:lnTo>
                  <a:lnTo>
                    <a:pt x="3859571" y="17846"/>
                  </a:lnTo>
                  <a:lnTo>
                    <a:pt x="3792482" y="14149"/>
                  </a:lnTo>
                  <a:lnTo>
                    <a:pt x="3724921" y="10870"/>
                  </a:lnTo>
                  <a:lnTo>
                    <a:pt x="3656902" y="8014"/>
                  </a:lnTo>
                  <a:lnTo>
                    <a:pt x="3588440" y="5584"/>
                  </a:lnTo>
                  <a:lnTo>
                    <a:pt x="3519551" y="3586"/>
                  </a:lnTo>
                  <a:lnTo>
                    <a:pt x="3450250" y="2024"/>
                  </a:lnTo>
                  <a:lnTo>
                    <a:pt x="3380551" y="902"/>
                  </a:lnTo>
                  <a:lnTo>
                    <a:pt x="3310471" y="226"/>
                  </a:lnTo>
                  <a:lnTo>
                    <a:pt x="3240023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302502" y="5652005"/>
            <a:ext cx="3190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600" spc="-1387" baseline="10416" dirty="0">
                <a:latin typeface="Arial MT"/>
                <a:cs typeface="Arial MT"/>
              </a:rPr>
              <a:t>D</a:t>
            </a:r>
            <a:r>
              <a:rPr sz="2000" spc="-215" dirty="0">
                <a:latin typeface="Times New Roman"/>
                <a:cs typeface="Times New Roman"/>
              </a:rPr>
              <a:t>S</a:t>
            </a:r>
            <a:r>
              <a:rPr sz="3600" spc="-2340" baseline="10416" dirty="0">
                <a:latin typeface="Arial MT"/>
                <a:cs typeface="Arial MT"/>
              </a:rPr>
              <a:t>C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880" dirty="0">
                <a:latin typeface="Times New Roman"/>
                <a:cs typeface="Times New Roman"/>
              </a:rPr>
              <a:t>n</a:t>
            </a:r>
            <a:r>
              <a:rPr sz="3600" spc="-712" baseline="10416" dirty="0">
                <a:latin typeface="Arial MT"/>
                <a:cs typeface="Arial MT"/>
              </a:rPr>
              <a:t>1</a:t>
            </a:r>
            <a:r>
              <a:rPr sz="2000" spc="-445" dirty="0">
                <a:latin typeface="Times New Roman"/>
                <a:cs typeface="Times New Roman"/>
              </a:rPr>
              <a:t>ã</a:t>
            </a:r>
            <a:r>
              <a:rPr sz="3600" spc="-1402" baseline="10416" dirty="0">
                <a:latin typeface="Arial MT"/>
                <a:cs typeface="Arial MT"/>
              </a:rPr>
              <a:t>3</a:t>
            </a:r>
            <a:r>
              <a:rPr sz="2000" spc="-90" dirty="0">
                <a:latin typeface="Times New Roman"/>
                <a:cs typeface="Times New Roman"/>
              </a:rPr>
              <a:t>o</a:t>
            </a:r>
            <a:r>
              <a:rPr sz="3600" spc="-1170" baseline="10416" dirty="0">
                <a:latin typeface="Arial MT"/>
                <a:cs typeface="Arial MT"/>
              </a:rPr>
              <a:t>4</a:t>
            </a:r>
            <a:r>
              <a:rPr sz="2000" spc="-20" dirty="0">
                <a:latin typeface="Times New Roman"/>
                <a:cs typeface="Times New Roman"/>
              </a:rPr>
              <a:t>h</a:t>
            </a:r>
            <a:r>
              <a:rPr sz="2000" spc="-5" dirty="0">
                <a:latin typeface="Times New Roman"/>
                <a:cs typeface="Times New Roman"/>
              </a:rPr>
              <a:t>o</a:t>
            </a:r>
            <a:r>
              <a:rPr sz="2000" spc="-20" dirty="0">
                <a:latin typeface="Times New Roman"/>
                <a:cs typeface="Times New Roman"/>
              </a:rPr>
              <a:t>u</a:t>
            </a:r>
            <a:r>
              <a:rPr sz="2000" spc="-5" dirty="0">
                <a:latin typeface="Times New Roman"/>
                <a:cs typeface="Times New Roman"/>
              </a:rPr>
              <a:t>v</a:t>
            </a:r>
            <a:r>
              <a:rPr sz="2000" spc="-25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484" dirty="0">
                <a:latin typeface="Times New Roman"/>
                <a:cs typeface="Times New Roman"/>
              </a:rPr>
              <a:t>t</a:t>
            </a:r>
            <a:r>
              <a:rPr sz="3600" spc="-1335" baseline="13888" dirty="0">
                <a:latin typeface="Arial MT"/>
                <a:cs typeface="Arial MT"/>
              </a:rPr>
              <a:t>1</a:t>
            </a:r>
            <a:r>
              <a:rPr sz="2000" spc="-150" dirty="0">
                <a:latin typeface="Times New Roman"/>
                <a:cs typeface="Times New Roman"/>
              </a:rPr>
              <a:t>u</a:t>
            </a:r>
            <a:r>
              <a:rPr sz="3600" spc="-1845" baseline="13888" dirty="0">
                <a:latin typeface="Arial MT"/>
                <a:cs typeface="Arial MT"/>
              </a:rPr>
              <a:t>6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spc="-1045" dirty="0">
                <a:latin typeface="Times New Roman"/>
                <a:cs typeface="Times New Roman"/>
              </a:rPr>
              <a:t>m</a:t>
            </a:r>
            <a:r>
              <a:rPr sz="3600" spc="-15" baseline="13888" dirty="0">
                <a:latin typeface="Arial MT"/>
                <a:cs typeface="Arial MT"/>
              </a:rPr>
              <a:t>:</a:t>
            </a:r>
            <a:r>
              <a:rPr sz="3600" spc="-1537" baseline="13888" dirty="0">
                <a:latin typeface="Arial MT"/>
                <a:cs typeface="Arial MT"/>
              </a:rPr>
              <a:t>0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spc="-685" dirty="0">
                <a:latin typeface="Times New Roman"/>
                <a:cs typeface="Times New Roman"/>
              </a:rPr>
              <a:t>s</a:t>
            </a:r>
            <a:r>
              <a:rPr sz="3600" spc="-262" baseline="13888" dirty="0">
                <a:latin typeface="Arial MT"/>
                <a:cs typeface="Arial MT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d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uma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40678" y="6007098"/>
            <a:ext cx="308356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66090"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Determinado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Curso, perde-</a:t>
            </a:r>
            <a:r>
              <a:rPr sz="2000" dirty="0">
                <a:latin typeface="Times New Roman"/>
                <a:cs typeface="Times New Roman"/>
              </a:rPr>
              <a:t>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informação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sobre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o</a:t>
            </a:r>
            <a:endParaRPr sz="2000">
              <a:latin typeface="Times New Roman"/>
              <a:cs typeface="Times New Roman"/>
            </a:endParaRPr>
          </a:p>
          <a:p>
            <a:pPr marL="510540"/>
            <a:r>
              <a:rPr sz="2000" dirty="0">
                <a:latin typeface="Times New Roman"/>
                <a:cs typeface="Times New Roman"/>
              </a:rPr>
              <a:t>Número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Horas!!!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4" y="731012"/>
            <a:ext cx="569658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Terceira</a:t>
            </a:r>
            <a:r>
              <a:rPr spc="-125" dirty="0"/>
              <a:t> </a:t>
            </a:r>
            <a:r>
              <a:rPr dirty="0"/>
              <a:t>Forma</a:t>
            </a:r>
            <a:r>
              <a:rPr spc="-114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4" y="2504947"/>
            <a:ext cx="7577455" cy="3438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42900">
              <a:lnSpc>
                <a:spcPct val="99900"/>
              </a:lnSpc>
              <a:spcBef>
                <a:spcPts val="105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Consiste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em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retirar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das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estruturas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os </a:t>
            </a:r>
            <a:r>
              <a:rPr sz="3200" dirty="0">
                <a:latin typeface="Tahoma"/>
                <a:cs typeface="Tahoma"/>
              </a:rPr>
              <a:t>campos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que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são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funcionalmente </a:t>
            </a:r>
            <a:r>
              <a:rPr sz="3200" dirty="0">
                <a:latin typeface="Tahoma"/>
                <a:cs typeface="Tahoma"/>
              </a:rPr>
              <a:t>dependentes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outros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campos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que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não </a:t>
            </a:r>
            <a:r>
              <a:rPr sz="3200" dirty="0">
                <a:latin typeface="Tahoma"/>
                <a:cs typeface="Tahoma"/>
              </a:rPr>
              <a:t>são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chaves.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Podemos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afirmar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que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uma </a:t>
            </a:r>
            <a:r>
              <a:rPr sz="3200" dirty="0">
                <a:latin typeface="Tahoma"/>
                <a:cs typeface="Tahoma"/>
              </a:rPr>
              <a:t>estrutura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está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na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3FN,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ela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estiver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na </a:t>
            </a:r>
            <a:r>
              <a:rPr sz="3200" dirty="0">
                <a:latin typeface="Tahoma"/>
                <a:cs typeface="Tahoma"/>
              </a:rPr>
              <a:t>2FN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não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possuir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campos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dependentes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outros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campos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não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chaves...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4" y="731012"/>
            <a:ext cx="569658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Terceira</a:t>
            </a:r>
            <a:r>
              <a:rPr spc="-125" dirty="0"/>
              <a:t> </a:t>
            </a:r>
            <a:r>
              <a:rPr dirty="0"/>
              <a:t>Forma</a:t>
            </a:r>
            <a:r>
              <a:rPr spc="-114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/>
          <p:nvPr/>
        </p:nvSpPr>
        <p:spPr>
          <a:xfrm>
            <a:off x="3315202" y="2746247"/>
            <a:ext cx="7400925" cy="1347470"/>
          </a:xfrm>
          <a:custGeom>
            <a:avLst/>
            <a:gdLst/>
            <a:ahLst/>
            <a:cxnLst/>
            <a:rect l="l" t="t" r="r" b="b"/>
            <a:pathLst>
              <a:path w="7400925" h="1347470">
                <a:moveTo>
                  <a:pt x="0" y="0"/>
                </a:moveTo>
                <a:lnTo>
                  <a:pt x="0" y="1347215"/>
                </a:lnTo>
                <a:lnTo>
                  <a:pt x="7400543" y="1347215"/>
                </a:lnTo>
                <a:lnTo>
                  <a:pt x="7400543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11296" y="2951478"/>
            <a:ext cx="1176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Número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13246" y="3004818"/>
            <a:ext cx="754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Sigla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21298" y="2726436"/>
            <a:ext cx="7394575" cy="1367155"/>
          </a:xfrm>
          <a:custGeom>
            <a:avLst/>
            <a:gdLst/>
            <a:ahLst/>
            <a:cxnLst/>
            <a:rect l="l" t="t" r="r" b="b"/>
            <a:pathLst>
              <a:path w="7394575" h="1367154">
                <a:moveTo>
                  <a:pt x="1656594" y="19811"/>
                </a:moveTo>
                <a:lnTo>
                  <a:pt x="1656594" y="1363979"/>
                </a:lnTo>
              </a:path>
              <a:path w="7394575" h="1367154">
                <a:moveTo>
                  <a:pt x="3157734" y="0"/>
                </a:moveTo>
                <a:lnTo>
                  <a:pt x="3157734" y="1367027"/>
                </a:lnTo>
              </a:path>
              <a:path w="7394575" h="1367154">
                <a:moveTo>
                  <a:pt x="7394453" y="694943"/>
                </a:moveTo>
                <a:lnTo>
                  <a:pt x="0" y="694943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93050" y="2951478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Sala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38651" y="2717292"/>
            <a:ext cx="6553200" cy="2266315"/>
            <a:chOff x="1559051" y="2717291"/>
            <a:chExt cx="6553200" cy="2266315"/>
          </a:xfrm>
        </p:grpSpPr>
        <p:sp>
          <p:nvSpPr>
            <p:cNvPr id="9" name="object 9"/>
            <p:cNvSpPr/>
            <p:nvPr/>
          </p:nvSpPr>
          <p:spPr>
            <a:xfrm>
              <a:off x="6129527" y="2717291"/>
              <a:ext cx="0" cy="1367155"/>
            </a:xfrm>
            <a:custGeom>
              <a:avLst/>
              <a:gdLst/>
              <a:ahLst/>
              <a:cxnLst/>
              <a:rect l="l" t="t" r="r" b="b"/>
              <a:pathLst>
                <a:path h="1367154">
                  <a:moveTo>
                    <a:pt x="0" y="0"/>
                  </a:moveTo>
                  <a:lnTo>
                    <a:pt x="0" y="1367027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151" y="4076699"/>
              <a:ext cx="3733800" cy="868680"/>
            </a:xfrm>
            <a:custGeom>
              <a:avLst/>
              <a:gdLst/>
              <a:ahLst/>
              <a:cxnLst/>
              <a:rect l="l" t="t" r="r" b="b"/>
              <a:pathLst>
                <a:path w="3733800" h="868679">
                  <a:moveTo>
                    <a:pt x="0" y="70103"/>
                  </a:moveTo>
                  <a:lnTo>
                    <a:pt x="3967" y="126570"/>
                  </a:lnTo>
                  <a:lnTo>
                    <a:pt x="13327" y="180586"/>
                  </a:lnTo>
                  <a:lnTo>
                    <a:pt x="27693" y="231671"/>
                  </a:lnTo>
                  <a:lnTo>
                    <a:pt x="46679" y="279343"/>
                  </a:lnTo>
                  <a:lnTo>
                    <a:pt x="69898" y="323120"/>
                  </a:lnTo>
                  <a:lnTo>
                    <a:pt x="96964" y="362521"/>
                  </a:lnTo>
                  <a:lnTo>
                    <a:pt x="127491" y="397064"/>
                  </a:lnTo>
                  <a:lnTo>
                    <a:pt x="161092" y="426268"/>
                  </a:lnTo>
                  <a:lnTo>
                    <a:pt x="197381" y="449651"/>
                  </a:lnTo>
                  <a:lnTo>
                    <a:pt x="235973" y="466732"/>
                  </a:lnTo>
                  <a:lnTo>
                    <a:pt x="276479" y="477028"/>
                  </a:lnTo>
                  <a:lnTo>
                    <a:pt x="318515" y="480059"/>
                  </a:lnTo>
                  <a:lnTo>
                    <a:pt x="1563623" y="457199"/>
                  </a:lnTo>
                  <a:lnTo>
                    <a:pt x="1605980" y="460261"/>
                  </a:lnTo>
                  <a:lnTo>
                    <a:pt x="1646696" y="470640"/>
                  </a:lnTo>
                  <a:lnTo>
                    <a:pt x="1685401" y="487846"/>
                  </a:lnTo>
                  <a:lnTo>
                    <a:pt x="1721724" y="511386"/>
                  </a:lnTo>
                  <a:lnTo>
                    <a:pt x="1755296" y="540768"/>
                  </a:lnTo>
                  <a:lnTo>
                    <a:pt x="1785746" y="575500"/>
                  </a:lnTo>
                  <a:lnTo>
                    <a:pt x="1812704" y="615090"/>
                  </a:lnTo>
                  <a:lnTo>
                    <a:pt x="1835799" y="659045"/>
                  </a:lnTo>
                  <a:lnTo>
                    <a:pt x="1854660" y="706874"/>
                  </a:lnTo>
                  <a:lnTo>
                    <a:pt x="1868917" y="758084"/>
                  </a:lnTo>
                  <a:lnTo>
                    <a:pt x="1878201" y="812183"/>
                  </a:lnTo>
                  <a:lnTo>
                    <a:pt x="1882139" y="868679"/>
                  </a:lnTo>
                  <a:lnTo>
                    <a:pt x="1883526" y="816370"/>
                  </a:lnTo>
                  <a:lnTo>
                    <a:pt x="1889608" y="765917"/>
                  </a:lnTo>
                  <a:lnTo>
                    <a:pt x="1900101" y="717716"/>
                  </a:lnTo>
                  <a:lnTo>
                    <a:pt x="1914723" y="672162"/>
                  </a:lnTo>
                  <a:lnTo>
                    <a:pt x="1933190" y="629650"/>
                  </a:lnTo>
                  <a:lnTo>
                    <a:pt x="1955221" y="590576"/>
                  </a:lnTo>
                  <a:lnTo>
                    <a:pt x="1980531" y="555336"/>
                  </a:lnTo>
                  <a:lnTo>
                    <a:pt x="2008837" y="524323"/>
                  </a:lnTo>
                  <a:lnTo>
                    <a:pt x="2039858" y="497935"/>
                  </a:lnTo>
                  <a:lnTo>
                    <a:pt x="2073309" y="476567"/>
                  </a:lnTo>
                  <a:lnTo>
                    <a:pt x="2108907" y="460613"/>
                  </a:lnTo>
                  <a:lnTo>
                    <a:pt x="2146371" y="450469"/>
                  </a:lnTo>
                  <a:lnTo>
                    <a:pt x="2185415" y="446531"/>
                  </a:lnTo>
                  <a:lnTo>
                    <a:pt x="3430523" y="422147"/>
                  </a:lnTo>
                  <a:lnTo>
                    <a:pt x="3472434" y="417596"/>
                  </a:lnTo>
                  <a:lnTo>
                    <a:pt x="3512572" y="405800"/>
                  </a:lnTo>
                  <a:lnTo>
                    <a:pt x="3550562" y="387262"/>
                  </a:lnTo>
                  <a:lnTo>
                    <a:pt x="3586028" y="362486"/>
                  </a:lnTo>
                  <a:lnTo>
                    <a:pt x="3618594" y="331973"/>
                  </a:lnTo>
                  <a:lnTo>
                    <a:pt x="3647884" y="296227"/>
                  </a:lnTo>
                  <a:lnTo>
                    <a:pt x="3673523" y="255750"/>
                  </a:lnTo>
                  <a:lnTo>
                    <a:pt x="3695135" y="211045"/>
                  </a:lnTo>
                  <a:lnTo>
                    <a:pt x="3712344" y="162615"/>
                  </a:lnTo>
                  <a:lnTo>
                    <a:pt x="3724775" y="110962"/>
                  </a:lnTo>
                  <a:lnTo>
                    <a:pt x="3732052" y="56589"/>
                  </a:lnTo>
                  <a:lnTo>
                    <a:pt x="3733799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84875" y="4081271"/>
              <a:ext cx="2589530" cy="864235"/>
            </a:xfrm>
            <a:custGeom>
              <a:avLst/>
              <a:gdLst/>
              <a:ahLst/>
              <a:cxnLst/>
              <a:rect l="l" t="t" r="r" b="b"/>
              <a:pathLst>
                <a:path w="2589529" h="864235">
                  <a:moveTo>
                    <a:pt x="0" y="39623"/>
                  </a:moveTo>
                  <a:lnTo>
                    <a:pt x="3189" y="101975"/>
                  </a:lnTo>
                  <a:lnTo>
                    <a:pt x="10859" y="161413"/>
                  </a:lnTo>
                  <a:lnTo>
                    <a:pt x="22650" y="217293"/>
                  </a:lnTo>
                  <a:lnTo>
                    <a:pt x="38206" y="268968"/>
                  </a:lnTo>
                  <a:lnTo>
                    <a:pt x="57170" y="315793"/>
                  </a:lnTo>
                  <a:lnTo>
                    <a:pt x="79183" y="357122"/>
                  </a:lnTo>
                  <a:lnTo>
                    <a:pt x="103890" y="392309"/>
                  </a:lnTo>
                  <a:lnTo>
                    <a:pt x="130933" y="420708"/>
                  </a:lnTo>
                  <a:lnTo>
                    <a:pt x="190597" y="454561"/>
                  </a:lnTo>
                  <a:lnTo>
                    <a:pt x="222503" y="458723"/>
                  </a:lnTo>
                  <a:lnTo>
                    <a:pt x="1085087" y="445007"/>
                  </a:lnTo>
                  <a:lnTo>
                    <a:pt x="1116960" y="449170"/>
                  </a:lnTo>
                  <a:lnTo>
                    <a:pt x="1176411" y="483023"/>
                  </a:lnTo>
                  <a:lnTo>
                    <a:pt x="1203316" y="511422"/>
                  </a:lnTo>
                  <a:lnTo>
                    <a:pt x="1227892" y="546609"/>
                  </a:lnTo>
                  <a:lnTo>
                    <a:pt x="1249803" y="587938"/>
                  </a:lnTo>
                  <a:lnTo>
                    <a:pt x="1268712" y="634763"/>
                  </a:lnTo>
                  <a:lnTo>
                    <a:pt x="1284281" y="686438"/>
                  </a:lnTo>
                  <a:lnTo>
                    <a:pt x="1296176" y="742318"/>
                  </a:lnTo>
                  <a:lnTo>
                    <a:pt x="1304058" y="801756"/>
                  </a:lnTo>
                  <a:lnTo>
                    <a:pt x="1307591" y="864107"/>
                  </a:lnTo>
                  <a:lnTo>
                    <a:pt x="1308744" y="801682"/>
                  </a:lnTo>
                  <a:lnTo>
                    <a:pt x="1314473" y="742025"/>
                  </a:lnTo>
                  <a:lnTo>
                    <a:pt x="1324440" y="685789"/>
                  </a:lnTo>
                  <a:lnTo>
                    <a:pt x="1338310" y="633627"/>
                  </a:lnTo>
                  <a:lnTo>
                    <a:pt x="1355745" y="586192"/>
                  </a:lnTo>
                  <a:lnTo>
                    <a:pt x="1376408" y="544136"/>
                  </a:lnTo>
                  <a:lnTo>
                    <a:pt x="1399965" y="508112"/>
                  </a:lnTo>
                  <a:lnTo>
                    <a:pt x="1426076" y="478773"/>
                  </a:lnTo>
                  <a:lnTo>
                    <a:pt x="1484620" y="442758"/>
                  </a:lnTo>
                  <a:lnTo>
                    <a:pt x="2378963" y="425195"/>
                  </a:lnTo>
                  <a:lnTo>
                    <a:pt x="2411067" y="420204"/>
                  </a:lnTo>
                  <a:lnTo>
                    <a:pt x="2469957" y="384748"/>
                  </a:lnTo>
                  <a:lnTo>
                    <a:pt x="2496125" y="355602"/>
                  </a:lnTo>
                  <a:lnTo>
                    <a:pt x="2519696" y="319723"/>
                  </a:lnTo>
                  <a:lnTo>
                    <a:pt x="2540361" y="277772"/>
                  </a:lnTo>
                  <a:lnTo>
                    <a:pt x="2557811" y="230406"/>
                  </a:lnTo>
                  <a:lnTo>
                    <a:pt x="2571736" y="178287"/>
                  </a:lnTo>
                  <a:lnTo>
                    <a:pt x="2581828" y="122073"/>
                  </a:lnTo>
                  <a:lnTo>
                    <a:pt x="2587778" y="62424"/>
                  </a:lnTo>
                  <a:lnTo>
                    <a:pt x="2589275" y="0"/>
                  </a:lnTo>
                </a:path>
              </a:pathLst>
            </a:custGeom>
            <a:ln w="76199">
              <a:solidFill>
                <a:srgbClr val="FFC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942829" y="2942334"/>
            <a:ext cx="974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Prédio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12235" y="5045454"/>
            <a:ext cx="34099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Número,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Sigla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Segoe UI Symbol"/>
                <a:cs typeface="Segoe UI Symbol"/>
              </a:rPr>
              <a:t>➔</a:t>
            </a:r>
            <a:r>
              <a:rPr sz="2800" spc="-100" dirty="0">
                <a:latin typeface="Segoe UI Symbol"/>
                <a:cs typeface="Segoe UI Symbol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Sala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05798" y="5045454"/>
            <a:ext cx="2242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dirty="0">
                <a:solidFill>
                  <a:srgbClr val="FFCF01"/>
                </a:solidFill>
                <a:latin typeface="Times New Roman"/>
                <a:cs typeface="Times New Roman"/>
              </a:rPr>
              <a:t>Sala</a:t>
            </a:r>
            <a:r>
              <a:rPr sz="2800" b="1" spc="-20" dirty="0">
                <a:solidFill>
                  <a:srgbClr val="FFCF01"/>
                </a:solidFill>
                <a:latin typeface="Times New Roman"/>
                <a:cs typeface="Times New Roman"/>
              </a:rPr>
              <a:t> </a:t>
            </a:r>
            <a:r>
              <a:rPr sz="2800" spc="165" dirty="0">
                <a:solidFill>
                  <a:srgbClr val="FFCF01"/>
                </a:solidFill>
                <a:latin typeface="Segoe UI Symbol"/>
                <a:cs typeface="Segoe UI Symbol"/>
              </a:rPr>
              <a:t>➔</a:t>
            </a:r>
            <a:r>
              <a:rPr sz="2800" spc="-75" dirty="0">
                <a:solidFill>
                  <a:srgbClr val="FFCF01"/>
                </a:solidFill>
                <a:latin typeface="Segoe UI Symbol"/>
                <a:cs typeface="Segoe UI Symbol"/>
              </a:rPr>
              <a:t> </a:t>
            </a:r>
            <a:r>
              <a:rPr sz="2800" b="1" spc="-10" dirty="0">
                <a:solidFill>
                  <a:srgbClr val="FFCF01"/>
                </a:solidFill>
                <a:latin typeface="Times New Roman"/>
                <a:cs typeface="Times New Roman"/>
              </a:rPr>
              <a:t>Prédio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69132" y="5678423"/>
            <a:ext cx="3586479" cy="1347470"/>
          </a:xfrm>
          <a:custGeom>
            <a:avLst/>
            <a:gdLst/>
            <a:ahLst/>
            <a:cxnLst/>
            <a:rect l="l" t="t" r="r" b="b"/>
            <a:pathLst>
              <a:path w="3586479" h="1347470">
                <a:moveTo>
                  <a:pt x="0" y="0"/>
                </a:moveTo>
                <a:lnTo>
                  <a:pt x="0" y="1347215"/>
                </a:lnTo>
                <a:lnTo>
                  <a:pt x="3585971" y="1347215"/>
                </a:lnTo>
                <a:lnTo>
                  <a:pt x="3585971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69132" y="5729223"/>
            <a:ext cx="1517015" cy="537968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231140">
              <a:spcBef>
                <a:spcPts val="1315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Número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84419" y="5729223"/>
            <a:ext cx="1088390" cy="548868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236220">
              <a:spcBef>
                <a:spcPts val="14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Sigla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35219" y="5657089"/>
            <a:ext cx="1088390" cy="1367155"/>
          </a:xfrm>
          <a:custGeom>
            <a:avLst/>
            <a:gdLst/>
            <a:ahLst/>
            <a:cxnLst/>
            <a:rect l="l" t="t" r="r" b="b"/>
            <a:pathLst>
              <a:path w="1088389" h="1367154">
                <a:moveTo>
                  <a:pt x="0" y="21335"/>
                </a:moveTo>
                <a:lnTo>
                  <a:pt x="0" y="1363979"/>
                </a:lnTo>
              </a:path>
              <a:path w="1088389" h="1367154">
                <a:moveTo>
                  <a:pt x="1088135" y="0"/>
                </a:moveTo>
                <a:lnTo>
                  <a:pt x="1088135" y="1367027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121907" y="5895845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Sala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036560" y="5705855"/>
            <a:ext cx="2693035" cy="1347470"/>
          </a:xfrm>
          <a:custGeom>
            <a:avLst/>
            <a:gdLst/>
            <a:ahLst/>
            <a:cxnLst/>
            <a:rect l="l" t="t" r="r" b="b"/>
            <a:pathLst>
              <a:path w="2693034" h="1347470">
                <a:moveTo>
                  <a:pt x="0" y="0"/>
                </a:moveTo>
                <a:lnTo>
                  <a:pt x="0" y="1347215"/>
                </a:lnTo>
                <a:lnTo>
                  <a:pt x="2692907" y="1347215"/>
                </a:lnTo>
                <a:lnTo>
                  <a:pt x="2692907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036560" y="5756655"/>
            <a:ext cx="1195705" cy="53925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142875">
              <a:spcBef>
                <a:spcPts val="1325"/>
              </a:spcBef>
            </a:pP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Sala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392408" y="5927849"/>
            <a:ext cx="974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Prédio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181083" y="5705856"/>
            <a:ext cx="0" cy="1343025"/>
          </a:xfrm>
          <a:custGeom>
            <a:avLst/>
            <a:gdLst/>
            <a:ahLst/>
            <a:cxnLst/>
            <a:rect l="l" t="t" r="r" b="b"/>
            <a:pathLst>
              <a:path h="1343025">
                <a:moveTo>
                  <a:pt x="0" y="0"/>
                </a:moveTo>
                <a:lnTo>
                  <a:pt x="0" y="1342643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54369" y="1556004"/>
            <a:ext cx="212090" cy="474345"/>
          </a:xfrm>
          <a:custGeom>
            <a:avLst/>
            <a:gdLst/>
            <a:ahLst/>
            <a:cxnLst/>
            <a:rect l="l" t="t" r="r" b="b"/>
            <a:pathLst>
              <a:path w="212090" h="474344">
                <a:moveTo>
                  <a:pt x="0" y="473963"/>
                </a:moveTo>
                <a:lnTo>
                  <a:pt x="211835" y="473963"/>
                </a:lnTo>
                <a:lnTo>
                  <a:pt x="211835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6894" y="1556004"/>
            <a:ext cx="315537" cy="47396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463286" y="1905000"/>
            <a:ext cx="8543925" cy="547370"/>
            <a:chOff x="583685" y="1905000"/>
            <a:chExt cx="8543925" cy="547370"/>
          </a:xfrm>
        </p:grpSpPr>
        <p:sp>
          <p:nvSpPr>
            <p:cNvPr id="5" name="object 5"/>
            <p:cNvSpPr/>
            <p:nvPr/>
          </p:nvSpPr>
          <p:spPr>
            <a:xfrm>
              <a:off x="998213" y="1978151"/>
              <a:ext cx="88900" cy="474345"/>
            </a:xfrm>
            <a:custGeom>
              <a:avLst/>
              <a:gdLst/>
              <a:ahLst/>
              <a:cxnLst/>
              <a:rect l="l" t="t" r="r" b="b"/>
              <a:pathLst>
                <a:path w="88900" h="474344">
                  <a:moveTo>
                    <a:pt x="0" y="473963"/>
                  </a:moveTo>
                  <a:lnTo>
                    <a:pt x="88391" y="473963"/>
                  </a:lnTo>
                  <a:lnTo>
                    <a:pt x="88391" y="0"/>
                  </a:lnTo>
                  <a:lnTo>
                    <a:pt x="0" y="0"/>
                  </a:lnTo>
                  <a:lnTo>
                    <a:pt x="0" y="473963"/>
                  </a:lnTo>
                  <a:close/>
                </a:path>
              </a:pathLst>
            </a:custGeom>
            <a:solidFill>
              <a:srgbClr val="323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685" y="1905000"/>
              <a:ext cx="8543549" cy="547115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2913882" y="1447793"/>
            <a:ext cx="7598409" cy="3775710"/>
            <a:chOff x="1034281" y="1447793"/>
            <a:chExt cx="7598409" cy="3775710"/>
          </a:xfrm>
        </p:grpSpPr>
        <p:sp>
          <p:nvSpPr>
            <p:cNvPr id="8" name="object 8"/>
            <p:cNvSpPr/>
            <p:nvPr/>
          </p:nvSpPr>
          <p:spPr>
            <a:xfrm>
              <a:off x="1219193" y="1447793"/>
              <a:ext cx="32384" cy="90170"/>
            </a:xfrm>
            <a:custGeom>
              <a:avLst/>
              <a:gdLst/>
              <a:ahLst/>
              <a:cxnLst/>
              <a:rect l="l" t="t" r="r" b="b"/>
              <a:pathLst>
                <a:path w="32384" h="90169">
                  <a:moveTo>
                    <a:pt x="0" y="89922"/>
                  </a:moveTo>
                  <a:lnTo>
                    <a:pt x="32003" y="89922"/>
                  </a:lnTo>
                  <a:lnTo>
                    <a:pt x="32003" y="0"/>
                  </a:lnTo>
                  <a:lnTo>
                    <a:pt x="0" y="0"/>
                  </a:lnTo>
                  <a:lnTo>
                    <a:pt x="0" y="89922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6605" y="1537715"/>
              <a:ext cx="7495540" cy="3634740"/>
            </a:xfrm>
            <a:custGeom>
              <a:avLst/>
              <a:gdLst/>
              <a:ahLst/>
              <a:cxnLst/>
              <a:rect l="l" t="t" r="r" b="b"/>
              <a:pathLst>
                <a:path w="7495540" h="3634740">
                  <a:moveTo>
                    <a:pt x="7495031" y="3634739"/>
                  </a:moveTo>
                  <a:lnTo>
                    <a:pt x="7495031" y="0"/>
                  </a:lnTo>
                  <a:lnTo>
                    <a:pt x="0" y="0"/>
                  </a:lnTo>
                  <a:lnTo>
                    <a:pt x="0" y="3634739"/>
                  </a:lnTo>
                  <a:lnTo>
                    <a:pt x="7495031" y="36347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5081" y="1537715"/>
              <a:ext cx="7496809" cy="3634740"/>
            </a:xfrm>
            <a:custGeom>
              <a:avLst/>
              <a:gdLst/>
              <a:ahLst/>
              <a:cxnLst/>
              <a:rect l="l" t="t" r="r" b="b"/>
              <a:pathLst>
                <a:path w="7496809" h="3634740">
                  <a:moveTo>
                    <a:pt x="0" y="0"/>
                  </a:moveTo>
                  <a:lnTo>
                    <a:pt x="0" y="3634739"/>
                  </a:lnTo>
                  <a:lnTo>
                    <a:pt x="7496555" y="3634739"/>
                  </a:lnTo>
                  <a:lnTo>
                    <a:pt x="7496555" y="0"/>
                  </a:lnTo>
                  <a:lnTo>
                    <a:pt x="0" y="0"/>
                  </a:lnTo>
                  <a:close/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59093" y="1607311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715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Turma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4584701" y="1588516"/>
            <a:ext cx="1495425" cy="39946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9845" rIns="0" bIns="0" rtlCol="0">
            <a:spAutoFit/>
          </a:bodyPr>
          <a:lstStyle/>
          <a:p>
            <a:pPr marL="522605">
              <a:lnSpc>
                <a:spcPct val="100000"/>
              </a:lnSpc>
              <a:spcBef>
                <a:spcPts val="235"/>
              </a:spcBef>
            </a:pPr>
            <a:r>
              <a:rPr sz="24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Curso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27360" y="1666747"/>
            <a:ext cx="974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Prédio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45454" y="2212847"/>
            <a:ext cx="7394575" cy="0"/>
          </a:xfrm>
          <a:custGeom>
            <a:avLst/>
            <a:gdLst/>
            <a:ahLst/>
            <a:cxnLst/>
            <a:rect l="l" t="t" r="r" b="b"/>
            <a:pathLst>
              <a:path w="7394575">
                <a:moveTo>
                  <a:pt x="7394453" y="0"/>
                </a:moveTo>
                <a:lnTo>
                  <a:pt x="0" y="0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37276" y="1588516"/>
            <a:ext cx="1876425" cy="41934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9530" rIns="0" bIns="0" rtlCol="0">
            <a:spAutoFit/>
          </a:bodyPr>
          <a:lstStyle/>
          <a:p>
            <a:pPr marL="504190">
              <a:spcBef>
                <a:spcPts val="390"/>
              </a:spcBef>
            </a:pPr>
            <a:r>
              <a:rPr sz="2400" b="1" spc="-20" dirty="0">
                <a:latin typeface="Arial"/>
                <a:cs typeface="Arial"/>
              </a:rPr>
              <a:t>Sala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897118" y="1528952"/>
            <a:ext cx="7593965" cy="3646170"/>
            <a:chOff x="1017517" y="1528952"/>
            <a:chExt cx="7593965" cy="3646170"/>
          </a:xfrm>
        </p:grpSpPr>
        <p:sp>
          <p:nvSpPr>
            <p:cNvPr id="17" name="object 17"/>
            <p:cNvSpPr/>
            <p:nvPr/>
          </p:nvSpPr>
          <p:spPr>
            <a:xfrm>
              <a:off x="4229099" y="1557527"/>
              <a:ext cx="0" cy="3589020"/>
            </a:xfrm>
            <a:custGeom>
              <a:avLst/>
              <a:gdLst/>
              <a:ahLst/>
              <a:cxnLst/>
              <a:rect l="l" t="t" r="r" b="b"/>
              <a:pathLst>
                <a:path h="3589020">
                  <a:moveTo>
                    <a:pt x="0" y="0"/>
                  </a:moveTo>
                  <a:lnTo>
                    <a:pt x="0" y="3589019"/>
                  </a:lnTo>
                </a:path>
              </a:pathLst>
            </a:custGeom>
            <a:ln w="57149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8317" y="2680715"/>
              <a:ext cx="7492365" cy="1704339"/>
            </a:xfrm>
            <a:custGeom>
              <a:avLst/>
              <a:gdLst/>
              <a:ahLst/>
              <a:cxnLst/>
              <a:rect l="l" t="t" r="r" b="b"/>
              <a:pathLst>
                <a:path w="7492365" h="1704339">
                  <a:moveTo>
                    <a:pt x="7491989" y="0"/>
                  </a:moveTo>
                  <a:lnTo>
                    <a:pt x="97535" y="0"/>
                  </a:lnTo>
                </a:path>
                <a:path w="7492365" h="1704339">
                  <a:moveTo>
                    <a:pt x="7491989" y="509015"/>
                  </a:moveTo>
                  <a:lnTo>
                    <a:pt x="97535" y="509015"/>
                  </a:lnTo>
                </a:path>
                <a:path w="7492365" h="1704339">
                  <a:moveTo>
                    <a:pt x="7464557" y="1114043"/>
                  </a:moveTo>
                  <a:lnTo>
                    <a:pt x="70103" y="1114043"/>
                  </a:lnTo>
                </a:path>
                <a:path w="7492365" h="1704339">
                  <a:moveTo>
                    <a:pt x="7394453" y="1703831"/>
                  </a:moveTo>
                  <a:lnTo>
                    <a:pt x="0" y="1703831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84701" y="2263648"/>
            <a:ext cx="1495425" cy="37061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9530" rIns="0" bIns="0" rtlCol="0">
            <a:spAutoFit/>
          </a:bodyPr>
          <a:lstStyle/>
          <a:p>
            <a:pPr marL="330200">
              <a:lnSpc>
                <a:spcPts val="2490"/>
              </a:lnSpc>
              <a:spcBef>
                <a:spcPts val="390"/>
              </a:spcBef>
            </a:pPr>
            <a:r>
              <a:rPr sz="2400" spc="-10" dirty="0">
                <a:latin typeface="Arial MT"/>
                <a:cs typeface="Arial MT"/>
              </a:rPr>
              <a:t>Access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59093" y="2341878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 algn="ctr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59093" y="2782314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635" algn="ctr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B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37276" y="2328163"/>
            <a:ext cx="1876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17830" algn="ctr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3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37276" y="2796031"/>
            <a:ext cx="1876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63220" algn="ctr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4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37276" y="3358386"/>
            <a:ext cx="1876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563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12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37276" y="3992370"/>
            <a:ext cx="1876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29235" algn="ctr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4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37276" y="4512054"/>
            <a:ext cx="1876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84785" algn="ctr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12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59093" y="3317238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 algn="ctr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59093" y="4525770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70" algn="ctr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B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59093" y="3894834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875" algn="ctr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97466" y="2287015"/>
            <a:ext cx="398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E1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56902" y="4525770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C2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23373" y="2780790"/>
            <a:ext cx="398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E1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29470" y="3922266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C2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819385" y="3344670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C2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84701" y="4435347"/>
            <a:ext cx="1495425" cy="473206"/>
          </a:xfrm>
          <a:prstGeom prst="rect">
            <a:avLst/>
          </a:prstGeom>
          <a:solidFill>
            <a:srgbClr val="7F007F"/>
          </a:solidFill>
        </p:spPr>
        <p:txBody>
          <a:bodyPr vert="horz" wrap="square" lIns="0" tIns="102870" rIns="0" bIns="0" rtlCol="0">
            <a:spAutoFit/>
          </a:bodyPr>
          <a:lstStyle/>
          <a:p>
            <a:pPr marL="380365">
              <a:spcBef>
                <a:spcPts val="810"/>
              </a:spcBef>
            </a:pPr>
            <a:r>
              <a:rPr sz="2400" spc="-10" dirty="0">
                <a:latin typeface="Arial MT"/>
                <a:cs typeface="Arial MT"/>
              </a:rPr>
              <a:t>Excel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584701" y="2768599"/>
            <a:ext cx="1495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Access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84701" y="3305046"/>
            <a:ext cx="1495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9725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Word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84701" y="3937506"/>
            <a:ext cx="1495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9725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Excel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508501" y="1472177"/>
            <a:ext cx="5701665" cy="3733800"/>
            <a:chOff x="2628900" y="1472177"/>
            <a:chExt cx="5701665" cy="3733800"/>
          </a:xfrm>
        </p:grpSpPr>
        <p:sp>
          <p:nvSpPr>
            <p:cNvPr id="40" name="object 40"/>
            <p:cNvSpPr/>
            <p:nvPr/>
          </p:nvSpPr>
          <p:spPr>
            <a:xfrm>
              <a:off x="4818888" y="2452116"/>
              <a:ext cx="2613660" cy="381000"/>
            </a:xfrm>
            <a:custGeom>
              <a:avLst/>
              <a:gdLst/>
              <a:ahLst/>
              <a:cxnLst/>
              <a:rect l="l" t="t" r="r" b="b"/>
              <a:pathLst>
                <a:path w="2613659" h="381000">
                  <a:moveTo>
                    <a:pt x="2613660" y="254508"/>
                  </a:moveTo>
                  <a:lnTo>
                    <a:pt x="2346960" y="254508"/>
                  </a:lnTo>
                  <a:lnTo>
                    <a:pt x="2324443" y="230870"/>
                  </a:lnTo>
                  <a:lnTo>
                    <a:pt x="2298386" y="208113"/>
                  </a:lnTo>
                  <a:lnTo>
                    <a:pt x="2236289" y="165425"/>
                  </a:lnTo>
                  <a:lnTo>
                    <a:pt x="2200566" y="145584"/>
                  </a:lnTo>
                  <a:lnTo>
                    <a:pt x="2161939" y="126806"/>
                  </a:lnTo>
                  <a:lnTo>
                    <a:pt x="2120564" y="109136"/>
                  </a:lnTo>
                  <a:lnTo>
                    <a:pt x="2076603" y="92618"/>
                  </a:lnTo>
                  <a:lnTo>
                    <a:pt x="2030212" y="77299"/>
                  </a:lnTo>
                  <a:lnTo>
                    <a:pt x="1981551" y="63224"/>
                  </a:lnTo>
                  <a:lnTo>
                    <a:pt x="1930778" y="50438"/>
                  </a:lnTo>
                  <a:lnTo>
                    <a:pt x="1878052" y="38987"/>
                  </a:lnTo>
                  <a:lnTo>
                    <a:pt x="1823532" y="28915"/>
                  </a:lnTo>
                  <a:lnTo>
                    <a:pt x="1767376" y="20269"/>
                  </a:lnTo>
                  <a:lnTo>
                    <a:pt x="1709742" y="13093"/>
                  </a:lnTo>
                  <a:lnTo>
                    <a:pt x="1650791" y="7432"/>
                  </a:lnTo>
                  <a:lnTo>
                    <a:pt x="1590679" y="3333"/>
                  </a:lnTo>
                  <a:lnTo>
                    <a:pt x="1529567" y="840"/>
                  </a:lnTo>
                  <a:lnTo>
                    <a:pt x="1467612" y="0"/>
                  </a:lnTo>
                  <a:lnTo>
                    <a:pt x="934212" y="0"/>
                  </a:lnTo>
                  <a:lnTo>
                    <a:pt x="867594" y="957"/>
                  </a:lnTo>
                  <a:lnTo>
                    <a:pt x="802225" y="3785"/>
                  </a:lnTo>
                  <a:lnTo>
                    <a:pt x="739784" y="8310"/>
                  </a:lnTo>
                  <a:lnTo>
                    <a:pt x="738263" y="8421"/>
                  </a:lnTo>
                  <a:lnTo>
                    <a:pt x="675869" y="14798"/>
                  </a:lnTo>
                  <a:lnTo>
                    <a:pt x="615201" y="22853"/>
                  </a:lnTo>
                  <a:lnTo>
                    <a:pt x="556418" y="32520"/>
                  </a:lnTo>
                  <a:lnTo>
                    <a:pt x="499680" y="43736"/>
                  </a:lnTo>
                  <a:lnTo>
                    <a:pt x="445147" y="56435"/>
                  </a:lnTo>
                  <a:lnTo>
                    <a:pt x="392977" y="70553"/>
                  </a:lnTo>
                  <a:lnTo>
                    <a:pt x="343330" y="86026"/>
                  </a:lnTo>
                  <a:lnTo>
                    <a:pt x="296365" y="102788"/>
                  </a:lnTo>
                  <a:lnTo>
                    <a:pt x="252242" y="120775"/>
                  </a:lnTo>
                  <a:lnTo>
                    <a:pt x="211120" y="139923"/>
                  </a:lnTo>
                  <a:lnTo>
                    <a:pt x="173158" y="160166"/>
                  </a:lnTo>
                  <a:lnTo>
                    <a:pt x="138516" y="181440"/>
                  </a:lnTo>
                  <a:lnTo>
                    <a:pt x="107352" y="203681"/>
                  </a:lnTo>
                  <a:lnTo>
                    <a:pt x="56099" y="250804"/>
                  </a:lnTo>
                  <a:lnTo>
                    <a:pt x="20673" y="301017"/>
                  </a:lnTo>
                  <a:lnTo>
                    <a:pt x="2350" y="353803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6186" y="351623"/>
                  </a:lnTo>
                  <a:lnTo>
                    <a:pt x="544425" y="322728"/>
                  </a:lnTo>
                  <a:lnTo>
                    <a:pt x="576549" y="266795"/>
                  </a:lnTo>
                  <a:lnTo>
                    <a:pt x="628342" y="214018"/>
                  </a:lnTo>
                  <a:lnTo>
                    <a:pt x="661168" y="189069"/>
                  </a:lnTo>
                  <a:lnTo>
                    <a:pt x="698375" y="165216"/>
                  </a:lnTo>
                  <a:lnTo>
                    <a:pt x="739784" y="142562"/>
                  </a:lnTo>
                  <a:lnTo>
                    <a:pt x="785218" y="121209"/>
                  </a:lnTo>
                  <a:lnTo>
                    <a:pt x="834496" y="101259"/>
                  </a:lnTo>
                  <a:lnTo>
                    <a:pt x="887442" y="82815"/>
                  </a:lnTo>
                  <a:lnTo>
                    <a:pt x="943874" y="65979"/>
                  </a:lnTo>
                  <a:lnTo>
                    <a:pt x="1003617" y="50854"/>
                  </a:lnTo>
                  <a:lnTo>
                    <a:pt x="1066489" y="37541"/>
                  </a:lnTo>
                  <a:lnTo>
                    <a:pt x="1132314" y="26144"/>
                  </a:lnTo>
                  <a:lnTo>
                    <a:pt x="1200912" y="16764"/>
                  </a:lnTo>
                  <a:lnTo>
                    <a:pt x="1265943" y="25787"/>
                  </a:lnTo>
                  <a:lnTo>
                    <a:pt x="1328678" y="36629"/>
                  </a:lnTo>
                  <a:lnTo>
                    <a:pt x="1388928" y="49215"/>
                  </a:lnTo>
                  <a:lnTo>
                    <a:pt x="1446505" y="63470"/>
                  </a:lnTo>
                  <a:lnTo>
                    <a:pt x="1501223" y="79319"/>
                  </a:lnTo>
                  <a:lnTo>
                    <a:pt x="1552895" y="96687"/>
                  </a:lnTo>
                  <a:lnTo>
                    <a:pt x="1601333" y="115500"/>
                  </a:lnTo>
                  <a:lnTo>
                    <a:pt x="1646350" y="135681"/>
                  </a:lnTo>
                  <a:lnTo>
                    <a:pt x="1687758" y="157157"/>
                  </a:lnTo>
                  <a:lnTo>
                    <a:pt x="1725370" y="179853"/>
                  </a:lnTo>
                  <a:lnTo>
                    <a:pt x="1758999" y="203693"/>
                  </a:lnTo>
                  <a:lnTo>
                    <a:pt x="1788458" y="228603"/>
                  </a:lnTo>
                  <a:lnTo>
                    <a:pt x="1813560" y="254508"/>
                  </a:lnTo>
                  <a:lnTo>
                    <a:pt x="1813560" y="312004"/>
                  </a:lnTo>
                  <a:lnTo>
                    <a:pt x="2133600" y="381000"/>
                  </a:lnTo>
                  <a:lnTo>
                    <a:pt x="2613660" y="254508"/>
                  </a:lnTo>
                  <a:close/>
                </a:path>
                <a:path w="2613659" h="381000">
                  <a:moveTo>
                    <a:pt x="1813560" y="312004"/>
                  </a:moveTo>
                  <a:lnTo>
                    <a:pt x="1813560" y="254508"/>
                  </a:lnTo>
                  <a:lnTo>
                    <a:pt x="1546860" y="254508"/>
                  </a:lnTo>
                  <a:lnTo>
                    <a:pt x="1813560" y="312004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18888" y="2452116"/>
              <a:ext cx="1201420" cy="381000"/>
            </a:xfrm>
            <a:custGeom>
              <a:avLst/>
              <a:gdLst/>
              <a:ahLst/>
              <a:cxnLst/>
              <a:rect l="l" t="t" r="r" b="b"/>
              <a:pathLst>
                <a:path w="1201420" h="381000">
                  <a:moveTo>
                    <a:pt x="1200912" y="16764"/>
                  </a:moveTo>
                  <a:lnTo>
                    <a:pt x="1148449" y="10924"/>
                  </a:lnTo>
                  <a:lnTo>
                    <a:pt x="1095402" y="6254"/>
                  </a:lnTo>
                  <a:lnTo>
                    <a:pt x="1041916" y="2828"/>
                  </a:lnTo>
                  <a:lnTo>
                    <a:pt x="988137" y="719"/>
                  </a:lnTo>
                  <a:lnTo>
                    <a:pt x="934212" y="0"/>
                  </a:lnTo>
                  <a:lnTo>
                    <a:pt x="867594" y="957"/>
                  </a:lnTo>
                  <a:lnTo>
                    <a:pt x="802225" y="3785"/>
                  </a:lnTo>
                  <a:lnTo>
                    <a:pt x="739784" y="8310"/>
                  </a:lnTo>
                  <a:lnTo>
                    <a:pt x="738263" y="8421"/>
                  </a:lnTo>
                  <a:lnTo>
                    <a:pt x="675869" y="14798"/>
                  </a:lnTo>
                  <a:lnTo>
                    <a:pt x="615201" y="22853"/>
                  </a:lnTo>
                  <a:lnTo>
                    <a:pt x="556418" y="32520"/>
                  </a:lnTo>
                  <a:lnTo>
                    <a:pt x="499680" y="43736"/>
                  </a:lnTo>
                  <a:lnTo>
                    <a:pt x="445147" y="56435"/>
                  </a:lnTo>
                  <a:lnTo>
                    <a:pt x="392977" y="70553"/>
                  </a:lnTo>
                  <a:lnTo>
                    <a:pt x="343330" y="86026"/>
                  </a:lnTo>
                  <a:lnTo>
                    <a:pt x="296365" y="102788"/>
                  </a:lnTo>
                  <a:lnTo>
                    <a:pt x="252242" y="120775"/>
                  </a:lnTo>
                  <a:lnTo>
                    <a:pt x="211120" y="139923"/>
                  </a:lnTo>
                  <a:lnTo>
                    <a:pt x="173158" y="160166"/>
                  </a:lnTo>
                  <a:lnTo>
                    <a:pt x="138516" y="181440"/>
                  </a:lnTo>
                  <a:lnTo>
                    <a:pt x="107352" y="203681"/>
                  </a:lnTo>
                  <a:lnTo>
                    <a:pt x="56099" y="250804"/>
                  </a:lnTo>
                  <a:lnTo>
                    <a:pt x="20673" y="301017"/>
                  </a:lnTo>
                  <a:lnTo>
                    <a:pt x="2350" y="353803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6186" y="351623"/>
                  </a:lnTo>
                  <a:lnTo>
                    <a:pt x="544425" y="322728"/>
                  </a:lnTo>
                  <a:lnTo>
                    <a:pt x="576549" y="266795"/>
                  </a:lnTo>
                  <a:lnTo>
                    <a:pt x="628342" y="214018"/>
                  </a:lnTo>
                  <a:lnTo>
                    <a:pt x="661168" y="189069"/>
                  </a:lnTo>
                  <a:lnTo>
                    <a:pt x="698375" y="165216"/>
                  </a:lnTo>
                  <a:lnTo>
                    <a:pt x="739784" y="142562"/>
                  </a:lnTo>
                  <a:lnTo>
                    <a:pt x="785218" y="121209"/>
                  </a:lnTo>
                  <a:lnTo>
                    <a:pt x="834496" y="101259"/>
                  </a:lnTo>
                  <a:lnTo>
                    <a:pt x="887442" y="82815"/>
                  </a:lnTo>
                  <a:lnTo>
                    <a:pt x="943874" y="65979"/>
                  </a:lnTo>
                  <a:lnTo>
                    <a:pt x="1003617" y="50854"/>
                  </a:lnTo>
                  <a:lnTo>
                    <a:pt x="1066489" y="37541"/>
                  </a:lnTo>
                  <a:lnTo>
                    <a:pt x="1132314" y="26144"/>
                  </a:lnTo>
                  <a:lnTo>
                    <a:pt x="1200912" y="16764"/>
                  </a:lnTo>
                  <a:close/>
                </a:path>
              </a:pathLst>
            </a:custGeom>
            <a:solidFill>
              <a:srgbClr val="00B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818888" y="2452115"/>
              <a:ext cx="2613660" cy="381000"/>
            </a:xfrm>
            <a:custGeom>
              <a:avLst/>
              <a:gdLst/>
              <a:ahLst/>
              <a:cxnLst/>
              <a:rect l="l" t="t" r="r" b="b"/>
              <a:pathLst>
                <a:path w="2613659" h="381000">
                  <a:moveTo>
                    <a:pt x="0" y="380999"/>
                  </a:moveTo>
                  <a:lnTo>
                    <a:pt x="9294" y="327121"/>
                  </a:lnTo>
                  <a:lnTo>
                    <a:pt x="36328" y="275556"/>
                  </a:lnTo>
                  <a:lnTo>
                    <a:pt x="79827" y="226824"/>
                  </a:lnTo>
                  <a:lnTo>
                    <a:pt x="138516" y="181440"/>
                  </a:lnTo>
                  <a:lnTo>
                    <a:pt x="173158" y="160166"/>
                  </a:lnTo>
                  <a:lnTo>
                    <a:pt x="211120" y="139923"/>
                  </a:lnTo>
                  <a:lnTo>
                    <a:pt x="252242" y="120775"/>
                  </a:lnTo>
                  <a:lnTo>
                    <a:pt x="296365" y="102788"/>
                  </a:lnTo>
                  <a:lnTo>
                    <a:pt x="343330" y="86026"/>
                  </a:lnTo>
                  <a:lnTo>
                    <a:pt x="392977" y="70553"/>
                  </a:lnTo>
                  <a:lnTo>
                    <a:pt x="445147" y="56435"/>
                  </a:lnTo>
                  <a:lnTo>
                    <a:pt x="499680" y="43736"/>
                  </a:lnTo>
                  <a:lnTo>
                    <a:pt x="556418" y="32520"/>
                  </a:lnTo>
                  <a:lnTo>
                    <a:pt x="615200" y="22853"/>
                  </a:lnTo>
                  <a:lnTo>
                    <a:pt x="675869" y="14798"/>
                  </a:lnTo>
                  <a:lnTo>
                    <a:pt x="738263" y="8421"/>
                  </a:lnTo>
                  <a:lnTo>
                    <a:pt x="802225" y="3785"/>
                  </a:lnTo>
                  <a:lnTo>
                    <a:pt x="867594" y="957"/>
                  </a:lnTo>
                  <a:lnTo>
                    <a:pt x="934211" y="0"/>
                  </a:lnTo>
                  <a:lnTo>
                    <a:pt x="1467611" y="0"/>
                  </a:lnTo>
                  <a:lnTo>
                    <a:pt x="1529567" y="840"/>
                  </a:lnTo>
                  <a:lnTo>
                    <a:pt x="1590679" y="3333"/>
                  </a:lnTo>
                  <a:lnTo>
                    <a:pt x="1650791" y="7432"/>
                  </a:lnTo>
                  <a:lnTo>
                    <a:pt x="1709742" y="13093"/>
                  </a:lnTo>
                  <a:lnTo>
                    <a:pt x="1767376" y="20269"/>
                  </a:lnTo>
                  <a:lnTo>
                    <a:pt x="1823532" y="28915"/>
                  </a:lnTo>
                  <a:lnTo>
                    <a:pt x="1878052" y="38987"/>
                  </a:lnTo>
                  <a:lnTo>
                    <a:pt x="1930778" y="50438"/>
                  </a:lnTo>
                  <a:lnTo>
                    <a:pt x="1981551" y="63224"/>
                  </a:lnTo>
                  <a:lnTo>
                    <a:pt x="2030212" y="77299"/>
                  </a:lnTo>
                  <a:lnTo>
                    <a:pt x="2076602" y="92618"/>
                  </a:lnTo>
                  <a:lnTo>
                    <a:pt x="2120564" y="109136"/>
                  </a:lnTo>
                  <a:lnTo>
                    <a:pt x="2161938" y="126806"/>
                  </a:lnTo>
                  <a:lnTo>
                    <a:pt x="2200566" y="145584"/>
                  </a:lnTo>
                  <a:lnTo>
                    <a:pt x="2236289" y="165425"/>
                  </a:lnTo>
                  <a:lnTo>
                    <a:pt x="2268949" y="186283"/>
                  </a:lnTo>
                  <a:lnTo>
                    <a:pt x="2324443" y="230870"/>
                  </a:lnTo>
                  <a:lnTo>
                    <a:pt x="2346959" y="254507"/>
                  </a:lnTo>
                  <a:lnTo>
                    <a:pt x="2613659" y="254507"/>
                  </a:lnTo>
                  <a:lnTo>
                    <a:pt x="2133599" y="380999"/>
                  </a:lnTo>
                  <a:lnTo>
                    <a:pt x="1546859" y="254507"/>
                  </a:lnTo>
                  <a:lnTo>
                    <a:pt x="1813559" y="254507"/>
                  </a:lnTo>
                  <a:lnTo>
                    <a:pt x="1788458" y="228603"/>
                  </a:lnTo>
                  <a:lnTo>
                    <a:pt x="1758999" y="203693"/>
                  </a:lnTo>
                  <a:lnTo>
                    <a:pt x="1725370" y="179853"/>
                  </a:lnTo>
                  <a:lnTo>
                    <a:pt x="1687758" y="157157"/>
                  </a:lnTo>
                  <a:lnTo>
                    <a:pt x="1646350" y="135681"/>
                  </a:lnTo>
                  <a:lnTo>
                    <a:pt x="1601333" y="115500"/>
                  </a:lnTo>
                  <a:lnTo>
                    <a:pt x="1552895" y="96687"/>
                  </a:lnTo>
                  <a:lnTo>
                    <a:pt x="1501223" y="79319"/>
                  </a:lnTo>
                  <a:lnTo>
                    <a:pt x="1446505" y="63470"/>
                  </a:lnTo>
                  <a:lnTo>
                    <a:pt x="1388927" y="49215"/>
                  </a:lnTo>
                  <a:lnTo>
                    <a:pt x="1328678" y="36629"/>
                  </a:lnTo>
                  <a:lnTo>
                    <a:pt x="1265943" y="25787"/>
                  </a:lnTo>
                  <a:lnTo>
                    <a:pt x="1200911" y="16763"/>
                  </a:lnTo>
                  <a:lnTo>
                    <a:pt x="1132314" y="26144"/>
                  </a:lnTo>
                  <a:lnTo>
                    <a:pt x="1066489" y="37541"/>
                  </a:lnTo>
                  <a:lnTo>
                    <a:pt x="1003617" y="50854"/>
                  </a:lnTo>
                  <a:lnTo>
                    <a:pt x="943874" y="65979"/>
                  </a:lnTo>
                  <a:lnTo>
                    <a:pt x="887441" y="82815"/>
                  </a:lnTo>
                  <a:lnTo>
                    <a:pt x="834496" y="101259"/>
                  </a:lnTo>
                  <a:lnTo>
                    <a:pt x="785218" y="121209"/>
                  </a:lnTo>
                  <a:lnTo>
                    <a:pt x="739784" y="142562"/>
                  </a:lnTo>
                  <a:lnTo>
                    <a:pt x="698375" y="165216"/>
                  </a:lnTo>
                  <a:lnTo>
                    <a:pt x="661168" y="189069"/>
                  </a:lnTo>
                  <a:lnTo>
                    <a:pt x="628342" y="214018"/>
                  </a:lnTo>
                  <a:lnTo>
                    <a:pt x="600076" y="239960"/>
                  </a:lnTo>
                  <a:lnTo>
                    <a:pt x="557939" y="294418"/>
                  </a:lnTo>
                  <a:lnTo>
                    <a:pt x="536186" y="351623"/>
                  </a:lnTo>
                  <a:lnTo>
                    <a:pt x="533399" y="380999"/>
                  </a:lnTo>
                  <a:lnTo>
                    <a:pt x="0" y="380999"/>
                  </a:lnTo>
                  <a:close/>
                </a:path>
                <a:path w="2613659" h="381000">
                  <a:moveTo>
                    <a:pt x="934211" y="0"/>
                  </a:moveTo>
                  <a:lnTo>
                    <a:pt x="988137" y="719"/>
                  </a:lnTo>
                  <a:lnTo>
                    <a:pt x="1041916" y="2828"/>
                  </a:lnTo>
                  <a:lnTo>
                    <a:pt x="1095402" y="6254"/>
                  </a:lnTo>
                  <a:lnTo>
                    <a:pt x="1148449" y="10924"/>
                  </a:lnTo>
                  <a:lnTo>
                    <a:pt x="1200911" y="1676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71288" y="3595116"/>
              <a:ext cx="2613660" cy="381000"/>
            </a:xfrm>
            <a:custGeom>
              <a:avLst/>
              <a:gdLst/>
              <a:ahLst/>
              <a:cxnLst/>
              <a:rect l="l" t="t" r="r" b="b"/>
              <a:pathLst>
                <a:path w="2613659" h="381000">
                  <a:moveTo>
                    <a:pt x="2613660" y="254508"/>
                  </a:moveTo>
                  <a:lnTo>
                    <a:pt x="2346960" y="254508"/>
                  </a:lnTo>
                  <a:lnTo>
                    <a:pt x="2324443" y="230870"/>
                  </a:lnTo>
                  <a:lnTo>
                    <a:pt x="2298386" y="208113"/>
                  </a:lnTo>
                  <a:lnTo>
                    <a:pt x="2236289" y="165425"/>
                  </a:lnTo>
                  <a:lnTo>
                    <a:pt x="2200566" y="145584"/>
                  </a:lnTo>
                  <a:lnTo>
                    <a:pt x="2161939" y="126806"/>
                  </a:lnTo>
                  <a:lnTo>
                    <a:pt x="2120564" y="109136"/>
                  </a:lnTo>
                  <a:lnTo>
                    <a:pt x="2076603" y="92618"/>
                  </a:lnTo>
                  <a:lnTo>
                    <a:pt x="2030212" y="77299"/>
                  </a:lnTo>
                  <a:lnTo>
                    <a:pt x="1981551" y="63224"/>
                  </a:lnTo>
                  <a:lnTo>
                    <a:pt x="1930778" y="50438"/>
                  </a:lnTo>
                  <a:lnTo>
                    <a:pt x="1878052" y="38987"/>
                  </a:lnTo>
                  <a:lnTo>
                    <a:pt x="1823532" y="28915"/>
                  </a:lnTo>
                  <a:lnTo>
                    <a:pt x="1767376" y="20269"/>
                  </a:lnTo>
                  <a:lnTo>
                    <a:pt x="1709742" y="13093"/>
                  </a:lnTo>
                  <a:lnTo>
                    <a:pt x="1650791" y="7432"/>
                  </a:lnTo>
                  <a:lnTo>
                    <a:pt x="1590679" y="3333"/>
                  </a:lnTo>
                  <a:lnTo>
                    <a:pt x="1529567" y="840"/>
                  </a:lnTo>
                  <a:lnTo>
                    <a:pt x="1467612" y="0"/>
                  </a:lnTo>
                  <a:lnTo>
                    <a:pt x="934212" y="0"/>
                  </a:lnTo>
                  <a:lnTo>
                    <a:pt x="867594" y="957"/>
                  </a:lnTo>
                  <a:lnTo>
                    <a:pt x="802225" y="3785"/>
                  </a:lnTo>
                  <a:lnTo>
                    <a:pt x="739784" y="8310"/>
                  </a:lnTo>
                  <a:lnTo>
                    <a:pt x="675869" y="14798"/>
                  </a:lnTo>
                  <a:lnTo>
                    <a:pt x="615201" y="22853"/>
                  </a:lnTo>
                  <a:lnTo>
                    <a:pt x="556418" y="32520"/>
                  </a:lnTo>
                  <a:lnTo>
                    <a:pt x="499680" y="43736"/>
                  </a:lnTo>
                  <a:lnTo>
                    <a:pt x="445147" y="56435"/>
                  </a:lnTo>
                  <a:lnTo>
                    <a:pt x="392977" y="70553"/>
                  </a:lnTo>
                  <a:lnTo>
                    <a:pt x="343330" y="86026"/>
                  </a:lnTo>
                  <a:lnTo>
                    <a:pt x="296365" y="102788"/>
                  </a:lnTo>
                  <a:lnTo>
                    <a:pt x="252242" y="120775"/>
                  </a:lnTo>
                  <a:lnTo>
                    <a:pt x="211120" y="139923"/>
                  </a:lnTo>
                  <a:lnTo>
                    <a:pt x="173158" y="160166"/>
                  </a:lnTo>
                  <a:lnTo>
                    <a:pt x="138516" y="181440"/>
                  </a:lnTo>
                  <a:lnTo>
                    <a:pt x="107352" y="203681"/>
                  </a:lnTo>
                  <a:lnTo>
                    <a:pt x="56099" y="250804"/>
                  </a:lnTo>
                  <a:lnTo>
                    <a:pt x="20673" y="301017"/>
                  </a:lnTo>
                  <a:lnTo>
                    <a:pt x="2350" y="353803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6186" y="351623"/>
                  </a:lnTo>
                  <a:lnTo>
                    <a:pt x="544425" y="322728"/>
                  </a:lnTo>
                  <a:lnTo>
                    <a:pt x="576549" y="266795"/>
                  </a:lnTo>
                  <a:lnTo>
                    <a:pt x="628342" y="214018"/>
                  </a:lnTo>
                  <a:lnTo>
                    <a:pt x="661168" y="189069"/>
                  </a:lnTo>
                  <a:lnTo>
                    <a:pt x="698375" y="165216"/>
                  </a:lnTo>
                  <a:lnTo>
                    <a:pt x="739784" y="142562"/>
                  </a:lnTo>
                  <a:lnTo>
                    <a:pt x="785218" y="121209"/>
                  </a:lnTo>
                  <a:lnTo>
                    <a:pt x="834496" y="101259"/>
                  </a:lnTo>
                  <a:lnTo>
                    <a:pt x="887442" y="82815"/>
                  </a:lnTo>
                  <a:lnTo>
                    <a:pt x="943874" y="65979"/>
                  </a:lnTo>
                  <a:lnTo>
                    <a:pt x="1003617" y="50854"/>
                  </a:lnTo>
                  <a:lnTo>
                    <a:pt x="1066489" y="37541"/>
                  </a:lnTo>
                  <a:lnTo>
                    <a:pt x="1132314" y="26144"/>
                  </a:lnTo>
                  <a:lnTo>
                    <a:pt x="1200912" y="16764"/>
                  </a:lnTo>
                  <a:lnTo>
                    <a:pt x="1265943" y="25787"/>
                  </a:lnTo>
                  <a:lnTo>
                    <a:pt x="1328678" y="36629"/>
                  </a:lnTo>
                  <a:lnTo>
                    <a:pt x="1388928" y="49215"/>
                  </a:lnTo>
                  <a:lnTo>
                    <a:pt x="1446505" y="63470"/>
                  </a:lnTo>
                  <a:lnTo>
                    <a:pt x="1501223" y="79319"/>
                  </a:lnTo>
                  <a:lnTo>
                    <a:pt x="1552895" y="96687"/>
                  </a:lnTo>
                  <a:lnTo>
                    <a:pt x="1601333" y="115500"/>
                  </a:lnTo>
                  <a:lnTo>
                    <a:pt x="1646350" y="135681"/>
                  </a:lnTo>
                  <a:lnTo>
                    <a:pt x="1687758" y="157157"/>
                  </a:lnTo>
                  <a:lnTo>
                    <a:pt x="1725370" y="179853"/>
                  </a:lnTo>
                  <a:lnTo>
                    <a:pt x="1758999" y="203693"/>
                  </a:lnTo>
                  <a:lnTo>
                    <a:pt x="1788458" y="228603"/>
                  </a:lnTo>
                  <a:lnTo>
                    <a:pt x="1813560" y="254508"/>
                  </a:lnTo>
                  <a:lnTo>
                    <a:pt x="1813560" y="312004"/>
                  </a:lnTo>
                  <a:lnTo>
                    <a:pt x="2133600" y="381000"/>
                  </a:lnTo>
                  <a:lnTo>
                    <a:pt x="2613660" y="254508"/>
                  </a:lnTo>
                  <a:close/>
                </a:path>
                <a:path w="2613659" h="381000">
                  <a:moveTo>
                    <a:pt x="1813560" y="312004"/>
                  </a:moveTo>
                  <a:lnTo>
                    <a:pt x="1813560" y="254508"/>
                  </a:lnTo>
                  <a:lnTo>
                    <a:pt x="1546860" y="254508"/>
                  </a:lnTo>
                  <a:lnTo>
                    <a:pt x="1813560" y="312004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71288" y="3595116"/>
              <a:ext cx="1201420" cy="381000"/>
            </a:xfrm>
            <a:custGeom>
              <a:avLst/>
              <a:gdLst/>
              <a:ahLst/>
              <a:cxnLst/>
              <a:rect l="l" t="t" r="r" b="b"/>
              <a:pathLst>
                <a:path w="1201420" h="381000">
                  <a:moveTo>
                    <a:pt x="1200912" y="16764"/>
                  </a:moveTo>
                  <a:lnTo>
                    <a:pt x="1148449" y="10924"/>
                  </a:lnTo>
                  <a:lnTo>
                    <a:pt x="1095402" y="6254"/>
                  </a:lnTo>
                  <a:lnTo>
                    <a:pt x="1041916" y="2828"/>
                  </a:lnTo>
                  <a:lnTo>
                    <a:pt x="988137" y="719"/>
                  </a:lnTo>
                  <a:lnTo>
                    <a:pt x="934212" y="0"/>
                  </a:lnTo>
                  <a:lnTo>
                    <a:pt x="867594" y="957"/>
                  </a:lnTo>
                  <a:lnTo>
                    <a:pt x="802225" y="3785"/>
                  </a:lnTo>
                  <a:lnTo>
                    <a:pt x="739784" y="8310"/>
                  </a:lnTo>
                  <a:lnTo>
                    <a:pt x="675869" y="14798"/>
                  </a:lnTo>
                  <a:lnTo>
                    <a:pt x="615201" y="22853"/>
                  </a:lnTo>
                  <a:lnTo>
                    <a:pt x="556418" y="32520"/>
                  </a:lnTo>
                  <a:lnTo>
                    <a:pt x="499680" y="43736"/>
                  </a:lnTo>
                  <a:lnTo>
                    <a:pt x="445147" y="56435"/>
                  </a:lnTo>
                  <a:lnTo>
                    <a:pt x="392977" y="70553"/>
                  </a:lnTo>
                  <a:lnTo>
                    <a:pt x="343330" y="86026"/>
                  </a:lnTo>
                  <a:lnTo>
                    <a:pt x="296365" y="102788"/>
                  </a:lnTo>
                  <a:lnTo>
                    <a:pt x="252242" y="120775"/>
                  </a:lnTo>
                  <a:lnTo>
                    <a:pt x="211120" y="139923"/>
                  </a:lnTo>
                  <a:lnTo>
                    <a:pt x="173158" y="160166"/>
                  </a:lnTo>
                  <a:lnTo>
                    <a:pt x="138516" y="181440"/>
                  </a:lnTo>
                  <a:lnTo>
                    <a:pt x="107352" y="203681"/>
                  </a:lnTo>
                  <a:lnTo>
                    <a:pt x="56099" y="250804"/>
                  </a:lnTo>
                  <a:lnTo>
                    <a:pt x="20673" y="301017"/>
                  </a:lnTo>
                  <a:lnTo>
                    <a:pt x="2350" y="353803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6186" y="351623"/>
                  </a:lnTo>
                  <a:lnTo>
                    <a:pt x="544425" y="322728"/>
                  </a:lnTo>
                  <a:lnTo>
                    <a:pt x="576549" y="266795"/>
                  </a:lnTo>
                  <a:lnTo>
                    <a:pt x="628342" y="214018"/>
                  </a:lnTo>
                  <a:lnTo>
                    <a:pt x="661168" y="189069"/>
                  </a:lnTo>
                  <a:lnTo>
                    <a:pt x="698375" y="165216"/>
                  </a:lnTo>
                  <a:lnTo>
                    <a:pt x="739784" y="142562"/>
                  </a:lnTo>
                  <a:lnTo>
                    <a:pt x="785218" y="121209"/>
                  </a:lnTo>
                  <a:lnTo>
                    <a:pt x="834496" y="101259"/>
                  </a:lnTo>
                  <a:lnTo>
                    <a:pt x="887442" y="82815"/>
                  </a:lnTo>
                  <a:lnTo>
                    <a:pt x="943874" y="65979"/>
                  </a:lnTo>
                  <a:lnTo>
                    <a:pt x="1003617" y="50854"/>
                  </a:lnTo>
                  <a:lnTo>
                    <a:pt x="1066489" y="37541"/>
                  </a:lnTo>
                  <a:lnTo>
                    <a:pt x="1132314" y="26144"/>
                  </a:lnTo>
                  <a:lnTo>
                    <a:pt x="1200912" y="16764"/>
                  </a:lnTo>
                  <a:close/>
                </a:path>
              </a:pathLst>
            </a:custGeom>
            <a:solidFill>
              <a:srgbClr val="00B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971288" y="3595115"/>
              <a:ext cx="2613660" cy="381000"/>
            </a:xfrm>
            <a:custGeom>
              <a:avLst/>
              <a:gdLst/>
              <a:ahLst/>
              <a:cxnLst/>
              <a:rect l="l" t="t" r="r" b="b"/>
              <a:pathLst>
                <a:path w="2613659" h="381000">
                  <a:moveTo>
                    <a:pt x="0" y="380999"/>
                  </a:moveTo>
                  <a:lnTo>
                    <a:pt x="9294" y="327121"/>
                  </a:lnTo>
                  <a:lnTo>
                    <a:pt x="36328" y="275556"/>
                  </a:lnTo>
                  <a:lnTo>
                    <a:pt x="79827" y="226824"/>
                  </a:lnTo>
                  <a:lnTo>
                    <a:pt x="138516" y="181440"/>
                  </a:lnTo>
                  <a:lnTo>
                    <a:pt x="173158" y="160166"/>
                  </a:lnTo>
                  <a:lnTo>
                    <a:pt x="211120" y="139923"/>
                  </a:lnTo>
                  <a:lnTo>
                    <a:pt x="252242" y="120775"/>
                  </a:lnTo>
                  <a:lnTo>
                    <a:pt x="296365" y="102788"/>
                  </a:lnTo>
                  <a:lnTo>
                    <a:pt x="343330" y="86026"/>
                  </a:lnTo>
                  <a:lnTo>
                    <a:pt x="392977" y="70553"/>
                  </a:lnTo>
                  <a:lnTo>
                    <a:pt x="445147" y="56435"/>
                  </a:lnTo>
                  <a:lnTo>
                    <a:pt x="499680" y="43736"/>
                  </a:lnTo>
                  <a:lnTo>
                    <a:pt x="556418" y="32520"/>
                  </a:lnTo>
                  <a:lnTo>
                    <a:pt x="615200" y="22853"/>
                  </a:lnTo>
                  <a:lnTo>
                    <a:pt x="675869" y="14798"/>
                  </a:lnTo>
                  <a:lnTo>
                    <a:pt x="738263" y="8421"/>
                  </a:lnTo>
                  <a:lnTo>
                    <a:pt x="802225" y="3785"/>
                  </a:lnTo>
                  <a:lnTo>
                    <a:pt x="867594" y="957"/>
                  </a:lnTo>
                  <a:lnTo>
                    <a:pt x="934211" y="0"/>
                  </a:lnTo>
                  <a:lnTo>
                    <a:pt x="1467611" y="0"/>
                  </a:lnTo>
                  <a:lnTo>
                    <a:pt x="1529567" y="840"/>
                  </a:lnTo>
                  <a:lnTo>
                    <a:pt x="1590679" y="3333"/>
                  </a:lnTo>
                  <a:lnTo>
                    <a:pt x="1650791" y="7432"/>
                  </a:lnTo>
                  <a:lnTo>
                    <a:pt x="1709742" y="13093"/>
                  </a:lnTo>
                  <a:lnTo>
                    <a:pt x="1767376" y="20269"/>
                  </a:lnTo>
                  <a:lnTo>
                    <a:pt x="1823532" y="28915"/>
                  </a:lnTo>
                  <a:lnTo>
                    <a:pt x="1878052" y="38987"/>
                  </a:lnTo>
                  <a:lnTo>
                    <a:pt x="1930778" y="50438"/>
                  </a:lnTo>
                  <a:lnTo>
                    <a:pt x="1981551" y="63224"/>
                  </a:lnTo>
                  <a:lnTo>
                    <a:pt x="2030212" y="77299"/>
                  </a:lnTo>
                  <a:lnTo>
                    <a:pt x="2076602" y="92618"/>
                  </a:lnTo>
                  <a:lnTo>
                    <a:pt x="2120564" y="109136"/>
                  </a:lnTo>
                  <a:lnTo>
                    <a:pt x="2161938" y="126806"/>
                  </a:lnTo>
                  <a:lnTo>
                    <a:pt x="2200566" y="145584"/>
                  </a:lnTo>
                  <a:lnTo>
                    <a:pt x="2236289" y="165425"/>
                  </a:lnTo>
                  <a:lnTo>
                    <a:pt x="2268949" y="186283"/>
                  </a:lnTo>
                  <a:lnTo>
                    <a:pt x="2324443" y="230870"/>
                  </a:lnTo>
                  <a:lnTo>
                    <a:pt x="2346959" y="254507"/>
                  </a:lnTo>
                  <a:lnTo>
                    <a:pt x="2613659" y="254507"/>
                  </a:lnTo>
                  <a:lnTo>
                    <a:pt x="2133599" y="380999"/>
                  </a:lnTo>
                  <a:lnTo>
                    <a:pt x="1546859" y="254507"/>
                  </a:lnTo>
                  <a:lnTo>
                    <a:pt x="1813559" y="254507"/>
                  </a:lnTo>
                  <a:lnTo>
                    <a:pt x="1788458" y="228603"/>
                  </a:lnTo>
                  <a:lnTo>
                    <a:pt x="1758999" y="203693"/>
                  </a:lnTo>
                  <a:lnTo>
                    <a:pt x="1725370" y="179853"/>
                  </a:lnTo>
                  <a:lnTo>
                    <a:pt x="1687758" y="157157"/>
                  </a:lnTo>
                  <a:lnTo>
                    <a:pt x="1646350" y="135681"/>
                  </a:lnTo>
                  <a:lnTo>
                    <a:pt x="1601333" y="115500"/>
                  </a:lnTo>
                  <a:lnTo>
                    <a:pt x="1552895" y="96687"/>
                  </a:lnTo>
                  <a:lnTo>
                    <a:pt x="1501223" y="79319"/>
                  </a:lnTo>
                  <a:lnTo>
                    <a:pt x="1446505" y="63470"/>
                  </a:lnTo>
                  <a:lnTo>
                    <a:pt x="1388927" y="49215"/>
                  </a:lnTo>
                  <a:lnTo>
                    <a:pt x="1328678" y="36629"/>
                  </a:lnTo>
                  <a:lnTo>
                    <a:pt x="1265943" y="25787"/>
                  </a:lnTo>
                  <a:lnTo>
                    <a:pt x="1200911" y="16763"/>
                  </a:lnTo>
                  <a:lnTo>
                    <a:pt x="1132314" y="26144"/>
                  </a:lnTo>
                  <a:lnTo>
                    <a:pt x="1066489" y="37541"/>
                  </a:lnTo>
                  <a:lnTo>
                    <a:pt x="1003617" y="50854"/>
                  </a:lnTo>
                  <a:lnTo>
                    <a:pt x="943874" y="65979"/>
                  </a:lnTo>
                  <a:lnTo>
                    <a:pt x="887441" y="82815"/>
                  </a:lnTo>
                  <a:lnTo>
                    <a:pt x="834496" y="101259"/>
                  </a:lnTo>
                  <a:lnTo>
                    <a:pt x="785218" y="121209"/>
                  </a:lnTo>
                  <a:lnTo>
                    <a:pt x="739784" y="142562"/>
                  </a:lnTo>
                  <a:lnTo>
                    <a:pt x="698375" y="165216"/>
                  </a:lnTo>
                  <a:lnTo>
                    <a:pt x="661168" y="189069"/>
                  </a:lnTo>
                  <a:lnTo>
                    <a:pt x="628342" y="214018"/>
                  </a:lnTo>
                  <a:lnTo>
                    <a:pt x="600076" y="239960"/>
                  </a:lnTo>
                  <a:lnTo>
                    <a:pt x="557939" y="294418"/>
                  </a:lnTo>
                  <a:lnTo>
                    <a:pt x="536186" y="351623"/>
                  </a:lnTo>
                  <a:lnTo>
                    <a:pt x="533399" y="380999"/>
                  </a:lnTo>
                  <a:lnTo>
                    <a:pt x="0" y="380999"/>
                  </a:lnTo>
                  <a:close/>
                </a:path>
                <a:path w="2613659" h="381000">
                  <a:moveTo>
                    <a:pt x="934211" y="0"/>
                  </a:moveTo>
                  <a:lnTo>
                    <a:pt x="988137" y="719"/>
                  </a:lnTo>
                  <a:lnTo>
                    <a:pt x="1041916" y="2828"/>
                  </a:lnTo>
                  <a:lnTo>
                    <a:pt x="1095402" y="6254"/>
                  </a:lnTo>
                  <a:lnTo>
                    <a:pt x="1148449" y="10924"/>
                  </a:lnTo>
                  <a:lnTo>
                    <a:pt x="1200911" y="1676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562088" y="3442716"/>
              <a:ext cx="762000" cy="1270000"/>
            </a:xfrm>
            <a:custGeom>
              <a:avLst/>
              <a:gdLst/>
              <a:ahLst/>
              <a:cxnLst/>
              <a:rect l="l" t="t" r="r" b="b"/>
              <a:pathLst>
                <a:path w="762000" h="1270000">
                  <a:moveTo>
                    <a:pt x="762000" y="713232"/>
                  </a:moveTo>
                  <a:lnTo>
                    <a:pt x="762000" y="454152"/>
                  </a:lnTo>
                  <a:lnTo>
                    <a:pt x="759715" y="418775"/>
                  </a:lnTo>
                  <a:lnTo>
                    <a:pt x="741943" y="350297"/>
                  </a:lnTo>
                  <a:lnTo>
                    <a:pt x="707678" y="285541"/>
                  </a:lnTo>
                  <a:lnTo>
                    <a:pt x="684778" y="254814"/>
                  </a:lnTo>
                  <a:lnTo>
                    <a:pt x="658255" y="225326"/>
                  </a:lnTo>
                  <a:lnTo>
                    <a:pt x="628276" y="197178"/>
                  </a:lnTo>
                  <a:lnTo>
                    <a:pt x="595008" y="170474"/>
                  </a:lnTo>
                  <a:lnTo>
                    <a:pt x="558619" y="145316"/>
                  </a:lnTo>
                  <a:lnTo>
                    <a:pt x="519274" y="121808"/>
                  </a:lnTo>
                  <a:lnTo>
                    <a:pt x="477140" y="100050"/>
                  </a:lnTo>
                  <a:lnTo>
                    <a:pt x="432386" y="80147"/>
                  </a:lnTo>
                  <a:lnTo>
                    <a:pt x="385376" y="62277"/>
                  </a:lnTo>
                  <a:lnTo>
                    <a:pt x="335679" y="46315"/>
                  </a:lnTo>
                  <a:lnTo>
                    <a:pt x="284062" y="32591"/>
                  </a:lnTo>
                  <a:lnTo>
                    <a:pt x="230490" y="21132"/>
                  </a:lnTo>
                  <a:lnTo>
                    <a:pt x="175131" y="12040"/>
                  </a:lnTo>
                  <a:lnTo>
                    <a:pt x="118151" y="5419"/>
                  </a:lnTo>
                  <a:lnTo>
                    <a:pt x="59719" y="1372"/>
                  </a:lnTo>
                  <a:lnTo>
                    <a:pt x="0" y="0"/>
                  </a:lnTo>
                  <a:lnTo>
                    <a:pt x="0" y="259080"/>
                  </a:lnTo>
                  <a:lnTo>
                    <a:pt x="59230" y="260441"/>
                  </a:lnTo>
                  <a:lnTo>
                    <a:pt x="117384" y="264466"/>
                  </a:lnTo>
                  <a:lnTo>
                    <a:pt x="174273" y="271065"/>
                  </a:lnTo>
                  <a:lnTo>
                    <a:pt x="229707" y="280148"/>
                  </a:lnTo>
                  <a:lnTo>
                    <a:pt x="283495" y="291627"/>
                  </a:lnTo>
                  <a:lnTo>
                    <a:pt x="335448" y="305412"/>
                  </a:lnTo>
                  <a:lnTo>
                    <a:pt x="385176" y="321349"/>
                  </a:lnTo>
                  <a:lnTo>
                    <a:pt x="433090" y="339542"/>
                  </a:lnTo>
                  <a:lnTo>
                    <a:pt x="478398" y="359709"/>
                  </a:lnTo>
                  <a:lnTo>
                    <a:pt x="521113" y="381825"/>
                  </a:lnTo>
                  <a:lnTo>
                    <a:pt x="561042" y="405799"/>
                  </a:lnTo>
                  <a:lnTo>
                    <a:pt x="597998" y="431544"/>
                  </a:lnTo>
                  <a:lnTo>
                    <a:pt x="631790" y="458970"/>
                  </a:lnTo>
                  <a:lnTo>
                    <a:pt x="662228" y="487987"/>
                  </a:lnTo>
                  <a:lnTo>
                    <a:pt x="689122" y="518505"/>
                  </a:lnTo>
                  <a:lnTo>
                    <a:pt x="712282" y="550437"/>
                  </a:lnTo>
                  <a:lnTo>
                    <a:pt x="731520" y="583692"/>
                  </a:lnTo>
                  <a:lnTo>
                    <a:pt x="731520" y="839066"/>
                  </a:lnTo>
                  <a:lnTo>
                    <a:pt x="738481" y="825203"/>
                  </a:lnTo>
                  <a:lnTo>
                    <a:pt x="751428" y="788701"/>
                  </a:lnTo>
                  <a:lnTo>
                    <a:pt x="759327" y="751327"/>
                  </a:lnTo>
                  <a:lnTo>
                    <a:pt x="762000" y="713232"/>
                  </a:lnTo>
                  <a:close/>
                </a:path>
                <a:path w="762000" h="1270000">
                  <a:moveTo>
                    <a:pt x="254508" y="1269492"/>
                  </a:moveTo>
                  <a:lnTo>
                    <a:pt x="254508" y="751332"/>
                  </a:lnTo>
                  <a:lnTo>
                    <a:pt x="0" y="1036320"/>
                  </a:lnTo>
                  <a:lnTo>
                    <a:pt x="254508" y="1269492"/>
                  </a:lnTo>
                  <a:close/>
                </a:path>
                <a:path w="762000" h="1270000">
                  <a:moveTo>
                    <a:pt x="731520" y="839066"/>
                  </a:moveTo>
                  <a:lnTo>
                    <a:pt x="731520" y="583692"/>
                  </a:lnTo>
                  <a:lnTo>
                    <a:pt x="711802" y="617770"/>
                  </a:lnTo>
                  <a:lnTo>
                    <a:pt x="687824" y="650578"/>
                  </a:lnTo>
                  <a:lnTo>
                    <a:pt x="659772" y="681990"/>
                  </a:lnTo>
                  <a:lnTo>
                    <a:pt x="627831" y="711877"/>
                  </a:lnTo>
                  <a:lnTo>
                    <a:pt x="592186" y="740113"/>
                  </a:lnTo>
                  <a:lnTo>
                    <a:pt x="553021" y="766572"/>
                  </a:lnTo>
                  <a:lnTo>
                    <a:pt x="510523" y="791125"/>
                  </a:lnTo>
                  <a:lnTo>
                    <a:pt x="464876" y="813646"/>
                  </a:lnTo>
                  <a:lnTo>
                    <a:pt x="416266" y="834009"/>
                  </a:lnTo>
                  <a:lnTo>
                    <a:pt x="364878" y="852085"/>
                  </a:lnTo>
                  <a:lnTo>
                    <a:pt x="310896" y="867748"/>
                  </a:lnTo>
                  <a:lnTo>
                    <a:pt x="254508" y="880872"/>
                  </a:lnTo>
                  <a:lnTo>
                    <a:pt x="254508" y="1139952"/>
                  </a:lnTo>
                  <a:lnTo>
                    <a:pt x="314076" y="1125753"/>
                  </a:lnTo>
                  <a:lnTo>
                    <a:pt x="370743" y="1108861"/>
                  </a:lnTo>
                  <a:lnTo>
                    <a:pt x="424330" y="1089428"/>
                  </a:lnTo>
                  <a:lnTo>
                    <a:pt x="474657" y="1067605"/>
                  </a:lnTo>
                  <a:lnTo>
                    <a:pt x="521546" y="1043544"/>
                  </a:lnTo>
                  <a:lnTo>
                    <a:pt x="564818" y="1017398"/>
                  </a:lnTo>
                  <a:lnTo>
                    <a:pt x="604295" y="989316"/>
                  </a:lnTo>
                  <a:lnTo>
                    <a:pt x="639796" y="959452"/>
                  </a:lnTo>
                  <a:lnTo>
                    <a:pt x="671145" y="927957"/>
                  </a:lnTo>
                  <a:lnTo>
                    <a:pt x="698161" y="894983"/>
                  </a:lnTo>
                  <a:lnTo>
                    <a:pt x="720666" y="860681"/>
                  </a:lnTo>
                  <a:lnTo>
                    <a:pt x="731520" y="839066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562088" y="3442715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39">
                  <a:moveTo>
                    <a:pt x="761999" y="713231"/>
                  </a:moveTo>
                  <a:lnTo>
                    <a:pt x="761999" y="454151"/>
                  </a:lnTo>
                  <a:lnTo>
                    <a:pt x="759715" y="418774"/>
                  </a:lnTo>
                  <a:lnTo>
                    <a:pt x="741943" y="350297"/>
                  </a:lnTo>
                  <a:lnTo>
                    <a:pt x="707678" y="285541"/>
                  </a:lnTo>
                  <a:lnTo>
                    <a:pt x="684778" y="254814"/>
                  </a:lnTo>
                  <a:lnTo>
                    <a:pt x="658255" y="225326"/>
                  </a:lnTo>
                  <a:lnTo>
                    <a:pt x="628276" y="197178"/>
                  </a:lnTo>
                  <a:lnTo>
                    <a:pt x="595008" y="170474"/>
                  </a:lnTo>
                  <a:lnTo>
                    <a:pt x="558618" y="145316"/>
                  </a:lnTo>
                  <a:lnTo>
                    <a:pt x="519274" y="121808"/>
                  </a:lnTo>
                  <a:lnTo>
                    <a:pt x="477140" y="100050"/>
                  </a:lnTo>
                  <a:lnTo>
                    <a:pt x="432386" y="80147"/>
                  </a:lnTo>
                  <a:lnTo>
                    <a:pt x="385176" y="62201"/>
                  </a:lnTo>
                  <a:lnTo>
                    <a:pt x="335679" y="46315"/>
                  </a:lnTo>
                  <a:lnTo>
                    <a:pt x="284062" y="32591"/>
                  </a:lnTo>
                  <a:lnTo>
                    <a:pt x="230490" y="21132"/>
                  </a:lnTo>
                  <a:lnTo>
                    <a:pt x="175131" y="12040"/>
                  </a:lnTo>
                  <a:lnTo>
                    <a:pt x="118151" y="5419"/>
                  </a:lnTo>
                  <a:lnTo>
                    <a:pt x="59719" y="1372"/>
                  </a:lnTo>
                  <a:lnTo>
                    <a:pt x="0" y="0"/>
                  </a:lnTo>
                  <a:lnTo>
                    <a:pt x="0" y="259079"/>
                  </a:lnTo>
                  <a:lnTo>
                    <a:pt x="59719" y="260452"/>
                  </a:lnTo>
                  <a:lnTo>
                    <a:pt x="118151" y="264499"/>
                  </a:lnTo>
                  <a:lnTo>
                    <a:pt x="175131" y="271120"/>
                  </a:lnTo>
                  <a:lnTo>
                    <a:pt x="230490" y="280212"/>
                  </a:lnTo>
                  <a:lnTo>
                    <a:pt x="284062" y="291671"/>
                  </a:lnTo>
                  <a:lnTo>
                    <a:pt x="335679" y="305395"/>
                  </a:lnTo>
                  <a:lnTo>
                    <a:pt x="385176" y="321281"/>
                  </a:lnTo>
                  <a:lnTo>
                    <a:pt x="432386" y="339227"/>
                  </a:lnTo>
                  <a:lnTo>
                    <a:pt x="477140" y="359130"/>
                  </a:lnTo>
                  <a:lnTo>
                    <a:pt x="519274" y="380888"/>
                  </a:lnTo>
                  <a:lnTo>
                    <a:pt x="558618" y="404396"/>
                  </a:lnTo>
                  <a:lnTo>
                    <a:pt x="595008" y="429554"/>
                  </a:lnTo>
                  <a:lnTo>
                    <a:pt x="628276" y="456258"/>
                  </a:lnTo>
                  <a:lnTo>
                    <a:pt x="658255" y="484406"/>
                  </a:lnTo>
                  <a:lnTo>
                    <a:pt x="684778" y="513894"/>
                  </a:lnTo>
                  <a:lnTo>
                    <a:pt x="707678" y="544621"/>
                  </a:lnTo>
                  <a:lnTo>
                    <a:pt x="741943" y="609377"/>
                  </a:lnTo>
                  <a:lnTo>
                    <a:pt x="759715" y="677854"/>
                  </a:lnTo>
                  <a:lnTo>
                    <a:pt x="761999" y="713231"/>
                  </a:lnTo>
                  <a:close/>
                </a:path>
              </a:pathLst>
            </a:custGeom>
            <a:solidFill>
              <a:srgbClr val="00B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562088" y="3442715"/>
              <a:ext cx="762000" cy="1270000"/>
            </a:xfrm>
            <a:custGeom>
              <a:avLst/>
              <a:gdLst/>
              <a:ahLst/>
              <a:cxnLst/>
              <a:rect l="l" t="t" r="r" b="b"/>
              <a:pathLst>
                <a:path w="762000" h="1270000">
                  <a:moveTo>
                    <a:pt x="0" y="0"/>
                  </a:moveTo>
                  <a:lnTo>
                    <a:pt x="59719" y="1372"/>
                  </a:lnTo>
                  <a:lnTo>
                    <a:pt x="118151" y="5419"/>
                  </a:lnTo>
                  <a:lnTo>
                    <a:pt x="175131" y="12040"/>
                  </a:lnTo>
                  <a:lnTo>
                    <a:pt x="230490" y="21132"/>
                  </a:lnTo>
                  <a:lnTo>
                    <a:pt x="284062" y="32591"/>
                  </a:lnTo>
                  <a:lnTo>
                    <a:pt x="335679" y="46315"/>
                  </a:lnTo>
                  <a:lnTo>
                    <a:pt x="385176" y="62201"/>
                  </a:lnTo>
                  <a:lnTo>
                    <a:pt x="432386" y="80147"/>
                  </a:lnTo>
                  <a:lnTo>
                    <a:pt x="477140" y="100050"/>
                  </a:lnTo>
                  <a:lnTo>
                    <a:pt x="519274" y="121808"/>
                  </a:lnTo>
                  <a:lnTo>
                    <a:pt x="558618" y="145316"/>
                  </a:lnTo>
                  <a:lnTo>
                    <a:pt x="595008" y="170474"/>
                  </a:lnTo>
                  <a:lnTo>
                    <a:pt x="628276" y="197178"/>
                  </a:lnTo>
                  <a:lnTo>
                    <a:pt x="658255" y="225326"/>
                  </a:lnTo>
                  <a:lnTo>
                    <a:pt x="684778" y="254814"/>
                  </a:lnTo>
                  <a:lnTo>
                    <a:pt x="707678" y="285541"/>
                  </a:lnTo>
                  <a:lnTo>
                    <a:pt x="741943" y="350297"/>
                  </a:lnTo>
                  <a:lnTo>
                    <a:pt x="759715" y="418774"/>
                  </a:lnTo>
                  <a:lnTo>
                    <a:pt x="761999" y="454151"/>
                  </a:lnTo>
                  <a:lnTo>
                    <a:pt x="761999" y="713231"/>
                  </a:lnTo>
                  <a:lnTo>
                    <a:pt x="759327" y="751327"/>
                  </a:lnTo>
                  <a:lnTo>
                    <a:pt x="751428" y="788701"/>
                  </a:lnTo>
                  <a:lnTo>
                    <a:pt x="738481" y="825203"/>
                  </a:lnTo>
                  <a:lnTo>
                    <a:pt x="720666" y="860681"/>
                  </a:lnTo>
                  <a:lnTo>
                    <a:pt x="698161" y="894983"/>
                  </a:lnTo>
                  <a:lnTo>
                    <a:pt x="671145" y="927957"/>
                  </a:lnTo>
                  <a:lnTo>
                    <a:pt x="639796" y="959452"/>
                  </a:lnTo>
                  <a:lnTo>
                    <a:pt x="604295" y="989316"/>
                  </a:lnTo>
                  <a:lnTo>
                    <a:pt x="564818" y="1017397"/>
                  </a:lnTo>
                  <a:lnTo>
                    <a:pt x="521546" y="1043544"/>
                  </a:lnTo>
                  <a:lnTo>
                    <a:pt x="474657" y="1067605"/>
                  </a:lnTo>
                  <a:lnTo>
                    <a:pt x="424330" y="1089428"/>
                  </a:lnTo>
                  <a:lnTo>
                    <a:pt x="370743" y="1108861"/>
                  </a:lnTo>
                  <a:lnTo>
                    <a:pt x="314076" y="1125753"/>
                  </a:lnTo>
                  <a:lnTo>
                    <a:pt x="254507" y="1139951"/>
                  </a:lnTo>
                  <a:lnTo>
                    <a:pt x="254507" y="1269491"/>
                  </a:lnTo>
                  <a:lnTo>
                    <a:pt x="0" y="1036319"/>
                  </a:lnTo>
                  <a:lnTo>
                    <a:pt x="254507" y="751331"/>
                  </a:lnTo>
                  <a:lnTo>
                    <a:pt x="254507" y="880871"/>
                  </a:lnTo>
                  <a:lnTo>
                    <a:pt x="310896" y="867748"/>
                  </a:lnTo>
                  <a:lnTo>
                    <a:pt x="364878" y="852085"/>
                  </a:lnTo>
                  <a:lnTo>
                    <a:pt x="416266" y="834008"/>
                  </a:lnTo>
                  <a:lnTo>
                    <a:pt x="464876" y="813646"/>
                  </a:lnTo>
                  <a:lnTo>
                    <a:pt x="510523" y="791125"/>
                  </a:lnTo>
                  <a:lnTo>
                    <a:pt x="553021" y="766571"/>
                  </a:lnTo>
                  <a:lnTo>
                    <a:pt x="592185" y="740113"/>
                  </a:lnTo>
                  <a:lnTo>
                    <a:pt x="627831" y="711877"/>
                  </a:lnTo>
                  <a:lnTo>
                    <a:pt x="659772" y="681989"/>
                  </a:lnTo>
                  <a:lnTo>
                    <a:pt x="687824" y="650578"/>
                  </a:lnTo>
                  <a:lnTo>
                    <a:pt x="711802" y="617770"/>
                  </a:lnTo>
                  <a:lnTo>
                    <a:pt x="731519" y="583691"/>
                  </a:lnTo>
                  <a:lnTo>
                    <a:pt x="712282" y="550437"/>
                  </a:lnTo>
                  <a:lnTo>
                    <a:pt x="689122" y="518505"/>
                  </a:lnTo>
                  <a:lnTo>
                    <a:pt x="662228" y="487987"/>
                  </a:lnTo>
                  <a:lnTo>
                    <a:pt x="631790" y="458970"/>
                  </a:lnTo>
                  <a:lnTo>
                    <a:pt x="597998" y="431544"/>
                  </a:lnTo>
                  <a:lnTo>
                    <a:pt x="561042" y="405799"/>
                  </a:lnTo>
                  <a:lnTo>
                    <a:pt x="521113" y="381825"/>
                  </a:lnTo>
                  <a:lnTo>
                    <a:pt x="478398" y="359709"/>
                  </a:lnTo>
                  <a:lnTo>
                    <a:pt x="433090" y="339542"/>
                  </a:lnTo>
                  <a:lnTo>
                    <a:pt x="385376" y="321413"/>
                  </a:lnTo>
                  <a:lnTo>
                    <a:pt x="335448" y="305412"/>
                  </a:lnTo>
                  <a:lnTo>
                    <a:pt x="283495" y="291627"/>
                  </a:lnTo>
                  <a:lnTo>
                    <a:pt x="229707" y="280148"/>
                  </a:lnTo>
                  <a:lnTo>
                    <a:pt x="174273" y="271065"/>
                  </a:lnTo>
                  <a:lnTo>
                    <a:pt x="117384" y="264466"/>
                  </a:lnTo>
                  <a:lnTo>
                    <a:pt x="59230" y="260441"/>
                  </a:lnTo>
                  <a:lnTo>
                    <a:pt x="0" y="259079"/>
                  </a:lnTo>
                  <a:lnTo>
                    <a:pt x="0" y="0"/>
                  </a:lnTo>
                  <a:close/>
                </a:path>
                <a:path w="762000" h="1270000">
                  <a:moveTo>
                    <a:pt x="761999" y="713231"/>
                  </a:moveTo>
                  <a:lnTo>
                    <a:pt x="760023" y="680132"/>
                  </a:lnTo>
                  <a:lnTo>
                    <a:pt x="754189" y="647318"/>
                  </a:lnTo>
                  <a:lnTo>
                    <a:pt x="744640" y="615076"/>
                  </a:lnTo>
                  <a:lnTo>
                    <a:pt x="731519" y="58369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361688" y="3442716"/>
              <a:ext cx="381000" cy="1419225"/>
            </a:xfrm>
            <a:custGeom>
              <a:avLst/>
              <a:gdLst/>
              <a:ahLst/>
              <a:cxnLst/>
              <a:rect l="l" t="t" r="r" b="b"/>
              <a:pathLst>
                <a:path w="381000" h="1419225">
                  <a:moveTo>
                    <a:pt x="381000" y="289560"/>
                  </a:moveTo>
                  <a:lnTo>
                    <a:pt x="381000" y="0"/>
                  </a:lnTo>
                  <a:lnTo>
                    <a:pt x="339504" y="2976"/>
                  </a:lnTo>
                  <a:lnTo>
                    <a:pt x="299299" y="11698"/>
                  </a:lnTo>
                  <a:lnTo>
                    <a:pt x="260616" y="25859"/>
                  </a:lnTo>
                  <a:lnTo>
                    <a:pt x="223688" y="45148"/>
                  </a:lnTo>
                  <a:lnTo>
                    <a:pt x="188750" y="69257"/>
                  </a:lnTo>
                  <a:lnTo>
                    <a:pt x="156033" y="97877"/>
                  </a:lnTo>
                  <a:lnTo>
                    <a:pt x="125770" y="130699"/>
                  </a:lnTo>
                  <a:lnTo>
                    <a:pt x="98196" y="167415"/>
                  </a:lnTo>
                  <a:lnTo>
                    <a:pt x="73542" y="207715"/>
                  </a:lnTo>
                  <a:lnTo>
                    <a:pt x="52041" y="251290"/>
                  </a:lnTo>
                  <a:lnTo>
                    <a:pt x="33928" y="297832"/>
                  </a:lnTo>
                  <a:lnTo>
                    <a:pt x="19434" y="347033"/>
                  </a:lnTo>
                  <a:lnTo>
                    <a:pt x="8792" y="398582"/>
                  </a:lnTo>
                  <a:lnTo>
                    <a:pt x="2237" y="452171"/>
                  </a:lnTo>
                  <a:lnTo>
                    <a:pt x="0" y="507492"/>
                  </a:lnTo>
                  <a:lnTo>
                    <a:pt x="0" y="797052"/>
                  </a:lnTo>
                  <a:lnTo>
                    <a:pt x="2097" y="850210"/>
                  </a:lnTo>
                  <a:lnTo>
                    <a:pt x="8269" y="902024"/>
                  </a:lnTo>
                  <a:lnTo>
                    <a:pt x="16764" y="944338"/>
                  </a:lnTo>
                  <a:lnTo>
                    <a:pt x="16764" y="652272"/>
                  </a:lnTo>
                  <a:lnTo>
                    <a:pt x="30653" y="599994"/>
                  </a:lnTo>
                  <a:lnTo>
                    <a:pt x="48506" y="550791"/>
                  </a:lnTo>
                  <a:lnTo>
                    <a:pt x="70032" y="504944"/>
                  </a:lnTo>
                  <a:lnTo>
                    <a:pt x="94939" y="462731"/>
                  </a:lnTo>
                  <a:lnTo>
                    <a:pt x="122936" y="424434"/>
                  </a:lnTo>
                  <a:lnTo>
                    <a:pt x="153733" y="390334"/>
                  </a:lnTo>
                  <a:lnTo>
                    <a:pt x="187038" y="360710"/>
                  </a:lnTo>
                  <a:lnTo>
                    <a:pt x="222560" y="335844"/>
                  </a:lnTo>
                  <a:lnTo>
                    <a:pt x="260008" y="316015"/>
                  </a:lnTo>
                  <a:lnTo>
                    <a:pt x="299092" y="301505"/>
                  </a:lnTo>
                  <a:lnTo>
                    <a:pt x="339504" y="292596"/>
                  </a:lnTo>
                  <a:lnTo>
                    <a:pt x="381000" y="289560"/>
                  </a:lnTo>
                  <a:close/>
                </a:path>
                <a:path w="381000" h="1419225">
                  <a:moveTo>
                    <a:pt x="254508" y="1274064"/>
                  </a:moveTo>
                  <a:lnTo>
                    <a:pt x="254508" y="984504"/>
                  </a:lnTo>
                  <a:lnTo>
                    <a:pt x="217405" y="964179"/>
                  </a:lnTo>
                  <a:lnTo>
                    <a:pt x="182447" y="938976"/>
                  </a:lnTo>
                  <a:lnTo>
                    <a:pt x="149860" y="909207"/>
                  </a:lnTo>
                  <a:lnTo>
                    <a:pt x="119869" y="875185"/>
                  </a:lnTo>
                  <a:lnTo>
                    <a:pt x="92700" y="837225"/>
                  </a:lnTo>
                  <a:lnTo>
                    <a:pt x="68580" y="795640"/>
                  </a:lnTo>
                  <a:lnTo>
                    <a:pt x="47733" y="750744"/>
                  </a:lnTo>
                  <a:lnTo>
                    <a:pt x="30385" y="702850"/>
                  </a:lnTo>
                  <a:lnTo>
                    <a:pt x="16764" y="652272"/>
                  </a:lnTo>
                  <a:lnTo>
                    <a:pt x="16764" y="944338"/>
                  </a:lnTo>
                  <a:lnTo>
                    <a:pt x="32116" y="1000308"/>
                  </a:lnTo>
                  <a:lnTo>
                    <a:pt x="49432" y="1046121"/>
                  </a:lnTo>
                  <a:lnTo>
                    <a:pt x="70032" y="1089129"/>
                  </a:lnTo>
                  <a:lnTo>
                    <a:pt x="93950" y="1129451"/>
                  </a:lnTo>
                  <a:lnTo>
                    <a:pt x="120791" y="1166311"/>
                  </a:lnTo>
                  <a:lnTo>
                    <a:pt x="150447" y="1199530"/>
                  </a:lnTo>
                  <a:lnTo>
                    <a:pt x="182738" y="1228781"/>
                  </a:lnTo>
                  <a:lnTo>
                    <a:pt x="217405" y="1253677"/>
                  </a:lnTo>
                  <a:lnTo>
                    <a:pt x="254508" y="1274064"/>
                  </a:lnTo>
                  <a:close/>
                </a:path>
                <a:path w="381000" h="1419225">
                  <a:moveTo>
                    <a:pt x="381000" y="1158240"/>
                  </a:moveTo>
                  <a:lnTo>
                    <a:pt x="254508" y="839724"/>
                  </a:lnTo>
                  <a:lnTo>
                    <a:pt x="254508" y="1418844"/>
                  </a:lnTo>
                  <a:lnTo>
                    <a:pt x="381000" y="1158240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361688" y="3442716"/>
              <a:ext cx="381000" cy="652780"/>
            </a:xfrm>
            <a:custGeom>
              <a:avLst/>
              <a:gdLst/>
              <a:ahLst/>
              <a:cxnLst/>
              <a:rect l="l" t="t" r="r" b="b"/>
              <a:pathLst>
                <a:path w="381000" h="652779">
                  <a:moveTo>
                    <a:pt x="381000" y="289560"/>
                  </a:moveTo>
                  <a:lnTo>
                    <a:pt x="381000" y="0"/>
                  </a:lnTo>
                  <a:lnTo>
                    <a:pt x="339504" y="2976"/>
                  </a:lnTo>
                  <a:lnTo>
                    <a:pt x="299299" y="11698"/>
                  </a:lnTo>
                  <a:lnTo>
                    <a:pt x="260616" y="25859"/>
                  </a:lnTo>
                  <a:lnTo>
                    <a:pt x="223688" y="45148"/>
                  </a:lnTo>
                  <a:lnTo>
                    <a:pt x="188750" y="69257"/>
                  </a:lnTo>
                  <a:lnTo>
                    <a:pt x="156033" y="97877"/>
                  </a:lnTo>
                  <a:lnTo>
                    <a:pt x="125770" y="130699"/>
                  </a:lnTo>
                  <a:lnTo>
                    <a:pt x="98196" y="167415"/>
                  </a:lnTo>
                  <a:lnTo>
                    <a:pt x="73542" y="207715"/>
                  </a:lnTo>
                  <a:lnTo>
                    <a:pt x="52041" y="251290"/>
                  </a:lnTo>
                  <a:lnTo>
                    <a:pt x="33928" y="297832"/>
                  </a:lnTo>
                  <a:lnTo>
                    <a:pt x="19434" y="347033"/>
                  </a:lnTo>
                  <a:lnTo>
                    <a:pt x="8792" y="398582"/>
                  </a:lnTo>
                  <a:lnTo>
                    <a:pt x="2237" y="452171"/>
                  </a:lnTo>
                  <a:lnTo>
                    <a:pt x="0" y="507492"/>
                  </a:lnTo>
                  <a:lnTo>
                    <a:pt x="1119" y="544044"/>
                  </a:lnTo>
                  <a:lnTo>
                    <a:pt x="4381" y="580453"/>
                  </a:lnTo>
                  <a:lnTo>
                    <a:pt x="9644" y="616577"/>
                  </a:lnTo>
                  <a:lnTo>
                    <a:pt x="16764" y="652272"/>
                  </a:lnTo>
                  <a:lnTo>
                    <a:pt x="30653" y="599994"/>
                  </a:lnTo>
                  <a:lnTo>
                    <a:pt x="48506" y="550791"/>
                  </a:lnTo>
                  <a:lnTo>
                    <a:pt x="70032" y="504944"/>
                  </a:lnTo>
                  <a:lnTo>
                    <a:pt x="94939" y="462731"/>
                  </a:lnTo>
                  <a:lnTo>
                    <a:pt x="122936" y="424434"/>
                  </a:lnTo>
                  <a:lnTo>
                    <a:pt x="153733" y="390334"/>
                  </a:lnTo>
                  <a:lnTo>
                    <a:pt x="187038" y="360710"/>
                  </a:lnTo>
                  <a:lnTo>
                    <a:pt x="222560" y="335844"/>
                  </a:lnTo>
                  <a:lnTo>
                    <a:pt x="260008" y="316015"/>
                  </a:lnTo>
                  <a:lnTo>
                    <a:pt x="299092" y="301505"/>
                  </a:lnTo>
                  <a:lnTo>
                    <a:pt x="339504" y="292596"/>
                  </a:lnTo>
                  <a:lnTo>
                    <a:pt x="381000" y="289560"/>
                  </a:lnTo>
                  <a:close/>
                </a:path>
              </a:pathLst>
            </a:custGeom>
            <a:solidFill>
              <a:srgbClr val="00B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361688" y="3442715"/>
              <a:ext cx="381000" cy="1419225"/>
            </a:xfrm>
            <a:custGeom>
              <a:avLst/>
              <a:gdLst/>
              <a:ahLst/>
              <a:cxnLst/>
              <a:rect l="l" t="t" r="r" b="b"/>
              <a:pathLst>
                <a:path w="381000" h="1419225">
                  <a:moveTo>
                    <a:pt x="380999" y="0"/>
                  </a:moveTo>
                  <a:lnTo>
                    <a:pt x="339504" y="2976"/>
                  </a:lnTo>
                  <a:lnTo>
                    <a:pt x="299299" y="11698"/>
                  </a:lnTo>
                  <a:lnTo>
                    <a:pt x="260616" y="25859"/>
                  </a:lnTo>
                  <a:lnTo>
                    <a:pt x="223688" y="45148"/>
                  </a:lnTo>
                  <a:lnTo>
                    <a:pt x="188750" y="69257"/>
                  </a:lnTo>
                  <a:lnTo>
                    <a:pt x="156033" y="97877"/>
                  </a:lnTo>
                  <a:lnTo>
                    <a:pt x="125770" y="130699"/>
                  </a:lnTo>
                  <a:lnTo>
                    <a:pt x="98196" y="167415"/>
                  </a:lnTo>
                  <a:lnTo>
                    <a:pt x="73542" y="207715"/>
                  </a:lnTo>
                  <a:lnTo>
                    <a:pt x="52041" y="251290"/>
                  </a:lnTo>
                  <a:lnTo>
                    <a:pt x="33928" y="297832"/>
                  </a:lnTo>
                  <a:lnTo>
                    <a:pt x="19434" y="347033"/>
                  </a:lnTo>
                  <a:lnTo>
                    <a:pt x="8792" y="398582"/>
                  </a:lnTo>
                  <a:lnTo>
                    <a:pt x="2237" y="452171"/>
                  </a:lnTo>
                  <a:lnTo>
                    <a:pt x="0" y="507491"/>
                  </a:lnTo>
                  <a:lnTo>
                    <a:pt x="0" y="797051"/>
                  </a:lnTo>
                  <a:lnTo>
                    <a:pt x="2097" y="850210"/>
                  </a:lnTo>
                  <a:lnTo>
                    <a:pt x="8269" y="902024"/>
                  </a:lnTo>
                  <a:lnTo>
                    <a:pt x="18335" y="952166"/>
                  </a:lnTo>
                  <a:lnTo>
                    <a:pt x="32116" y="1000308"/>
                  </a:lnTo>
                  <a:lnTo>
                    <a:pt x="49432" y="1046121"/>
                  </a:lnTo>
                  <a:lnTo>
                    <a:pt x="70103" y="1089278"/>
                  </a:lnTo>
                  <a:lnTo>
                    <a:pt x="93950" y="1129451"/>
                  </a:lnTo>
                  <a:lnTo>
                    <a:pt x="120791" y="1166311"/>
                  </a:lnTo>
                  <a:lnTo>
                    <a:pt x="150447" y="1199530"/>
                  </a:lnTo>
                  <a:lnTo>
                    <a:pt x="182738" y="1228781"/>
                  </a:lnTo>
                  <a:lnTo>
                    <a:pt x="217485" y="1253735"/>
                  </a:lnTo>
                  <a:lnTo>
                    <a:pt x="254507" y="1274063"/>
                  </a:lnTo>
                  <a:lnTo>
                    <a:pt x="254507" y="1418843"/>
                  </a:lnTo>
                  <a:lnTo>
                    <a:pt x="380999" y="1158239"/>
                  </a:lnTo>
                  <a:lnTo>
                    <a:pt x="254507" y="839723"/>
                  </a:lnTo>
                  <a:lnTo>
                    <a:pt x="254507" y="984503"/>
                  </a:lnTo>
                  <a:lnTo>
                    <a:pt x="217405" y="964179"/>
                  </a:lnTo>
                  <a:lnTo>
                    <a:pt x="182447" y="938976"/>
                  </a:lnTo>
                  <a:lnTo>
                    <a:pt x="149859" y="909207"/>
                  </a:lnTo>
                  <a:lnTo>
                    <a:pt x="119869" y="875185"/>
                  </a:lnTo>
                  <a:lnTo>
                    <a:pt x="92700" y="837225"/>
                  </a:lnTo>
                  <a:lnTo>
                    <a:pt x="68579" y="795640"/>
                  </a:lnTo>
                  <a:lnTo>
                    <a:pt x="47733" y="750744"/>
                  </a:lnTo>
                  <a:lnTo>
                    <a:pt x="30385" y="702850"/>
                  </a:lnTo>
                  <a:lnTo>
                    <a:pt x="16763" y="652271"/>
                  </a:lnTo>
                  <a:lnTo>
                    <a:pt x="30653" y="599994"/>
                  </a:lnTo>
                  <a:lnTo>
                    <a:pt x="48506" y="550791"/>
                  </a:lnTo>
                  <a:lnTo>
                    <a:pt x="70032" y="504944"/>
                  </a:lnTo>
                  <a:lnTo>
                    <a:pt x="94939" y="462731"/>
                  </a:lnTo>
                  <a:lnTo>
                    <a:pt x="122936" y="424434"/>
                  </a:lnTo>
                  <a:lnTo>
                    <a:pt x="153733" y="390334"/>
                  </a:lnTo>
                  <a:lnTo>
                    <a:pt x="187038" y="360710"/>
                  </a:lnTo>
                  <a:lnTo>
                    <a:pt x="222560" y="335844"/>
                  </a:lnTo>
                  <a:lnTo>
                    <a:pt x="260008" y="316015"/>
                  </a:lnTo>
                  <a:lnTo>
                    <a:pt x="299092" y="301505"/>
                  </a:lnTo>
                  <a:lnTo>
                    <a:pt x="339519" y="292593"/>
                  </a:lnTo>
                  <a:lnTo>
                    <a:pt x="380999" y="289559"/>
                  </a:lnTo>
                  <a:lnTo>
                    <a:pt x="380999" y="0"/>
                  </a:lnTo>
                  <a:close/>
                </a:path>
                <a:path w="381000" h="1419225">
                  <a:moveTo>
                    <a:pt x="0" y="507491"/>
                  </a:moveTo>
                  <a:lnTo>
                    <a:pt x="1119" y="544044"/>
                  </a:lnTo>
                  <a:lnTo>
                    <a:pt x="4381" y="580453"/>
                  </a:lnTo>
                  <a:lnTo>
                    <a:pt x="9644" y="616577"/>
                  </a:lnTo>
                  <a:lnTo>
                    <a:pt x="16763" y="65227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667000" y="1510277"/>
              <a:ext cx="3505200" cy="3657600"/>
            </a:xfrm>
            <a:custGeom>
              <a:avLst/>
              <a:gdLst/>
              <a:ahLst/>
              <a:cxnLst/>
              <a:rect l="l" t="t" r="r" b="b"/>
              <a:pathLst>
                <a:path w="3505200" h="3657600">
                  <a:moveTo>
                    <a:pt x="0" y="0"/>
                  </a:moveTo>
                  <a:lnTo>
                    <a:pt x="0" y="3657599"/>
                  </a:lnTo>
                  <a:lnTo>
                    <a:pt x="3505199" y="3657599"/>
                  </a:lnTo>
                  <a:lnTo>
                    <a:pt x="3505199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/>
          <p:nvPr/>
        </p:nvSpPr>
        <p:spPr>
          <a:xfrm>
            <a:off x="7987791" y="5614415"/>
            <a:ext cx="3290570" cy="1201420"/>
          </a:xfrm>
          <a:custGeom>
            <a:avLst/>
            <a:gdLst/>
            <a:ahLst/>
            <a:cxnLst/>
            <a:rect l="l" t="t" r="r" b="b"/>
            <a:pathLst>
              <a:path w="3290570" h="1201420">
                <a:moveTo>
                  <a:pt x="1644395" y="0"/>
                </a:moveTo>
                <a:lnTo>
                  <a:pt x="1576604" y="502"/>
                </a:lnTo>
                <a:lnTo>
                  <a:pt x="1509512" y="1997"/>
                </a:lnTo>
                <a:lnTo>
                  <a:pt x="1443171" y="4463"/>
                </a:lnTo>
                <a:lnTo>
                  <a:pt x="1377635" y="7883"/>
                </a:lnTo>
                <a:lnTo>
                  <a:pt x="1312955" y="12236"/>
                </a:lnTo>
                <a:lnTo>
                  <a:pt x="1249186" y="17503"/>
                </a:lnTo>
                <a:lnTo>
                  <a:pt x="1186380" y="23664"/>
                </a:lnTo>
                <a:lnTo>
                  <a:pt x="1124590" y="30699"/>
                </a:lnTo>
                <a:lnTo>
                  <a:pt x="1063868" y="38589"/>
                </a:lnTo>
                <a:lnTo>
                  <a:pt x="1004268" y="47315"/>
                </a:lnTo>
                <a:lnTo>
                  <a:pt x="945842" y="56856"/>
                </a:lnTo>
                <a:lnTo>
                  <a:pt x="888644" y="67194"/>
                </a:lnTo>
                <a:lnTo>
                  <a:pt x="832726" y="78309"/>
                </a:lnTo>
                <a:lnTo>
                  <a:pt x="778141" y="90180"/>
                </a:lnTo>
                <a:lnTo>
                  <a:pt x="724941" y="102789"/>
                </a:lnTo>
                <a:lnTo>
                  <a:pt x="673181" y="116116"/>
                </a:lnTo>
                <a:lnTo>
                  <a:pt x="622912" y="130141"/>
                </a:lnTo>
                <a:lnTo>
                  <a:pt x="574187" y="144846"/>
                </a:lnTo>
                <a:lnTo>
                  <a:pt x="527060" y="160209"/>
                </a:lnTo>
                <a:lnTo>
                  <a:pt x="481583" y="176212"/>
                </a:lnTo>
                <a:lnTo>
                  <a:pt x="437810" y="192835"/>
                </a:lnTo>
                <a:lnTo>
                  <a:pt x="395792" y="210059"/>
                </a:lnTo>
                <a:lnTo>
                  <a:pt x="355583" y="227863"/>
                </a:lnTo>
                <a:lnTo>
                  <a:pt x="317235" y="246229"/>
                </a:lnTo>
                <a:lnTo>
                  <a:pt x="280802" y="265137"/>
                </a:lnTo>
                <a:lnTo>
                  <a:pt x="246337" y="284567"/>
                </a:lnTo>
                <a:lnTo>
                  <a:pt x="183520" y="324915"/>
                </a:lnTo>
                <a:lnTo>
                  <a:pt x="129206" y="367117"/>
                </a:lnTo>
                <a:lnTo>
                  <a:pt x="83819" y="411016"/>
                </a:lnTo>
                <a:lnTo>
                  <a:pt x="47783" y="456456"/>
                </a:lnTo>
                <a:lnTo>
                  <a:pt x="21518" y="503281"/>
                </a:lnTo>
                <a:lnTo>
                  <a:pt x="5450" y="551333"/>
                </a:lnTo>
                <a:lnTo>
                  <a:pt x="0" y="600455"/>
                </a:lnTo>
                <a:lnTo>
                  <a:pt x="1371" y="625250"/>
                </a:lnTo>
                <a:lnTo>
                  <a:pt x="12183" y="674041"/>
                </a:lnTo>
                <a:lnTo>
                  <a:pt x="33402" y="721643"/>
                </a:lnTo>
                <a:lnTo>
                  <a:pt x="64606" y="767902"/>
                </a:lnTo>
                <a:lnTo>
                  <a:pt x="105371" y="812665"/>
                </a:lnTo>
                <a:lnTo>
                  <a:pt x="155273" y="855778"/>
                </a:lnTo>
                <a:lnTo>
                  <a:pt x="213892" y="897089"/>
                </a:lnTo>
                <a:lnTo>
                  <a:pt x="280802" y="936444"/>
                </a:lnTo>
                <a:lnTo>
                  <a:pt x="317235" y="955340"/>
                </a:lnTo>
                <a:lnTo>
                  <a:pt x="355583" y="973690"/>
                </a:lnTo>
                <a:lnTo>
                  <a:pt x="395792" y="991475"/>
                </a:lnTo>
                <a:lnTo>
                  <a:pt x="437810" y="1008674"/>
                </a:lnTo>
                <a:lnTo>
                  <a:pt x="481583" y="1025270"/>
                </a:lnTo>
                <a:lnTo>
                  <a:pt x="527060" y="1041244"/>
                </a:lnTo>
                <a:lnTo>
                  <a:pt x="574187" y="1056575"/>
                </a:lnTo>
                <a:lnTo>
                  <a:pt x="622912" y="1071244"/>
                </a:lnTo>
                <a:lnTo>
                  <a:pt x="673181" y="1085234"/>
                </a:lnTo>
                <a:lnTo>
                  <a:pt x="724941" y="1098524"/>
                </a:lnTo>
                <a:lnTo>
                  <a:pt x="778141" y="1111095"/>
                </a:lnTo>
                <a:lnTo>
                  <a:pt x="832726" y="1122928"/>
                </a:lnTo>
                <a:lnTo>
                  <a:pt x="888644" y="1134005"/>
                </a:lnTo>
                <a:lnTo>
                  <a:pt x="945842" y="1144305"/>
                </a:lnTo>
                <a:lnTo>
                  <a:pt x="1004268" y="1153810"/>
                </a:lnTo>
                <a:lnTo>
                  <a:pt x="1063868" y="1162501"/>
                </a:lnTo>
                <a:lnTo>
                  <a:pt x="1124590" y="1170358"/>
                </a:lnTo>
                <a:lnTo>
                  <a:pt x="1186380" y="1177363"/>
                </a:lnTo>
                <a:lnTo>
                  <a:pt x="1249186" y="1183496"/>
                </a:lnTo>
                <a:lnTo>
                  <a:pt x="1312955" y="1188737"/>
                </a:lnTo>
                <a:lnTo>
                  <a:pt x="1377635" y="1193069"/>
                </a:lnTo>
                <a:lnTo>
                  <a:pt x="1443171" y="1196471"/>
                </a:lnTo>
                <a:lnTo>
                  <a:pt x="1509512" y="1198925"/>
                </a:lnTo>
                <a:lnTo>
                  <a:pt x="1576604" y="1200412"/>
                </a:lnTo>
                <a:lnTo>
                  <a:pt x="1644395" y="1200911"/>
                </a:lnTo>
                <a:lnTo>
                  <a:pt x="1712298" y="1200412"/>
                </a:lnTo>
                <a:lnTo>
                  <a:pt x="1779496" y="1198925"/>
                </a:lnTo>
                <a:lnTo>
                  <a:pt x="1845938" y="1196471"/>
                </a:lnTo>
                <a:lnTo>
                  <a:pt x="1911569" y="1193069"/>
                </a:lnTo>
                <a:lnTo>
                  <a:pt x="1976339" y="1188737"/>
                </a:lnTo>
                <a:lnTo>
                  <a:pt x="2040193" y="1183496"/>
                </a:lnTo>
                <a:lnTo>
                  <a:pt x="2103079" y="1177363"/>
                </a:lnTo>
                <a:lnTo>
                  <a:pt x="2164945" y="1170358"/>
                </a:lnTo>
                <a:lnTo>
                  <a:pt x="2225738" y="1162501"/>
                </a:lnTo>
                <a:lnTo>
                  <a:pt x="2285404" y="1153810"/>
                </a:lnTo>
                <a:lnTo>
                  <a:pt x="2343892" y="1144305"/>
                </a:lnTo>
                <a:lnTo>
                  <a:pt x="2401148" y="1134005"/>
                </a:lnTo>
                <a:lnTo>
                  <a:pt x="2457121" y="1122928"/>
                </a:lnTo>
                <a:lnTo>
                  <a:pt x="2511756" y="1111095"/>
                </a:lnTo>
                <a:lnTo>
                  <a:pt x="2565002" y="1098524"/>
                </a:lnTo>
                <a:lnTo>
                  <a:pt x="2616805" y="1085234"/>
                </a:lnTo>
                <a:lnTo>
                  <a:pt x="2667113" y="1071244"/>
                </a:lnTo>
                <a:lnTo>
                  <a:pt x="2715874" y="1056575"/>
                </a:lnTo>
                <a:lnTo>
                  <a:pt x="2763034" y="1041244"/>
                </a:lnTo>
                <a:lnTo>
                  <a:pt x="2808541" y="1025270"/>
                </a:lnTo>
                <a:lnTo>
                  <a:pt x="2852342" y="1008674"/>
                </a:lnTo>
                <a:lnTo>
                  <a:pt x="2894384" y="991475"/>
                </a:lnTo>
                <a:lnTo>
                  <a:pt x="2934615" y="973690"/>
                </a:lnTo>
                <a:lnTo>
                  <a:pt x="2972982" y="955340"/>
                </a:lnTo>
                <a:lnTo>
                  <a:pt x="3009432" y="936444"/>
                </a:lnTo>
                <a:lnTo>
                  <a:pt x="3043913" y="917020"/>
                </a:lnTo>
                <a:lnTo>
                  <a:pt x="3106754" y="876668"/>
                </a:lnTo>
                <a:lnTo>
                  <a:pt x="3161085" y="834437"/>
                </a:lnTo>
                <a:lnTo>
                  <a:pt x="3206483" y="790480"/>
                </a:lnTo>
                <a:lnTo>
                  <a:pt x="3242527" y="744950"/>
                </a:lnTo>
                <a:lnTo>
                  <a:pt x="3268795" y="698001"/>
                </a:lnTo>
                <a:lnTo>
                  <a:pt x="3284865" y="649785"/>
                </a:lnTo>
                <a:lnTo>
                  <a:pt x="3290315" y="600455"/>
                </a:lnTo>
                <a:lnTo>
                  <a:pt x="3288944" y="575770"/>
                </a:lnTo>
                <a:lnTo>
                  <a:pt x="3278131" y="527163"/>
                </a:lnTo>
                <a:lnTo>
                  <a:pt x="3256909" y="479705"/>
                </a:lnTo>
                <a:lnTo>
                  <a:pt x="3225701" y="433553"/>
                </a:lnTo>
                <a:lnTo>
                  <a:pt x="3184927" y="388864"/>
                </a:lnTo>
                <a:lnTo>
                  <a:pt x="3135010" y="345794"/>
                </a:lnTo>
                <a:lnTo>
                  <a:pt x="3076371" y="304499"/>
                </a:lnTo>
                <a:lnTo>
                  <a:pt x="3009432" y="265137"/>
                </a:lnTo>
                <a:lnTo>
                  <a:pt x="2972982" y="246229"/>
                </a:lnTo>
                <a:lnTo>
                  <a:pt x="2934615" y="227863"/>
                </a:lnTo>
                <a:lnTo>
                  <a:pt x="2894384" y="210059"/>
                </a:lnTo>
                <a:lnTo>
                  <a:pt x="2852342" y="192835"/>
                </a:lnTo>
                <a:lnTo>
                  <a:pt x="2808541" y="176212"/>
                </a:lnTo>
                <a:lnTo>
                  <a:pt x="2763034" y="160209"/>
                </a:lnTo>
                <a:lnTo>
                  <a:pt x="2715874" y="144846"/>
                </a:lnTo>
                <a:lnTo>
                  <a:pt x="2667113" y="130141"/>
                </a:lnTo>
                <a:lnTo>
                  <a:pt x="2616805" y="116116"/>
                </a:lnTo>
                <a:lnTo>
                  <a:pt x="2565002" y="102789"/>
                </a:lnTo>
                <a:lnTo>
                  <a:pt x="2511756" y="90180"/>
                </a:lnTo>
                <a:lnTo>
                  <a:pt x="2457121" y="78309"/>
                </a:lnTo>
                <a:lnTo>
                  <a:pt x="2401148" y="67194"/>
                </a:lnTo>
                <a:lnTo>
                  <a:pt x="2343892" y="56856"/>
                </a:lnTo>
                <a:lnTo>
                  <a:pt x="2285404" y="47315"/>
                </a:lnTo>
                <a:lnTo>
                  <a:pt x="2225738" y="38589"/>
                </a:lnTo>
                <a:lnTo>
                  <a:pt x="2164945" y="30699"/>
                </a:lnTo>
                <a:lnTo>
                  <a:pt x="2103079" y="23664"/>
                </a:lnTo>
                <a:lnTo>
                  <a:pt x="2040193" y="17503"/>
                </a:lnTo>
                <a:lnTo>
                  <a:pt x="1976339" y="12236"/>
                </a:lnTo>
                <a:lnTo>
                  <a:pt x="1911569" y="7883"/>
                </a:lnTo>
                <a:lnTo>
                  <a:pt x="1845938" y="4463"/>
                </a:lnTo>
                <a:lnTo>
                  <a:pt x="1779496" y="1997"/>
                </a:lnTo>
                <a:lnTo>
                  <a:pt x="1712298" y="502"/>
                </a:lnTo>
                <a:lnTo>
                  <a:pt x="1644395" y="0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679185" y="5311605"/>
            <a:ext cx="8562340" cy="148272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spcBef>
                <a:spcPts val="1490"/>
              </a:spcBef>
            </a:pPr>
            <a:r>
              <a:rPr sz="2800" dirty="0">
                <a:latin typeface="Arial MT"/>
                <a:cs typeface="Arial MT"/>
              </a:rPr>
              <a:t>Número,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Sigla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165" dirty="0">
                <a:latin typeface="Segoe UI Symbol"/>
                <a:cs typeface="Segoe UI Symbol"/>
              </a:rPr>
              <a:t>➔</a:t>
            </a:r>
            <a:r>
              <a:rPr sz="2800" spc="-25" dirty="0">
                <a:latin typeface="Segoe UI Symbol"/>
                <a:cs typeface="Segoe UI Symbol"/>
              </a:rPr>
              <a:t> </a:t>
            </a:r>
            <a:r>
              <a:rPr sz="2800" dirty="0">
                <a:latin typeface="Arial MT"/>
                <a:cs typeface="Arial MT"/>
              </a:rPr>
              <a:t>Sala,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Prédio</a:t>
            </a:r>
            <a:endParaRPr sz="2800">
              <a:latin typeface="Arial MT"/>
              <a:cs typeface="Arial MT"/>
            </a:endParaRPr>
          </a:p>
          <a:p>
            <a:pPr marL="5361940">
              <a:lnSpc>
                <a:spcPts val="2380"/>
              </a:lnSpc>
              <a:spcBef>
                <a:spcPts val="1005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Valores</a:t>
            </a:r>
            <a:r>
              <a:rPr sz="20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Inconsistentes!!!!!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3340"/>
              </a:lnSpc>
            </a:pPr>
            <a:r>
              <a:rPr sz="2800" dirty="0">
                <a:latin typeface="Arial MT"/>
                <a:cs typeface="Arial MT"/>
              </a:rPr>
              <a:t>Sala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165" dirty="0">
                <a:latin typeface="Segoe UI Symbol"/>
                <a:cs typeface="Segoe UI Symbol"/>
              </a:rPr>
              <a:t>➔</a:t>
            </a:r>
            <a:r>
              <a:rPr sz="2800" dirty="0">
                <a:latin typeface="Segoe UI Symbol"/>
                <a:cs typeface="Segoe UI Symbol"/>
              </a:rPr>
              <a:t> </a:t>
            </a:r>
            <a:r>
              <a:rPr sz="2800" spc="-10" dirty="0">
                <a:latin typeface="Arial MT"/>
                <a:cs typeface="Arial MT"/>
              </a:rPr>
              <a:t>Prédio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54370" y="1556004"/>
            <a:ext cx="140335" cy="474345"/>
          </a:xfrm>
          <a:custGeom>
            <a:avLst/>
            <a:gdLst/>
            <a:ahLst/>
            <a:cxnLst/>
            <a:rect l="l" t="t" r="r" b="b"/>
            <a:pathLst>
              <a:path w="140334" h="474344">
                <a:moveTo>
                  <a:pt x="0" y="473963"/>
                </a:moveTo>
                <a:lnTo>
                  <a:pt x="140207" y="473963"/>
                </a:lnTo>
                <a:lnTo>
                  <a:pt x="140207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463286" y="1556004"/>
            <a:ext cx="8543925" cy="896619"/>
            <a:chOff x="583685" y="1556003"/>
            <a:chExt cx="8543925" cy="89661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293" y="1556003"/>
              <a:ext cx="315537" cy="4739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685" y="1904999"/>
              <a:ext cx="8543549" cy="547115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2894577" y="1467605"/>
            <a:ext cx="7495540" cy="3633470"/>
          </a:xfrm>
          <a:custGeom>
            <a:avLst/>
            <a:gdLst/>
            <a:ahLst/>
            <a:cxnLst/>
            <a:rect l="l" t="t" r="r" b="b"/>
            <a:pathLst>
              <a:path w="7495540" h="3633470">
                <a:moveTo>
                  <a:pt x="7495031" y="3633215"/>
                </a:moveTo>
                <a:lnTo>
                  <a:pt x="7495031" y="0"/>
                </a:lnTo>
                <a:lnTo>
                  <a:pt x="0" y="0"/>
                </a:lnTo>
                <a:lnTo>
                  <a:pt x="0" y="3633215"/>
                </a:lnTo>
                <a:lnTo>
                  <a:pt x="7495031" y="36332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3341109" y="2361438"/>
            <a:ext cx="6939280" cy="4992370"/>
            <a:chOff x="1461509" y="2361438"/>
            <a:chExt cx="6939280" cy="4992370"/>
          </a:xfrm>
        </p:grpSpPr>
        <p:sp>
          <p:nvSpPr>
            <p:cNvPr id="8" name="object 8"/>
            <p:cNvSpPr/>
            <p:nvPr/>
          </p:nvSpPr>
          <p:spPr>
            <a:xfrm>
              <a:off x="4748784" y="2380488"/>
              <a:ext cx="2613660" cy="381000"/>
            </a:xfrm>
            <a:custGeom>
              <a:avLst/>
              <a:gdLst/>
              <a:ahLst/>
              <a:cxnLst/>
              <a:rect l="l" t="t" r="r" b="b"/>
              <a:pathLst>
                <a:path w="2613659" h="381000">
                  <a:moveTo>
                    <a:pt x="2613660" y="254508"/>
                  </a:moveTo>
                  <a:lnTo>
                    <a:pt x="2346960" y="254508"/>
                  </a:lnTo>
                  <a:lnTo>
                    <a:pt x="2324226" y="230870"/>
                  </a:lnTo>
                  <a:lnTo>
                    <a:pt x="2297999" y="208113"/>
                  </a:lnTo>
                  <a:lnTo>
                    <a:pt x="2235675" y="165425"/>
                  </a:lnTo>
                  <a:lnTo>
                    <a:pt x="2199885" y="145584"/>
                  </a:lnTo>
                  <a:lnTo>
                    <a:pt x="2161215" y="126806"/>
                  </a:lnTo>
                  <a:lnTo>
                    <a:pt x="2119816" y="109136"/>
                  </a:lnTo>
                  <a:lnTo>
                    <a:pt x="2075844" y="92618"/>
                  </a:lnTo>
                  <a:lnTo>
                    <a:pt x="2029450" y="77299"/>
                  </a:lnTo>
                  <a:lnTo>
                    <a:pt x="1980789" y="63224"/>
                  </a:lnTo>
                  <a:lnTo>
                    <a:pt x="1930013" y="50438"/>
                  </a:lnTo>
                  <a:lnTo>
                    <a:pt x="1877276" y="38987"/>
                  </a:lnTo>
                  <a:lnTo>
                    <a:pt x="1822732" y="28915"/>
                  </a:lnTo>
                  <a:lnTo>
                    <a:pt x="1766533" y="20269"/>
                  </a:lnTo>
                  <a:lnTo>
                    <a:pt x="1708833" y="13093"/>
                  </a:lnTo>
                  <a:lnTo>
                    <a:pt x="1649785" y="7432"/>
                  </a:lnTo>
                  <a:lnTo>
                    <a:pt x="1589542" y="3333"/>
                  </a:lnTo>
                  <a:lnTo>
                    <a:pt x="1528259" y="840"/>
                  </a:lnTo>
                  <a:lnTo>
                    <a:pt x="1466088" y="0"/>
                  </a:lnTo>
                  <a:lnTo>
                    <a:pt x="932688" y="0"/>
                  </a:lnTo>
                  <a:lnTo>
                    <a:pt x="866078" y="957"/>
                  </a:lnTo>
                  <a:lnTo>
                    <a:pt x="800733" y="3785"/>
                  </a:lnTo>
                  <a:lnTo>
                    <a:pt x="736810" y="8421"/>
                  </a:lnTo>
                  <a:lnTo>
                    <a:pt x="674467" y="14798"/>
                  </a:lnTo>
                  <a:lnTo>
                    <a:pt x="613861" y="22853"/>
                  </a:lnTo>
                  <a:lnTo>
                    <a:pt x="555151" y="32520"/>
                  </a:lnTo>
                  <a:lnTo>
                    <a:pt x="498494" y="43736"/>
                  </a:lnTo>
                  <a:lnTo>
                    <a:pt x="444048" y="56435"/>
                  </a:lnTo>
                  <a:lnTo>
                    <a:pt x="391970" y="70553"/>
                  </a:lnTo>
                  <a:lnTo>
                    <a:pt x="342420" y="86026"/>
                  </a:lnTo>
                  <a:lnTo>
                    <a:pt x="295554" y="102788"/>
                  </a:lnTo>
                  <a:lnTo>
                    <a:pt x="251530" y="120775"/>
                  </a:lnTo>
                  <a:lnTo>
                    <a:pt x="210506" y="139923"/>
                  </a:lnTo>
                  <a:lnTo>
                    <a:pt x="172641" y="160166"/>
                  </a:lnTo>
                  <a:lnTo>
                    <a:pt x="138091" y="181440"/>
                  </a:lnTo>
                  <a:lnTo>
                    <a:pt x="107014" y="203681"/>
                  </a:lnTo>
                  <a:lnTo>
                    <a:pt x="55914" y="250804"/>
                  </a:lnTo>
                  <a:lnTo>
                    <a:pt x="20602" y="301017"/>
                  </a:lnTo>
                  <a:lnTo>
                    <a:pt x="2341" y="353803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6185" y="351623"/>
                  </a:lnTo>
                  <a:lnTo>
                    <a:pt x="544423" y="322728"/>
                  </a:lnTo>
                  <a:lnTo>
                    <a:pt x="576529" y="266795"/>
                  </a:lnTo>
                  <a:lnTo>
                    <a:pt x="628275" y="214018"/>
                  </a:lnTo>
                  <a:lnTo>
                    <a:pt x="661062" y="189069"/>
                  </a:lnTo>
                  <a:lnTo>
                    <a:pt x="698216" y="165216"/>
                  </a:lnTo>
                  <a:lnTo>
                    <a:pt x="739558" y="142562"/>
                  </a:lnTo>
                  <a:lnTo>
                    <a:pt x="784908" y="121209"/>
                  </a:lnTo>
                  <a:lnTo>
                    <a:pt x="834084" y="101259"/>
                  </a:lnTo>
                  <a:lnTo>
                    <a:pt x="886905" y="82815"/>
                  </a:lnTo>
                  <a:lnTo>
                    <a:pt x="943193" y="65979"/>
                  </a:lnTo>
                  <a:lnTo>
                    <a:pt x="1002765" y="50854"/>
                  </a:lnTo>
                  <a:lnTo>
                    <a:pt x="1065442" y="37541"/>
                  </a:lnTo>
                  <a:lnTo>
                    <a:pt x="1131043" y="26144"/>
                  </a:lnTo>
                  <a:lnTo>
                    <a:pt x="1199388" y="16764"/>
                  </a:lnTo>
                  <a:lnTo>
                    <a:pt x="1264420" y="25787"/>
                  </a:lnTo>
                  <a:lnTo>
                    <a:pt x="1327159" y="36629"/>
                  </a:lnTo>
                  <a:lnTo>
                    <a:pt x="1387422" y="49215"/>
                  </a:lnTo>
                  <a:lnTo>
                    <a:pt x="1445026" y="63470"/>
                  </a:lnTo>
                  <a:lnTo>
                    <a:pt x="1499786" y="79319"/>
                  </a:lnTo>
                  <a:lnTo>
                    <a:pt x="1551521" y="96687"/>
                  </a:lnTo>
                  <a:lnTo>
                    <a:pt x="1600047" y="115500"/>
                  </a:lnTo>
                  <a:lnTo>
                    <a:pt x="1645181" y="135681"/>
                  </a:lnTo>
                  <a:lnTo>
                    <a:pt x="1686739" y="157157"/>
                  </a:lnTo>
                  <a:lnTo>
                    <a:pt x="1724540" y="179853"/>
                  </a:lnTo>
                  <a:lnTo>
                    <a:pt x="1758399" y="203693"/>
                  </a:lnTo>
                  <a:lnTo>
                    <a:pt x="1788133" y="228603"/>
                  </a:lnTo>
                  <a:lnTo>
                    <a:pt x="1813560" y="254508"/>
                  </a:lnTo>
                  <a:lnTo>
                    <a:pt x="1813560" y="312004"/>
                  </a:lnTo>
                  <a:lnTo>
                    <a:pt x="2133600" y="381000"/>
                  </a:lnTo>
                  <a:lnTo>
                    <a:pt x="2613660" y="254508"/>
                  </a:lnTo>
                  <a:close/>
                </a:path>
                <a:path w="2613659" h="381000">
                  <a:moveTo>
                    <a:pt x="1813560" y="312004"/>
                  </a:moveTo>
                  <a:lnTo>
                    <a:pt x="1813560" y="254508"/>
                  </a:lnTo>
                  <a:lnTo>
                    <a:pt x="1546860" y="254508"/>
                  </a:lnTo>
                  <a:lnTo>
                    <a:pt x="1813560" y="312004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48784" y="2380488"/>
              <a:ext cx="1199515" cy="381000"/>
            </a:xfrm>
            <a:custGeom>
              <a:avLst/>
              <a:gdLst/>
              <a:ahLst/>
              <a:cxnLst/>
              <a:rect l="l" t="t" r="r" b="b"/>
              <a:pathLst>
                <a:path w="1199514" h="381000">
                  <a:moveTo>
                    <a:pt x="1199388" y="16764"/>
                  </a:moveTo>
                  <a:lnTo>
                    <a:pt x="1146925" y="10924"/>
                  </a:lnTo>
                  <a:lnTo>
                    <a:pt x="1093878" y="6254"/>
                  </a:lnTo>
                  <a:lnTo>
                    <a:pt x="1040392" y="2828"/>
                  </a:lnTo>
                  <a:lnTo>
                    <a:pt x="986613" y="719"/>
                  </a:lnTo>
                  <a:lnTo>
                    <a:pt x="932688" y="0"/>
                  </a:lnTo>
                  <a:lnTo>
                    <a:pt x="866078" y="957"/>
                  </a:lnTo>
                  <a:lnTo>
                    <a:pt x="800733" y="3785"/>
                  </a:lnTo>
                  <a:lnTo>
                    <a:pt x="736810" y="8421"/>
                  </a:lnTo>
                  <a:lnTo>
                    <a:pt x="674467" y="14798"/>
                  </a:lnTo>
                  <a:lnTo>
                    <a:pt x="613861" y="22853"/>
                  </a:lnTo>
                  <a:lnTo>
                    <a:pt x="555151" y="32520"/>
                  </a:lnTo>
                  <a:lnTo>
                    <a:pt x="498494" y="43736"/>
                  </a:lnTo>
                  <a:lnTo>
                    <a:pt x="444048" y="56435"/>
                  </a:lnTo>
                  <a:lnTo>
                    <a:pt x="391970" y="70553"/>
                  </a:lnTo>
                  <a:lnTo>
                    <a:pt x="342420" y="86026"/>
                  </a:lnTo>
                  <a:lnTo>
                    <a:pt x="295554" y="102788"/>
                  </a:lnTo>
                  <a:lnTo>
                    <a:pt x="251530" y="120775"/>
                  </a:lnTo>
                  <a:lnTo>
                    <a:pt x="210506" y="139923"/>
                  </a:lnTo>
                  <a:lnTo>
                    <a:pt x="172641" y="160166"/>
                  </a:lnTo>
                  <a:lnTo>
                    <a:pt x="138091" y="181440"/>
                  </a:lnTo>
                  <a:lnTo>
                    <a:pt x="107014" y="203681"/>
                  </a:lnTo>
                  <a:lnTo>
                    <a:pt x="55914" y="250804"/>
                  </a:lnTo>
                  <a:lnTo>
                    <a:pt x="20602" y="301017"/>
                  </a:lnTo>
                  <a:lnTo>
                    <a:pt x="2341" y="353803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6185" y="351623"/>
                  </a:lnTo>
                  <a:lnTo>
                    <a:pt x="544423" y="322728"/>
                  </a:lnTo>
                  <a:lnTo>
                    <a:pt x="576529" y="266795"/>
                  </a:lnTo>
                  <a:lnTo>
                    <a:pt x="628275" y="214018"/>
                  </a:lnTo>
                  <a:lnTo>
                    <a:pt x="661062" y="189069"/>
                  </a:lnTo>
                  <a:lnTo>
                    <a:pt x="698216" y="165216"/>
                  </a:lnTo>
                  <a:lnTo>
                    <a:pt x="739558" y="142562"/>
                  </a:lnTo>
                  <a:lnTo>
                    <a:pt x="784908" y="121209"/>
                  </a:lnTo>
                  <a:lnTo>
                    <a:pt x="834084" y="101259"/>
                  </a:lnTo>
                  <a:lnTo>
                    <a:pt x="886905" y="82815"/>
                  </a:lnTo>
                  <a:lnTo>
                    <a:pt x="943193" y="65979"/>
                  </a:lnTo>
                  <a:lnTo>
                    <a:pt x="1002765" y="50854"/>
                  </a:lnTo>
                  <a:lnTo>
                    <a:pt x="1065442" y="37541"/>
                  </a:lnTo>
                  <a:lnTo>
                    <a:pt x="1131043" y="26144"/>
                  </a:lnTo>
                  <a:lnTo>
                    <a:pt x="1199388" y="16764"/>
                  </a:lnTo>
                  <a:close/>
                </a:path>
              </a:pathLst>
            </a:custGeom>
            <a:solidFill>
              <a:srgbClr val="00B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48784" y="2380488"/>
              <a:ext cx="2613660" cy="381000"/>
            </a:xfrm>
            <a:custGeom>
              <a:avLst/>
              <a:gdLst/>
              <a:ahLst/>
              <a:cxnLst/>
              <a:rect l="l" t="t" r="r" b="b"/>
              <a:pathLst>
                <a:path w="2613659" h="381000">
                  <a:moveTo>
                    <a:pt x="0" y="380999"/>
                  </a:moveTo>
                  <a:lnTo>
                    <a:pt x="9261" y="327121"/>
                  </a:lnTo>
                  <a:lnTo>
                    <a:pt x="36206" y="275556"/>
                  </a:lnTo>
                  <a:lnTo>
                    <a:pt x="79570" y="226824"/>
                  </a:lnTo>
                  <a:lnTo>
                    <a:pt x="138091" y="181440"/>
                  </a:lnTo>
                  <a:lnTo>
                    <a:pt x="172641" y="160166"/>
                  </a:lnTo>
                  <a:lnTo>
                    <a:pt x="210506" y="139923"/>
                  </a:lnTo>
                  <a:lnTo>
                    <a:pt x="251530" y="120775"/>
                  </a:lnTo>
                  <a:lnTo>
                    <a:pt x="295554" y="102788"/>
                  </a:lnTo>
                  <a:lnTo>
                    <a:pt x="342420" y="86026"/>
                  </a:lnTo>
                  <a:lnTo>
                    <a:pt x="391970" y="70553"/>
                  </a:lnTo>
                  <a:lnTo>
                    <a:pt x="444048" y="56435"/>
                  </a:lnTo>
                  <a:lnTo>
                    <a:pt x="498494" y="43736"/>
                  </a:lnTo>
                  <a:lnTo>
                    <a:pt x="555151" y="32520"/>
                  </a:lnTo>
                  <a:lnTo>
                    <a:pt x="613861" y="22853"/>
                  </a:lnTo>
                  <a:lnTo>
                    <a:pt x="674467" y="14798"/>
                  </a:lnTo>
                  <a:lnTo>
                    <a:pt x="736810" y="8421"/>
                  </a:lnTo>
                  <a:lnTo>
                    <a:pt x="800733" y="3785"/>
                  </a:lnTo>
                  <a:lnTo>
                    <a:pt x="866078" y="957"/>
                  </a:lnTo>
                  <a:lnTo>
                    <a:pt x="932687" y="0"/>
                  </a:lnTo>
                  <a:lnTo>
                    <a:pt x="1466087" y="0"/>
                  </a:lnTo>
                  <a:lnTo>
                    <a:pt x="1528259" y="840"/>
                  </a:lnTo>
                  <a:lnTo>
                    <a:pt x="1589542" y="3333"/>
                  </a:lnTo>
                  <a:lnTo>
                    <a:pt x="1649785" y="7432"/>
                  </a:lnTo>
                  <a:lnTo>
                    <a:pt x="1708833" y="13093"/>
                  </a:lnTo>
                  <a:lnTo>
                    <a:pt x="1766533" y="20269"/>
                  </a:lnTo>
                  <a:lnTo>
                    <a:pt x="1822731" y="28915"/>
                  </a:lnTo>
                  <a:lnTo>
                    <a:pt x="1877276" y="38987"/>
                  </a:lnTo>
                  <a:lnTo>
                    <a:pt x="1930013" y="50438"/>
                  </a:lnTo>
                  <a:lnTo>
                    <a:pt x="1980788" y="63224"/>
                  </a:lnTo>
                  <a:lnTo>
                    <a:pt x="2029450" y="77299"/>
                  </a:lnTo>
                  <a:lnTo>
                    <a:pt x="2075843" y="92618"/>
                  </a:lnTo>
                  <a:lnTo>
                    <a:pt x="2119816" y="109136"/>
                  </a:lnTo>
                  <a:lnTo>
                    <a:pt x="2161215" y="126806"/>
                  </a:lnTo>
                  <a:lnTo>
                    <a:pt x="2199885" y="145584"/>
                  </a:lnTo>
                  <a:lnTo>
                    <a:pt x="2235675" y="165425"/>
                  </a:lnTo>
                  <a:lnTo>
                    <a:pt x="2268431" y="186283"/>
                  </a:lnTo>
                  <a:lnTo>
                    <a:pt x="2324226" y="230870"/>
                  </a:lnTo>
                  <a:lnTo>
                    <a:pt x="2346959" y="254507"/>
                  </a:lnTo>
                  <a:lnTo>
                    <a:pt x="2613659" y="254507"/>
                  </a:lnTo>
                  <a:lnTo>
                    <a:pt x="2133599" y="380999"/>
                  </a:lnTo>
                  <a:lnTo>
                    <a:pt x="1546859" y="254507"/>
                  </a:lnTo>
                  <a:lnTo>
                    <a:pt x="1813559" y="254507"/>
                  </a:lnTo>
                  <a:lnTo>
                    <a:pt x="1788133" y="228603"/>
                  </a:lnTo>
                  <a:lnTo>
                    <a:pt x="1758399" y="203693"/>
                  </a:lnTo>
                  <a:lnTo>
                    <a:pt x="1724540" y="179853"/>
                  </a:lnTo>
                  <a:lnTo>
                    <a:pt x="1686739" y="157157"/>
                  </a:lnTo>
                  <a:lnTo>
                    <a:pt x="1645181" y="135681"/>
                  </a:lnTo>
                  <a:lnTo>
                    <a:pt x="1600047" y="115500"/>
                  </a:lnTo>
                  <a:lnTo>
                    <a:pt x="1551521" y="96687"/>
                  </a:lnTo>
                  <a:lnTo>
                    <a:pt x="1499786" y="79319"/>
                  </a:lnTo>
                  <a:lnTo>
                    <a:pt x="1445025" y="63470"/>
                  </a:lnTo>
                  <a:lnTo>
                    <a:pt x="1387422" y="49215"/>
                  </a:lnTo>
                  <a:lnTo>
                    <a:pt x="1327159" y="36629"/>
                  </a:lnTo>
                  <a:lnTo>
                    <a:pt x="1264420" y="25787"/>
                  </a:lnTo>
                  <a:lnTo>
                    <a:pt x="1199387" y="16763"/>
                  </a:lnTo>
                  <a:lnTo>
                    <a:pt x="1131043" y="26144"/>
                  </a:lnTo>
                  <a:lnTo>
                    <a:pt x="1065442" y="37541"/>
                  </a:lnTo>
                  <a:lnTo>
                    <a:pt x="1002765" y="50854"/>
                  </a:lnTo>
                  <a:lnTo>
                    <a:pt x="943193" y="65979"/>
                  </a:lnTo>
                  <a:lnTo>
                    <a:pt x="886905" y="82815"/>
                  </a:lnTo>
                  <a:lnTo>
                    <a:pt x="834083" y="101259"/>
                  </a:lnTo>
                  <a:lnTo>
                    <a:pt x="784908" y="121209"/>
                  </a:lnTo>
                  <a:lnTo>
                    <a:pt x="739558" y="142562"/>
                  </a:lnTo>
                  <a:lnTo>
                    <a:pt x="698216" y="165216"/>
                  </a:lnTo>
                  <a:lnTo>
                    <a:pt x="661062" y="189069"/>
                  </a:lnTo>
                  <a:lnTo>
                    <a:pt x="628275" y="214018"/>
                  </a:lnTo>
                  <a:lnTo>
                    <a:pt x="600038" y="239960"/>
                  </a:lnTo>
                  <a:lnTo>
                    <a:pt x="557931" y="294418"/>
                  </a:lnTo>
                  <a:lnTo>
                    <a:pt x="536185" y="351623"/>
                  </a:lnTo>
                  <a:lnTo>
                    <a:pt x="533399" y="380999"/>
                  </a:lnTo>
                  <a:lnTo>
                    <a:pt x="0" y="380999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01184" y="3523488"/>
              <a:ext cx="2613660" cy="381000"/>
            </a:xfrm>
            <a:custGeom>
              <a:avLst/>
              <a:gdLst/>
              <a:ahLst/>
              <a:cxnLst/>
              <a:rect l="l" t="t" r="r" b="b"/>
              <a:pathLst>
                <a:path w="2613659" h="381000">
                  <a:moveTo>
                    <a:pt x="2613660" y="254508"/>
                  </a:moveTo>
                  <a:lnTo>
                    <a:pt x="2346960" y="254508"/>
                  </a:lnTo>
                  <a:lnTo>
                    <a:pt x="2324226" y="230870"/>
                  </a:lnTo>
                  <a:lnTo>
                    <a:pt x="2297999" y="208113"/>
                  </a:lnTo>
                  <a:lnTo>
                    <a:pt x="2235675" y="165425"/>
                  </a:lnTo>
                  <a:lnTo>
                    <a:pt x="2199885" y="145584"/>
                  </a:lnTo>
                  <a:lnTo>
                    <a:pt x="2161215" y="126806"/>
                  </a:lnTo>
                  <a:lnTo>
                    <a:pt x="2119816" y="109136"/>
                  </a:lnTo>
                  <a:lnTo>
                    <a:pt x="2075844" y="92618"/>
                  </a:lnTo>
                  <a:lnTo>
                    <a:pt x="2029450" y="77299"/>
                  </a:lnTo>
                  <a:lnTo>
                    <a:pt x="1980789" y="63224"/>
                  </a:lnTo>
                  <a:lnTo>
                    <a:pt x="1930013" y="50438"/>
                  </a:lnTo>
                  <a:lnTo>
                    <a:pt x="1877276" y="38987"/>
                  </a:lnTo>
                  <a:lnTo>
                    <a:pt x="1822732" y="28915"/>
                  </a:lnTo>
                  <a:lnTo>
                    <a:pt x="1766533" y="20269"/>
                  </a:lnTo>
                  <a:lnTo>
                    <a:pt x="1708833" y="13093"/>
                  </a:lnTo>
                  <a:lnTo>
                    <a:pt x="1649785" y="7432"/>
                  </a:lnTo>
                  <a:lnTo>
                    <a:pt x="1589542" y="3333"/>
                  </a:lnTo>
                  <a:lnTo>
                    <a:pt x="1528259" y="840"/>
                  </a:lnTo>
                  <a:lnTo>
                    <a:pt x="1466088" y="0"/>
                  </a:lnTo>
                  <a:lnTo>
                    <a:pt x="932688" y="0"/>
                  </a:lnTo>
                  <a:lnTo>
                    <a:pt x="866078" y="957"/>
                  </a:lnTo>
                  <a:lnTo>
                    <a:pt x="800733" y="3785"/>
                  </a:lnTo>
                  <a:lnTo>
                    <a:pt x="736810" y="8421"/>
                  </a:lnTo>
                  <a:lnTo>
                    <a:pt x="674467" y="14798"/>
                  </a:lnTo>
                  <a:lnTo>
                    <a:pt x="613861" y="22853"/>
                  </a:lnTo>
                  <a:lnTo>
                    <a:pt x="555151" y="32520"/>
                  </a:lnTo>
                  <a:lnTo>
                    <a:pt x="498494" y="43736"/>
                  </a:lnTo>
                  <a:lnTo>
                    <a:pt x="444048" y="56435"/>
                  </a:lnTo>
                  <a:lnTo>
                    <a:pt x="391970" y="70553"/>
                  </a:lnTo>
                  <a:lnTo>
                    <a:pt x="342420" y="86026"/>
                  </a:lnTo>
                  <a:lnTo>
                    <a:pt x="295554" y="102788"/>
                  </a:lnTo>
                  <a:lnTo>
                    <a:pt x="251530" y="120775"/>
                  </a:lnTo>
                  <a:lnTo>
                    <a:pt x="210506" y="139923"/>
                  </a:lnTo>
                  <a:lnTo>
                    <a:pt x="172641" y="160166"/>
                  </a:lnTo>
                  <a:lnTo>
                    <a:pt x="138091" y="181440"/>
                  </a:lnTo>
                  <a:lnTo>
                    <a:pt x="107014" y="203681"/>
                  </a:lnTo>
                  <a:lnTo>
                    <a:pt x="55914" y="250804"/>
                  </a:lnTo>
                  <a:lnTo>
                    <a:pt x="20602" y="301017"/>
                  </a:lnTo>
                  <a:lnTo>
                    <a:pt x="2341" y="353803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6185" y="351623"/>
                  </a:lnTo>
                  <a:lnTo>
                    <a:pt x="544423" y="322728"/>
                  </a:lnTo>
                  <a:lnTo>
                    <a:pt x="576529" y="266795"/>
                  </a:lnTo>
                  <a:lnTo>
                    <a:pt x="628275" y="214018"/>
                  </a:lnTo>
                  <a:lnTo>
                    <a:pt x="661062" y="189069"/>
                  </a:lnTo>
                  <a:lnTo>
                    <a:pt x="698216" y="165216"/>
                  </a:lnTo>
                  <a:lnTo>
                    <a:pt x="739558" y="142562"/>
                  </a:lnTo>
                  <a:lnTo>
                    <a:pt x="784908" y="121209"/>
                  </a:lnTo>
                  <a:lnTo>
                    <a:pt x="834084" y="101259"/>
                  </a:lnTo>
                  <a:lnTo>
                    <a:pt x="886905" y="82815"/>
                  </a:lnTo>
                  <a:lnTo>
                    <a:pt x="943193" y="65979"/>
                  </a:lnTo>
                  <a:lnTo>
                    <a:pt x="1002765" y="50854"/>
                  </a:lnTo>
                  <a:lnTo>
                    <a:pt x="1065442" y="37541"/>
                  </a:lnTo>
                  <a:lnTo>
                    <a:pt x="1131043" y="26144"/>
                  </a:lnTo>
                  <a:lnTo>
                    <a:pt x="1199388" y="16764"/>
                  </a:lnTo>
                  <a:lnTo>
                    <a:pt x="1264420" y="25787"/>
                  </a:lnTo>
                  <a:lnTo>
                    <a:pt x="1327159" y="36629"/>
                  </a:lnTo>
                  <a:lnTo>
                    <a:pt x="1387422" y="49215"/>
                  </a:lnTo>
                  <a:lnTo>
                    <a:pt x="1445026" y="63470"/>
                  </a:lnTo>
                  <a:lnTo>
                    <a:pt x="1499786" y="79319"/>
                  </a:lnTo>
                  <a:lnTo>
                    <a:pt x="1551521" y="96687"/>
                  </a:lnTo>
                  <a:lnTo>
                    <a:pt x="1600047" y="115500"/>
                  </a:lnTo>
                  <a:lnTo>
                    <a:pt x="1645181" y="135681"/>
                  </a:lnTo>
                  <a:lnTo>
                    <a:pt x="1686739" y="157157"/>
                  </a:lnTo>
                  <a:lnTo>
                    <a:pt x="1724540" y="179853"/>
                  </a:lnTo>
                  <a:lnTo>
                    <a:pt x="1758399" y="203693"/>
                  </a:lnTo>
                  <a:lnTo>
                    <a:pt x="1788133" y="228603"/>
                  </a:lnTo>
                  <a:lnTo>
                    <a:pt x="1813560" y="254508"/>
                  </a:lnTo>
                  <a:lnTo>
                    <a:pt x="1813560" y="312004"/>
                  </a:lnTo>
                  <a:lnTo>
                    <a:pt x="2133600" y="381000"/>
                  </a:lnTo>
                  <a:lnTo>
                    <a:pt x="2613660" y="254508"/>
                  </a:lnTo>
                  <a:close/>
                </a:path>
                <a:path w="2613659" h="381000">
                  <a:moveTo>
                    <a:pt x="1813560" y="312004"/>
                  </a:moveTo>
                  <a:lnTo>
                    <a:pt x="1813560" y="254508"/>
                  </a:lnTo>
                  <a:lnTo>
                    <a:pt x="1546860" y="254508"/>
                  </a:lnTo>
                  <a:lnTo>
                    <a:pt x="1813560" y="312004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01184" y="3523488"/>
              <a:ext cx="1199515" cy="381000"/>
            </a:xfrm>
            <a:custGeom>
              <a:avLst/>
              <a:gdLst/>
              <a:ahLst/>
              <a:cxnLst/>
              <a:rect l="l" t="t" r="r" b="b"/>
              <a:pathLst>
                <a:path w="1199514" h="381000">
                  <a:moveTo>
                    <a:pt x="1199388" y="16764"/>
                  </a:moveTo>
                  <a:lnTo>
                    <a:pt x="1146925" y="10924"/>
                  </a:lnTo>
                  <a:lnTo>
                    <a:pt x="1093878" y="6254"/>
                  </a:lnTo>
                  <a:lnTo>
                    <a:pt x="1040392" y="2828"/>
                  </a:lnTo>
                  <a:lnTo>
                    <a:pt x="986613" y="719"/>
                  </a:lnTo>
                  <a:lnTo>
                    <a:pt x="932688" y="0"/>
                  </a:lnTo>
                  <a:lnTo>
                    <a:pt x="866078" y="957"/>
                  </a:lnTo>
                  <a:lnTo>
                    <a:pt x="800733" y="3785"/>
                  </a:lnTo>
                  <a:lnTo>
                    <a:pt x="736810" y="8421"/>
                  </a:lnTo>
                  <a:lnTo>
                    <a:pt x="674467" y="14798"/>
                  </a:lnTo>
                  <a:lnTo>
                    <a:pt x="613861" y="22853"/>
                  </a:lnTo>
                  <a:lnTo>
                    <a:pt x="555151" y="32520"/>
                  </a:lnTo>
                  <a:lnTo>
                    <a:pt x="498494" y="43736"/>
                  </a:lnTo>
                  <a:lnTo>
                    <a:pt x="444048" y="56435"/>
                  </a:lnTo>
                  <a:lnTo>
                    <a:pt x="391970" y="70553"/>
                  </a:lnTo>
                  <a:lnTo>
                    <a:pt x="342420" y="86026"/>
                  </a:lnTo>
                  <a:lnTo>
                    <a:pt x="295554" y="102788"/>
                  </a:lnTo>
                  <a:lnTo>
                    <a:pt x="251530" y="120775"/>
                  </a:lnTo>
                  <a:lnTo>
                    <a:pt x="210506" y="139923"/>
                  </a:lnTo>
                  <a:lnTo>
                    <a:pt x="172641" y="160166"/>
                  </a:lnTo>
                  <a:lnTo>
                    <a:pt x="138091" y="181440"/>
                  </a:lnTo>
                  <a:lnTo>
                    <a:pt x="107014" y="203681"/>
                  </a:lnTo>
                  <a:lnTo>
                    <a:pt x="55914" y="250804"/>
                  </a:lnTo>
                  <a:lnTo>
                    <a:pt x="20602" y="301017"/>
                  </a:lnTo>
                  <a:lnTo>
                    <a:pt x="2341" y="353803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6185" y="351623"/>
                  </a:lnTo>
                  <a:lnTo>
                    <a:pt x="544423" y="322728"/>
                  </a:lnTo>
                  <a:lnTo>
                    <a:pt x="576529" y="266795"/>
                  </a:lnTo>
                  <a:lnTo>
                    <a:pt x="628275" y="214018"/>
                  </a:lnTo>
                  <a:lnTo>
                    <a:pt x="661062" y="189069"/>
                  </a:lnTo>
                  <a:lnTo>
                    <a:pt x="698216" y="165216"/>
                  </a:lnTo>
                  <a:lnTo>
                    <a:pt x="739558" y="142562"/>
                  </a:lnTo>
                  <a:lnTo>
                    <a:pt x="784908" y="121209"/>
                  </a:lnTo>
                  <a:lnTo>
                    <a:pt x="834084" y="101259"/>
                  </a:lnTo>
                  <a:lnTo>
                    <a:pt x="886905" y="82815"/>
                  </a:lnTo>
                  <a:lnTo>
                    <a:pt x="943193" y="65979"/>
                  </a:lnTo>
                  <a:lnTo>
                    <a:pt x="1002765" y="50854"/>
                  </a:lnTo>
                  <a:lnTo>
                    <a:pt x="1065442" y="37541"/>
                  </a:lnTo>
                  <a:lnTo>
                    <a:pt x="1131043" y="26144"/>
                  </a:lnTo>
                  <a:lnTo>
                    <a:pt x="1199388" y="16764"/>
                  </a:lnTo>
                  <a:close/>
                </a:path>
              </a:pathLst>
            </a:custGeom>
            <a:solidFill>
              <a:srgbClr val="00B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01184" y="3523488"/>
              <a:ext cx="2613660" cy="381000"/>
            </a:xfrm>
            <a:custGeom>
              <a:avLst/>
              <a:gdLst/>
              <a:ahLst/>
              <a:cxnLst/>
              <a:rect l="l" t="t" r="r" b="b"/>
              <a:pathLst>
                <a:path w="2613659" h="381000">
                  <a:moveTo>
                    <a:pt x="0" y="380999"/>
                  </a:moveTo>
                  <a:lnTo>
                    <a:pt x="9261" y="327121"/>
                  </a:lnTo>
                  <a:lnTo>
                    <a:pt x="36206" y="275556"/>
                  </a:lnTo>
                  <a:lnTo>
                    <a:pt x="79570" y="226824"/>
                  </a:lnTo>
                  <a:lnTo>
                    <a:pt x="138091" y="181440"/>
                  </a:lnTo>
                  <a:lnTo>
                    <a:pt x="172641" y="160166"/>
                  </a:lnTo>
                  <a:lnTo>
                    <a:pt x="210506" y="139923"/>
                  </a:lnTo>
                  <a:lnTo>
                    <a:pt x="251530" y="120775"/>
                  </a:lnTo>
                  <a:lnTo>
                    <a:pt x="295554" y="102788"/>
                  </a:lnTo>
                  <a:lnTo>
                    <a:pt x="342420" y="86026"/>
                  </a:lnTo>
                  <a:lnTo>
                    <a:pt x="391970" y="70553"/>
                  </a:lnTo>
                  <a:lnTo>
                    <a:pt x="444048" y="56435"/>
                  </a:lnTo>
                  <a:lnTo>
                    <a:pt x="498494" y="43736"/>
                  </a:lnTo>
                  <a:lnTo>
                    <a:pt x="555151" y="32520"/>
                  </a:lnTo>
                  <a:lnTo>
                    <a:pt x="613861" y="22853"/>
                  </a:lnTo>
                  <a:lnTo>
                    <a:pt x="674467" y="14798"/>
                  </a:lnTo>
                  <a:lnTo>
                    <a:pt x="736810" y="8421"/>
                  </a:lnTo>
                  <a:lnTo>
                    <a:pt x="800733" y="3785"/>
                  </a:lnTo>
                  <a:lnTo>
                    <a:pt x="866078" y="957"/>
                  </a:lnTo>
                  <a:lnTo>
                    <a:pt x="932687" y="0"/>
                  </a:lnTo>
                  <a:lnTo>
                    <a:pt x="1466087" y="0"/>
                  </a:lnTo>
                  <a:lnTo>
                    <a:pt x="1528259" y="840"/>
                  </a:lnTo>
                  <a:lnTo>
                    <a:pt x="1589542" y="3333"/>
                  </a:lnTo>
                  <a:lnTo>
                    <a:pt x="1649785" y="7432"/>
                  </a:lnTo>
                  <a:lnTo>
                    <a:pt x="1708833" y="13093"/>
                  </a:lnTo>
                  <a:lnTo>
                    <a:pt x="1766533" y="20269"/>
                  </a:lnTo>
                  <a:lnTo>
                    <a:pt x="1822731" y="28915"/>
                  </a:lnTo>
                  <a:lnTo>
                    <a:pt x="1877276" y="38987"/>
                  </a:lnTo>
                  <a:lnTo>
                    <a:pt x="1930013" y="50438"/>
                  </a:lnTo>
                  <a:lnTo>
                    <a:pt x="1980788" y="63224"/>
                  </a:lnTo>
                  <a:lnTo>
                    <a:pt x="2029450" y="77299"/>
                  </a:lnTo>
                  <a:lnTo>
                    <a:pt x="2075843" y="92618"/>
                  </a:lnTo>
                  <a:lnTo>
                    <a:pt x="2119816" y="109136"/>
                  </a:lnTo>
                  <a:lnTo>
                    <a:pt x="2161215" y="126806"/>
                  </a:lnTo>
                  <a:lnTo>
                    <a:pt x="2199885" y="145584"/>
                  </a:lnTo>
                  <a:lnTo>
                    <a:pt x="2235675" y="165425"/>
                  </a:lnTo>
                  <a:lnTo>
                    <a:pt x="2268431" y="186283"/>
                  </a:lnTo>
                  <a:lnTo>
                    <a:pt x="2324226" y="230870"/>
                  </a:lnTo>
                  <a:lnTo>
                    <a:pt x="2346959" y="254507"/>
                  </a:lnTo>
                  <a:lnTo>
                    <a:pt x="2613659" y="254507"/>
                  </a:lnTo>
                  <a:lnTo>
                    <a:pt x="2133599" y="380999"/>
                  </a:lnTo>
                  <a:lnTo>
                    <a:pt x="1546859" y="254507"/>
                  </a:lnTo>
                  <a:lnTo>
                    <a:pt x="1813559" y="254507"/>
                  </a:lnTo>
                  <a:lnTo>
                    <a:pt x="1788133" y="228603"/>
                  </a:lnTo>
                  <a:lnTo>
                    <a:pt x="1758399" y="203693"/>
                  </a:lnTo>
                  <a:lnTo>
                    <a:pt x="1724540" y="179853"/>
                  </a:lnTo>
                  <a:lnTo>
                    <a:pt x="1686739" y="157157"/>
                  </a:lnTo>
                  <a:lnTo>
                    <a:pt x="1645181" y="135681"/>
                  </a:lnTo>
                  <a:lnTo>
                    <a:pt x="1600047" y="115500"/>
                  </a:lnTo>
                  <a:lnTo>
                    <a:pt x="1551521" y="96687"/>
                  </a:lnTo>
                  <a:lnTo>
                    <a:pt x="1499786" y="79319"/>
                  </a:lnTo>
                  <a:lnTo>
                    <a:pt x="1445025" y="63470"/>
                  </a:lnTo>
                  <a:lnTo>
                    <a:pt x="1387422" y="49215"/>
                  </a:lnTo>
                  <a:lnTo>
                    <a:pt x="1327159" y="36629"/>
                  </a:lnTo>
                  <a:lnTo>
                    <a:pt x="1264420" y="25787"/>
                  </a:lnTo>
                  <a:lnTo>
                    <a:pt x="1199387" y="16763"/>
                  </a:lnTo>
                  <a:lnTo>
                    <a:pt x="1131043" y="26144"/>
                  </a:lnTo>
                  <a:lnTo>
                    <a:pt x="1065442" y="37541"/>
                  </a:lnTo>
                  <a:lnTo>
                    <a:pt x="1002765" y="50854"/>
                  </a:lnTo>
                  <a:lnTo>
                    <a:pt x="943193" y="65979"/>
                  </a:lnTo>
                  <a:lnTo>
                    <a:pt x="886905" y="82815"/>
                  </a:lnTo>
                  <a:lnTo>
                    <a:pt x="834083" y="101259"/>
                  </a:lnTo>
                  <a:lnTo>
                    <a:pt x="784908" y="121209"/>
                  </a:lnTo>
                  <a:lnTo>
                    <a:pt x="739558" y="142562"/>
                  </a:lnTo>
                  <a:lnTo>
                    <a:pt x="698216" y="165216"/>
                  </a:lnTo>
                  <a:lnTo>
                    <a:pt x="661062" y="189069"/>
                  </a:lnTo>
                  <a:lnTo>
                    <a:pt x="628275" y="214018"/>
                  </a:lnTo>
                  <a:lnTo>
                    <a:pt x="600038" y="239960"/>
                  </a:lnTo>
                  <a:lnTo>
                    <a:pt x="557931" y="294418"/>
                  </a:lnTo>
                  <a:lnTo>
                    <a:pt x="536185" y="351623"/>
                  </a:lnTo>
                  <a:lnTo>
                    <a:pt x="533399" y="380999"/>
                  </a:lnTo>
                  <a:lnTo>
                    <a:pt x="0" y="380999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91984" y="3371088"/>
              <a:ext cx="762000" cy="1270000"/>
            </a:xfrm>
            <a:custGeom>
              <a:avLst/>
              <a:gdLst/>
              <a:ahLst/>
              <a:cxnLst/>
              <a:rect l="l" t="t" r="r" b="b"/>
              <a:pathLst>
                <a:path w="762000" h="1270000">
                  <a:moveTo>
                    <a:pt x="762000" y="713232"/>
                  </a:moveTo>
                  <a:lnTo>
                    <a:pt x="762000" y="454152"/>
                  </a:lnTo>
                  <a:lnTo>
                    <a:pt x="759706" y="418775"/>
                  </a:lnTo>
                  <a:lnTo>
                    <a:pt x="741863" y="350297"/>
                  </a:lnTo>
                  <a:lnTo>
                    <a:pt x="707480" y="285541"/>
                  </a:lnTo>
                  <a:lnTo>
                    <a:pt x="684511" y="254814"/>
                  </a:lnTo>
                  <a:lnTo>
                    <a:pt x="657916" y="225326"/>
                  </a:lnTo>
                  <a:lnTo>
                    <a:pt x="627865" y="197178"/>
                  </a:lnTo>
                  <a:lnTo>
                    <a:pt x="594528" y="170474"/>
                  </a:lnTo>
                  <a:lnTo>
                    <a:pt x="558075" y="145316"/>
                  </a:lnTo>
                  <a:lnTo>
                    <a:pt x="518676" y="121808"/>
                  </a:lnTo>
                  <a:lnTo>
                    <a:pt x="476501" y="100050"/>
                  </a:lnTo>
                  <a:lnTo>
                    <a:pt x="431718" y="80147"/>
                  </a:lnTo>
                  <a:lnTo>
                    <a:pt x="384499" y="62201"/>
                  </a:lnTo>
                  <a:lnTo>
                    <a:pt x="335013" y="46315"/>
                  </a:lnTo>
                  <a:lnTo>
                    <a:pt x="283430" y="32591"/>
                  </a:lnTo>
                  <a:lnTo>
                    <a:pt x="229919" y="21132"/>
                  </a:lnTo>
                  <a:lnTo>
                    <a:pt x="174651" y="12040"/>
                  </a:lnTo>
                  <a:lnTo>
                    <a:pt x="117795" y="5419"/>
                  </a:lnTo>
                  <a:lnTo>
                    <a:pt x="59521" y="1372"/>
                  </a:lnTo>
                  <a:lnTo>
                    <a:pt x="0" y="0"/>
                  </a:lnTo>
                  <a:lnTo>
                    <a:pt x="0" y="259080"/>
                  </a:lnTo>
                  <a:lnTo>
                    <a:pt x="58991" y="260441"/>
                  </a:lnTo>
                  <a:lnTo>
                    <a:pt x="116963" y="264466"/>
                  </a:lnTo>
                  <a:lnTo>
                    <a:pt x="173718" y="271065"/>
                  </a:lnTo>
                  <a:lnTo>
                    <a:pt x="229058" y="280148"/>
                  </a:lnTo>
                  <a:lnTo>
                    <a:pt x="282786" y="291627"/>
                  </a:lnTo>
                  <a:lnTo>
                    <a:pt x="334706" y="305412"/>
                  </a:lnTo>
                  <a:lnTo>
                    <a:pt x="384499" y="321375"/>
                  </a:lnTo>
                  <a:lnTo>
                    <a:pt x="432328" y="339542"/>
                  </a:lnTo>
                  <a:lnTo>
                    <a:pt x="477636" y="359709"/>
                  </a:lnTo>
                  <a:lnTo>
                    <a:pt x="520346" y="381825"/>
                  </a:lnTo>
                  <a:lnTo>
                    <a:pt x="560261" y="405799"/>
                  </a:lnTo>
                  <a:lnTo>
                    <a:pt x="597183" y="431544"/>
                  </a:lnTo>
                  <a:lnTo>
                    <a:pt x="630915" y="458970"/>
                  </a:lnTo>
                  <a:lnTo>
                    <a:pt x="661259" y="487987"/>
                  </a:lnTo>
                  <a:lnTo>
                    <a:pt x="688019" y="518505"/>
                  </a:lnTo>
                  <a:lnTo>
                    <a:pt x="710997" y="550437"/>
                  </a:lnTo>
                  <a:lnTo>
                    <a:pt x="729996" y="583692"/>
                  </a:lnTo>
                  <a:lnTo>
                    <a:pt x="729996" y="841685"/>
                  </a:lnTo>
                  <a:lnTo>
                    <a:pt x="738323" y="825203"/>
                  </a:lnTo>
                  <a:lnTo>
                    <a:pt x="751354" y="788701"/>
                  </a:lnTo>
                  <a:lnTo>
                    <a:pt x="759307" y="751327"/>
                  </a:lnTo>
                  <a:lnTo>
                    <a:pt x="762000" y="713232"/>
                  </a:lnTo>
                  <a:close/>
                </a:path>
                <a:path w="762000" h="1270000">
                  <a:moveTo>
                    <a:pt x="252984" y="1269492"/>
                  </a:moveTo>
                  <a:lnTo>
                    <a:pt x="252984" y="751332"/>
                  </a:lnTo>
                  <a:lnTo>
                    <a:pt x="0" y="1036320"/>
                  </a:lnTo>
                  <a:lnTo>
                    <a:pt x="252984" y="1269492"/>
                  </a:lnTo>
                  <a:close/>
                </a:path>
                <a:path w="762000" h="1270000">
                  <a:moveTo>
                    <a:pt x="729996" y="841685"/>
                  </a:moveTo>
                  <a:lnTo>
                    <a:pt x="729996" y="583692"/>
                  </a:lnTo>
                  <a:lnTo>
                    <a:pt x="710278" y="617770"/>
                  </a:lnTo>
                  <a:lnTo>
                    <a:pt x="686300" y="650578"/>
                  </a:lnTo>
                  <a:lnTo>
                    <a:pt x="658248" y="681990"/>
                  </a:lnTo>
                  <a:lnTo>
                    <a:pt x="626307" y="711877"/>
                  </a:lnTo>
                  <a:lnTo>
                    <a:pt x="590662" y="740113"/>
                  </a:lnTo>
                  <a:lnTo>
                    <a:pt x="551497" y="766572"/>
                  </a:lnTo>
                  <a:lnTo>
                    <a:pt x="508999" y="791125"/>
                  </a:lnTo>
                  <a:lnTo>
                    <a:pt x="463352" y="813646"/>
                  </a:lnTo>
                  <a:lnTo>
                    <a:pt x="414742" y="834009"/>
                  </a:lnTo>
                  <a:lnTo>
                    <a:pt x="363354" y="852085"/>
                  </a:lnTo>
                  <a:lnTo>
                    <a:pt x="309372" y="867748"/>
                  </a:lnTo>
                  <a:lnTo>
                    <a:pt x="252984" y="880872"/>
                  </a:lnTo>
                  <a:lnTo>
                    <a:pt x="252984" y="1139952"/>
                  </a:lnTo>
                  <a:lnTo>
                    <a:pt x="312572" y="1125753"/>
                  </a:lnTo>
                  <a:lnTo>
                    <a:pt x="369293" y="1108861"/>
                  </a:lnTo>
                  <a:lnTo>
                    <a:pt x="422964" y="1089428"/>
                  </a:lnTo>
                  <a:lnTo>
                    <a:pt x="473400" y="1067605"/>
                  </a:lnTo>
                  <a:lnTo>
                    <a:pt x="520346" y="1043581"/>
                  </a:lnTo>
                  <a:lnTo>
                    <a:pt x="563831" y="1017398"/>
                  </a:lnTo>
                  <a:lnTo>
                    <a:pt x="603457" y="989316"/>
                  </a:lnTo>
                  <a:lnTo>
                    <a:pt x="639110" y="959452"/>
                  </a:lnTo>
                  <a:lnTo>
                    <a:pt x="670608" y="927957"/>
                  </a:lnTo>
                  <a:lnTo>
                    <a:pt x="697766" y="894983"/>
                  </a:lnTo>
                  <a:lnTo>
                    <a:pt x="720399" y="860681"/>
                  </a:lnTo>
                  <a:lnTo>
                    <a:pt x="729996" y="841685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91984" y="3371088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39">
                  <a:moveTo>
                    <a:pt x="761999" y="713231"/>
                  </a:moveTo>
                  <a:lnTo>
                    <a:pt x="761999" y="454151"/>
                  </a:lnTo>
                  <a:lnTo>
                    <a:pt x="759706" y="418774"/>
                  </a:lnTo>
                  <a:lnTo>
                    <a:pt x="741863" y="350297"/>
                  </a:lnTo>
                  <a:lnTo>
                    <a:pt x="707480" y="285541"/>
                  </a:lnTo>
                  <a:lnTo>
                    <a:pt x="684511" y="254814"/>
                  </a:lnTo>
                  <a:lnTo>
                    <a:pt x="657916" y="225326"/>
                  </a:lnTo>
                  <a:lnTo>
                    <a:pt x="627865" y="197178"/>
                  </a:lnTo>
                  <a:lnTo>
                    <a:pt x="594528" y="170474"/>
                  </a:lnTo>
                  <a:lnTo>
                    <a:pt x="558075" y="145316"/>
                  </a:lnTo>
                  <a:lnTo>
                    <a:pt x="518676" y="121808"/>
                  </a:lnTo>
                  <a:lnTo>
                    <a:pt x="476501" y="100050"/>
                  </a:lnTo>
                  <a:lnTo>
                    <a:pt x="431718" y="80147"/>
                  </a:lnTo>
                  <a:lnTo>
                    <a:pt x="384499" y="62201"/>
                  </a:lnTo>
                  <a:lnTo>
                    <a:pt x="335013" y="46315"/>
                  </a:lnTo>
                  <a:lnTo>
                    <a:pt x="283430" y="32591"/>
                  </a:lnTo>
                  <a:lnTo>
                    <a:pt x="229919" y="21132"/>
                  </a:lnTo>
                  <a:lnTo>
                    <a:pt x="174651" y="12040"/>
                  </a:lnTo>
                  <a:lnTo>
                    <a:pt x="117795" y="5419"/>
                  </a:lnTo>
                  <a:lnTo>
                    <a:pt x="59521" y="1372"/>
                  </a:lnTo>
                  <a:lnTo>
                    <a:pt x="0" y="0"/>
                  </a:lnTo>
                  <a:lnTo>
                    <a:pt x="0" y="259079"/>
                  </a:lnTo>
                  <a:lnTo>
                    <a:pt x="59521" y="260452"/>
                  </a:lnTo>
                  <a:lnTo>
                    <a:pt x="117795" y="264499"/>
                  </a:lnTo>
                  <a:lnTo>
                    <a:pt x="174651" y="271120"/>
                  </a:lnTo>
                  <a:lnTo>
                    <a:pt x="229919" y="280212"/>
                  </a:lnTo>
                  <a:lnTo>
                    <a:pt x="283430" y="291671"/>
                  </a:lnTo>
                  <a:lnTo>
                    <a:pt x="335013" y="305395"/>
                  </a:lnTo>
                  <a:lnTo>
                    <a:pt x="384499" y="321281"/>
                  </a:lnTo>
                  <a:lnTo>
                    <a:pt x="431718" y="339227"/>
                  </a:lnTo>
                  <a:lnTo>
                    <a:pt x="476501" y="359130"/>
                  </a:lnTo>
                  <a:lnTo>
                    <a:pt x="518676" y="380888"/>
                  </a:lnTo>
                  <a:lnTo>
                    <a:pt x="558075" y="404396"/>
                  </a:lnTo>
                  <a:lnTo>
                    <a:pt x="594528" y="429554"/>
                  </a:lnTo>
                  <a:lnTo>
                    <a:pt x="627865" y="456258"/>
                  </a:lnTo>
                  <a:lnTo>
                    <a:pt x="657916" y="484406"/>
                  </a:lnTo>
                  <a:lnTo>
                    <a:pt x="684511" y="513894"/>
                  </a:lnTo>
                  <a:lnTo>
                    <a:pt x="707480" y="544621"/>
                  </a:lnTo>
                  <a:lnTo>
                    <a:pt x="741863" y="609377"/>
                  </a:lnTo>
                  <a:lnTo>
                    <a:pt x="759706" y="677854"/>
                  </a:lnTo>
                  <a:lnTo>
                    <a:pt x="761999" y="713231"/>
                  </a:lnTo>
                  <a:close/>
                </a:path>
              </a:pathLst>
            </a:custGeom>
            <a:solidFill>
              <a:srgbClr val="00B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91984" y="3371088"/>
              <a:ext cx="762000" cy="1270000"/>
            </a:xfrm>
            <a:custGeom>
              <a:avLst/>
              <a:gdLst/>
              <a:ahLst/>
              <a:cxnLst/>
              <a:rect l="l" t="t" r="r" b="b"/>
              <a:pathLst>
                <a:path w="762000" h="1270000">
                  <a:moveTo>
                    <a:pt x="0" y="0"/>
                  </a:moveTo>
                  <a:lnTo>
                    <a:pt x="59521" y="1372"/>
                  </a:lnTo>
                  <a:lnTo>
                    <a:pt x="117795" y="5419"/>
                  </a:lnTo>
                  <a:lnTo>
                    <a:pt x="174651" y="12040"/>
                  </a:lnTo>
                  <a:lnTo>
                    <a:pt x="229919" y="21132"/>
                  </a:lnTo>
                  <a:lnTo>
                    <a:pt x="283430" y="32591"/>
                  </a:lnTo>
                  <a:lnTo>
                    <a:pt x="335013" y="46315"/>
                  </a:lnTo>
                  <a:lnTo>
                    <a:pt x="384499" y="62201"/>
                  </a:lnTo>
                  <a:lnTo>
                    <a:pt x="431718" y="80147"/>
                  </a:lnTo>
                  <a:lnTo>
                    <a:pt x="476501" y="100050"/>
                  </a:lnTo>
                  <a:lnTo>
                    <a:pt x="518676" y="121808"/>
                  </a:lnTo>
                  <a:lnTo>
                    <a:pt x="558075" y="145316"/>
                  </a:lnTo>
                  <a:lnTo>
                    <a:pt x="594528" y="170474"/>
                  </a:lnTo>
                  <a:lnTo>
                    <a:pt x="627865" y="197178"/>
                  </a:lnTo>
                  <a:lnTo>
                    <a:pt x="657916" y="225326"/>
                  </a:lnTo>
                  <a:lnTo>
                    <a:pt x="684511" y="254814"/>
                  </a:lnTo>
                  <a:lnTo>
                    <a:pt x="707480" y="285541"/>
                  </a:lnTo>
                  <a:lnTo>
                    <a:pt x="741863" y="350297"/>
                  </a:lnTo>
                  <a:lnTo>
                    <a:pt x="759706" y="418774"/>
                  </a:lnTo>
                  <a:lnTo>
                    <a:pt x="761999" y="454151"/>
                  </a:lnTo>
                  <a:lnTo>
                    <a:pt x="761999" y="713231"/>
                  </a:lnTo>
                  <a:lnTo>
                    <a:pt x="759307" y="751327"/>
                  </a:lnTo>
                  <a:lnTo>
                    <a:pt x="751354" y="788701"/>
                  </a:lnTo>
                  <a:lnTo>
                    <a:pt x="738323" y="825203"/>
                  </a:lnTo>
                  <a:lnTo>
                    <a:pt x="720399" y="860681"/>
                  </a:lnTo>
                  <a:lnTo>
                    <a:pt x="697766" y="894983"/>
                  </a:lnTo>
                  <a:lnTo>
                    <a:pt x="670608" y="927957"/>
                  </a:lnTo>
                  <a:lnTo>
                    <a:pt x="639110" y="959452"/>
                  </a:lnTo>
                  <a:lnTo>
                    <a:pt x="603457" y="989316"/>
                  </a:lnTo>
                  <a:lnTo>
                    <a:pt x="563831" y="1017397"/>
                  </a:lnTo>
                  <a:lnTo>
                    <a:pt x="520417" y="1043544"/>
                  </a:lnTo>
                  <a:lnTo>
                    <a:pt x="473400" y="1067605"/>
                  </a:lnTo>
                  <a:lnTo>
                    <a:pt x="422964" y="1089428"/>
                  </a:lnTo>
                  <a:lnTo>
                    <a:pt x="369293" y="1108861"/>
                  </a:lnTo>
                  <a:lnTo>
                    <a:pt x="312572" y="1125753"/>
                  </a:lnTo>
                  <a:lnTo>
                    <a:pt x="252983" y="1139951"/>
                  </a:lnTo>
                  <a:lnTo>
                    <a:pt x="252983" y="1269491"/>
                  </a:lnTo>
                  <a:lnTo>
                    <a:pt x="0" y="1036319"/>
                  </a:lnTo>
                  <a:lnTo>
                    <a:pt x="252983" y="751331"/>
                  </a:lnTo>
                  <a:lnTo>
                    <a:pt x="252983" y="880871"/>
                  </a:lnTo>
                  <a:lnTo>
                    <a:pt x="309372" y="867748"/>
                  </a:lnTo>
                  <a:lnTo>
                    <a:pt x="363354" y="852085"/>
                  </a:lnTo>
                  <a:lnTo>
                    <a:pt x="414742" y="834008"/>
                  </a:lnTo>
                  <a:lnTo>
                    <a:pt x="463352" y="813646"/>
                  </a:lnTo>
                  <a:lnTo>
                    <a:pt x="508999" y="791125"/>
                  </a:lnTo>
                  <a:lnTo>
                    <a:pt x="551497" y="766571"/>
                  </a:lnTo>
                  <a:lnTo>
                    <a:pt x="590661" y="740113"/>
                  </a:lnTo>
                  <a:lnTo>
                    <a:pt x="626307" y="711877"/>
                  </a:lnTo>
                  <a:lnTo>
                    <a:pt x="658248" y="681989"/>
                  </a:lnTo>
                  <a:lnTo>
                    <a:pt x="686300" y="650578"/>
                  </a:lnTo>
                  <a:lnTo>
                    <a:pt x="710278" y="617770"/>
                  </a:lnTo>
                  <a:lnTo>
                    <a:pt x="729995" y="583691"/>
                  </a:lnTo>
                  <a:lnTo>
                    <a:pt x="710997" y="550437"/>
                  </a:lnTo>
                  <a:lnTo>
                    <a:pt x="688019" y="518505"/>
                  </a:lnTo>
                  <a:lnTo>
                    <a:pt x="661259" y="487987"/>
                  </a:lnTo>
                  <a:lnTo>
                    <a:pt x="630915" y="458970"/>
                  </a:lnTo>
                  <a:lnTo>
                    <a:pt x="597183" y="431544"/>
                  </a:lnTo>
                  <a:lnTo>
                    <a:pt x="560261" y="405799"/>
                  </a:lnTo>
                  <a:lnTo>
                    <a:pt x="520346" y="381825"/>
                  </a:lnTo>
                  <a:lnTo>
                    <a:pt x="477636" y="359709"/>
                  </a:lnTo>
                  <a:lnTo>
                    <a:pt x="432328" y="339542"/>
                  </a:lnTo>
                  <a:lnTo>
                    <a:pt x="384619" y="321413"/>
                  </a:lnTo>
                  <a:lnTo>
                    <a:pt x="334706" y="305412"/>
                  </a:lnTo>
                  <a:lnTo>
                    <a:pt x="282786" y="291627"/>
                  </a:lnTo>
                  <a:lnTo>
                    <a:pt x="229058" y="280148"/>
                  </a:lnTo>
                  <a:lnTo>
                    <a:pt x="173718" y="271065"/>
                  </a:lnTo>
                  <a:lnTo>
                    <a:pt x="116963" y="264466"/>
                  </a:lnTo>
                  <a:lnTo>
                    <a:pt x="58991" y="260441"/>
                  </a:lnTo>
                  <a:lnTo>
                    <a:pt x="0" y="25907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91584" y="3371088"/>
              <a:ext cx="381000" cy="1419225"/>
            </a:xfrm>
            <a:custGeom>
              <a:avLst/>
              <a:gdLst/>
              <a:ahLst/>
              <a:cxnLst/>
              <a:rect l="l" t="t" r="r" b="b"/>
              <a:pathLst>
                <a:path w="381000" h="1419225">
                  <a:moveTo>
                    <a:pt x="381000" y="289560"/>
                  </a:moveTo>
                  <a:lnTo>
                    <a:pt x="381000" y="0"/>
                  </a:lnTo>
                  <a:lnTo>
                    <a:pt x="339504" y="2976"/>
                  </a:lnTo>
                  <a:lnTo>
                    <a:pt x="299299" y="11698"/>
                  </a:lnTo>
                  <a:lnTo>
                    <a:pt x="260616" y="25859"/>
                  </a:lnTo>
                  <a:lnTo>
                    <a:pt x="223688" y="45148"/>
                  </a:lnTo>
                  <a:lnTo>
                    <a:pt x="188750" y="69257"/>
                  </a:lnTo>
                  <a:lnTo>
                    <a:pt x="156033" y="97877"/>
                  </a:lnTo>
                  <a:lnTo>
                    <a:pt x="125770" y="130699"/>
                  </a:lnTo>
                  <a:lnTo>
                    <a:pt x="98196" y="167415"/>
                  </a:lnTo>
                  <a:lnTo>
                    <a:pt x="73542" y="207715"/>
                  </a:lnTo>
                  <a:lnTo>
                    <a:pt x="52041" y="251290"/>
                  </a:lnTo>
                  <a:lnTo>
                    <a:pt x="33928" y="297832"/>
                  </a:lnTo>
                  <a:lnTo>
                    <a:pt x="19434" y="347033"/>
                  </a:lnTo>
                  <a:lnTo>
                    <a:pt x="8792" y="398582"/>
                  </a:lnTo>
                  <a:lnTo>
                    <a:pt x="2237" y="452171"/>
                  </a:lnTo>
                  <a:lnTo>
                    <a:pt x="0" y="507492"/>
                  </a:lnTo>
                  <a:lnTo>
                    <a:pt x="0" y="797052"/>
                  </a:lnTo>
                  <a:lnTo>
                    <a:pt x="2067" y="850210"/>
                  </a:lnTo>
                  <a:lnTo>
                    <a:pt x="8156" y="902024"/>
                  </a:lnTo>
                  <a:lnTo>
                    <a:pt x="15240" y="937753"/>
                  </a:lnTo>
                  <a:lnTo>
                    <a:pt x="15240" y="652272"/>
                  </a:lnTo>
                  <a:lnTo>
                    <a:pt x="29450" y="599994"/>
                  </a:lnTo>
                  <a:lnTo>
                    <a:pt x="47519" y="550791"/>
                  </a:lnTo>
                  <a:lnTo>
                    <a:pt x="69175" y="504944"/>
                  </a:lnTo>
                  <a:lnTo>
                    <a:pt x="94149" y="462731"/>
                  </a:lnTo>
                  <a:lnTo>
                    <a:pt x="122171" y="424434"/>
                  </a:lnTo>
                  <a:lnTo>
                    <a:pt x="152971" y="390334"/>
                  </a:lnTo>
                  <a:lnTo>
                    <a:pt x="186279" y="360710"/>
                  </a:lnTo>
                  <a:lnTo>
                    <a:pt x="221826" y="335844"/>
                  </a:lnTo>
                  <a:lnTo>
                    <a:pt x="259341" y="316015"/>
                  </a:lnTo>
                  <a:lnTo>
                    <a:pt x="298555" y="301505"/>
                  </a:lnTo>
                  <a:lnTo>
                    <a:pt x="339198" y="292593"/>
                  </a:lnTo>
                  <a:lnTo>
                    <a:pt x="381000" y="289560"/>
                  </a:lnTo>
                  <a:close/>
                </a:path>
                <a:path w="381000" h="1419225">
                  <a:moveTo>
                    <a:pt x="252984" y="1274064"/>
                  </a:moveTo>
                  <a:lnTo>
                    <a:pt x="252984" y="984504"/>
                  </a:lnTo>
                  <a:lnTo>
                    <a:pt x="215881" y="964179"/>
                  </a:lnTo>
                  <a:lnTo>
                    <a:pt x="180923" y="938976"/>
                  </a:lnTo>
                  <a:lnTo>
                    <a:pt x="148336" y="909207"/>
                  </a:lnTo>
                  <a:lnTo>
                    <a:pt x="118345" y="875185"/>
                  </a:lnTo>
                  <a:lnTo>
                    <a:pt x="91176" y="837225"/>
                  </a:lnTo>
                  <a:lnTo>
                    <a:pt x="67056" y="795640"/>
                  </a:lnTo>
                  <a:lnTo>
                    <a:pt x="46209" y="750744"/>
                  </a:lnTo>
                  <a:lnTo>
                    <a:pt x="28861" y="702850"/>
                  </a:lnTo>
                  <a:lnTo>
                    <a:pt x="15240" y="652272"/>
                  </a:lnTo>
                  <a:lnTo>
                    <a:pt x="15240" y="937753"/>
                  </a:lnTo>
                  <a:lnTo>
                    <a:pt x="31721" y="1000308"/>
                  </a:lnTo>
                  <a:lnTo>
                    <a:pt x="48859" y="1046121"/>
                  </a:lnTo>
                  <a:lnTo>
                    <a:pt x="69342" y="1089279"/>
                  </a:lnTo>
                  <a:lnTo>
                    <a:pt x="92999" y="1129451"/>
                  </a:lnTo>
                  <a:lnTo>
                    <a:pt x="119662" y="1166311"/>
                  </a:lnTo>
                  <a:lnTo>
                    <a:pt x="149161" y="1199530"/>
                  </a:lnTo>
                  <a:lnTo>
                    <a:pt x="181327" y="1228781"/>
                  </a:lnTo>
                  <a:lnTo>
                    <a:pt x="215881" y="1253655"/>
                  </a:lnTo>
                  <a:lnTo>
                    <a:pt x="221826" y="1256941"/>
                  </a:lnTo>
                  <a:lnTo>
                    <a:pt x="252984" y="1274064"/>
                  </a:lnTo>
                  <a:close/>
                </a:path>
                <a:path w="381000" h="1419225">
                  <a:moveTo>
                    <a:pt x="381000" y="1158240"/>
                  </a:moveTo>
                  <a:lnTo>
                    <a:pt x="252984" y="839724"/>
                  </a:lnTo>
                  <a:lnTo>
                    <a:pt x="252984" y="1418844"/>
                  </a:lnTo>
                  <a:lnTo>
                    <a:pt x="381000" y="1158240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91584" y="3371088"/>
              <a:ext cx="381000" cy="652780"/>
            </a:xfrm>
            <a:custGeom>
              <a:avLst/>
              <a:gdLst/>
              <a:ahLst/>
              <a:cxnLst/>
              <a:rect l="l" t="t" r="r" b="b"/>
              <a:pathLst>
                <a:path w="381000" h="652779">
                  <a:moveTo>
                    <a:pt x="381000" y="289560"/>
                  </a:moveTo>
                  <a:lnTo>
                    <a:pt x="381000" y="0"/>
                  </a:lnTo>
                  <a:lnTo>
                    <a:pt x="339504" y="2976"/>
                  </a:lnTo>
                  <a:lnTo>
                    <a:pt x="299299" y="11698"/>
                  </a:lnTo>
                  <a:lnTo>
                    <a:pt x="260616" y="25859"/>
                  </a:lnTo>
                  <a:lnTo>
                    <a:pt x="223688" y="45148"/>
                  </a:lnTo>
                  <a:lnTo>
                    <a:pt x="188750" y="69257"/>
                  </a:lnTo>
                  <a:lnTo>
                    <a:pt x="156033" y="97877"/>
                  </a:lnTo>
                  <a:lnTo>
                    <a:pt x="125770" y="130699"/>
                  </a:lnTo>
                  <a:lnTo>
                    <a:pt x="98196" y="167415"/>
                  </a:lnTo>
                  <a:lnTo>
                    <a:pt x="73542" y="207715"/>
                  </a:lnTo>
                  <a:lnTo>
                    <a:pt x="52041" y="251290"/>
                  </a:lnTo>
                  <a:lnTo>
                    <a:pt x="33928" y="297832"/>
                  </a:lnTo>
                  <a:lnTo>
                    <a:pt x="19434" y="347033"/>
                  </a:lnTo>
                  <a:lnTo>
                    <a:pt x="8792" y="398582"/>
                  </a:lnTo>
                  <a:lnTo>
                    <a:pt x="2237" y="452171"/>
                  </a:lnTo>
                  <a:lnTo>
                    <a:pt x="0" y="507492"/>
                  </a:lnTo>
                  <a:lnTo>
                    <a:pt x="881" y="544044"/>
                  </a:lnTo>
                  <a:lnTo>
                    <a:pt x="3619" y="580453"/>
                  </a:lnTo>
                  <a:lnTo>
                    <a:pt x="8358" y="616577"/>
                  </a:lnTo>
                  <a:lnTo>
                    <a:pt x="15240" y="652272"/>
                  </a:lnTo>
                  <a:lnTo>
                    <a:pt x="29450" y="599994"/>
                  </a:lnTo>
                  <a:lnTo>
                    <a:pt x="47519" y="550791"/>
                  </a:lnTo>
                  <a:lnTo>
                    <a:pt x="69175" y="504944"/>
                  </a:lnTo>
                  <a:lnTo>
                    <a:pt x="94149" y="462731"/>
                  </a:lnTo>
                  <a:lnTo>
                    <a:pt x="122171" y="424434"/>
                  </a:lnTo>
                  <a:lnTo>
                    <a:pt x="152971" y="390334"/>
                  </a:lnTo>
                  <a:lnTo>
                    <a:pt x="186279" y="360710"/>
                  </a:lnTo>
                  <a:lnTo>
                    <a:pt x="221826" y="335844"/>
                  </a:lnTo>
                  <a:lnTo>
                    <a:pt x="259341" y="316015"/>
                  </a:lnTo>
                  <a:lnTo>
                    <a:pt x="298555" y="301505"/>
                  </a:lnTo>
                  <a:lnTo>
                    <a:pt x="339198" y="292593"/>
                  </a:lnTo>
                  <a:lnTo>
                    <a:pt x="381000" y="289560"/>
                  </a:lnTo>
                  <a:close/>
                </a:path>
              </a:pathLst>
            </a:custGeom>
            <a:solidFill>
              <a:srgbClr val="00B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91583" y="3371088"/>
              <a:ext cx="381000" cy="1419225"/>
            </a:xfrm>
            <a:custGeom>
              <a:avLst/>
              <a:gdLst/>
              <a:ahLst/>
              <a:cxnLst/>
              <a:rect l="l" t="t" r="r" b="b"/>
              <a:pathLst>
                <a:path w="381000" h="1419225">
                  <a:moveTo>
                    <a:pt x="380999" y="0"/>
                  </a:moveTo>
                  <a:lnTo>
                    <a:pt x="339504" y="2976"/>
                  </a:lnTo>
                  <a:lnTo>
                    <a:pt x="299299" y="11698"/>
                  </a:lnTo>
                  <a:lnTo>
                    <a:pt x="260616" y="25859"/>
                  </a:lnTo>
                  <a:lnTo>
                    <a:pt x="223688" y="45148"/>
                  </a:lnTo>
                  <a:lnTo>
                    <a:pt x="188750" y="69257"/>
                  </a:lnTo>
                  <a:lnTo>
                    <a:pt x="156033" y="97877"/>
                  </a:lnTo>
                  <a:lnTo>
                    <a:pt x="125770" y="130699"/>
                  </a:lnTo>
                  <a:lnTo>
                    <a:pt x="98196" y="167415"/>
                  </a:lnTo>
                  <a:lnTo>
                    <a:pt x="73542" y="207715"/>
                  </a:lnTo>
                  <a:lnTo>
                    <a:pt x="52041" y="251290"/>
                  </a:lnTo>
                  <a:lnTo>
                    <a:pt x="33928" y="297832"/>
                  </a:lnTo>
                  <a:lnTo>
                    <a:pt x="19434" y="347033"/>
                  </a:lnTo>
                  <a:lnTo>
                    <a:pt x="8792" y="398582"/>
                  </a:lnTo>
                  <a:lnTo>
                    <a:pt x="2237" y="452171"/>
                  </a:lnTo>
                  <a:lnTo>
                    <a:pt x="0" y="507491"/>
                  </a:lnTo>
                  <a:lnTo>
                    <a:pt x="0" y="797051"/>
                  </a:lnTo>
                  <a:lnTo>
                    <a:pt x="2067" y="850210"/>
                  </a:lnTo>
                  <a:lnTo>
                    <a:pt x="8156" y="902024"/>
                  </a:lnTo>
                  <a:lnTo>
                    <a:pt x="18097" y="952166"/>
                  </a:lnTo>
                  <a:lnTo>
                    <a:pt x="31721" y="1000308"/>
                  </a:lnTo>
                  <a:lnTo>
                    <a:pt x="48859" y="1046121"/>
                  </a:lnTo>
                  <a:lnTo>
                    <a:pt x="69341" y="1089278"/>
                  </a:lnTo>
                  <a:lnTo>
                    <a:pt x="92999" y="1129451"/>
                  </a:lnTo>
                  <a:lnTo>
                    <a:pt x="119662" y="1166311"/>
                  </a:lnTo>
                  <a:lnTo>
                    <a:pt x="149161" y="1199530"/>
                  </a:lnTo>
                  <a:lnTo>
                    <a:pt x="181327" y="1228781"/>
                  </a:lnTo>
                  <a:lnTo>
                    <a:pt x="215991" y="1253735"/>
                  </a:lnTo>
                  <a:lnTo>
                    <a:pt x="252983" y="1274063"/>
                  </a:lnTo>
                  <a:lnTo>
                    <a:pt x="252983" y="1418843"/>
                  </a:lnTo>
                  <a:lnTo>
                    <a:pt x="380999" y="1158239"/>
                  </a:lnTo>
                  <a:lnTo>
                    <a:pt x="252983" y="839723"/>
                  </a:lnTo>
                  <a:lnTo>
                    <a:pt x="252983" y="984503"/>
                  </a:lnTo>
                  <a:lnTo>
                    <a:pt x="215881" y="964179"/>
                  </a:lnTo>
                  <a:lnTo>
                    <a:pt x="180923" y="938976"/>
                  </a:lnTo>
                  <a:lnTo>
                    <a:pt x="148335" y="909207"/>
                  </a:lnTo>
                  <a:lnTo>
                    <a:pt x="118345" y="875185"/>
                  </a:lnTo>
                  <a:lnTo>
                    <a:pt x="91176" y="837225"/>
                  </a:lnTo>
                  <a:lnTo>
                    <a:pt x="67055" y="795640"/>
                  </a:lnTo>
                  <a:lnTo>
                    <a:pt x="46209" y="750744"/>
                  </a:lnTo>
                  <a:lnTo>
                    <a:pt x="28861" y="702850"/>
                  </a:lnTo>
                  <a:lnTo>
                    <a:pt x="15239" y="652271"/>
                  </a:lnTo>
                  <a:lnTo>
                    <a:pt x="29450" y="599994"/>
                  </a:lnTo>
                  <a:lnTo>
                    <a:pt x="47519" y="550791"/>
                  </a:lnTo>
                  <a:lnTo>
                    <a:pt x="69175" y="504944"/>
                  </a:lnTo>
                  <a:lnTo>
                    <a:pt x="94149" y="462731"/>
                  </a:lnTo>
                  <a:lnTo>
                    <a:pt x="122171" y="424434"/>
                  </a:lnTo>
                  <a:lnTo>
                    <a:pt x="152971" y="390334"/>
                  </a:lnTo>
                  <a:lnTo>
                    <a:pt x="186279" y="360710"/>
                  </a:lnTo>
                  <a:lnTo>
                    <a:pt x="221826" y="335844"/>
                  </a:lnTo>
                  <a:lnTo>
                    <a:pt x="259341" y="316015"/>
                  </a:lnTo>
                  <a:lnTo>
                    <a:pt x="298555" y="301505"/>
                  </a:lnTo>
                  <a:lnTo>
                    <a:pt x="339198" y="292593"/>
                  </a:lnTo>
                  <a:lnTo>
                    <a:pt x="380999" y="289559"/>
                  </a:lnTo>
                  <a:lnTo>
                    <a:pt x="38099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99609" y="5138927"/>
              <a:ext cx="6863080" cy="2176780"/>
            </a:xfrm>
            <a:custGeom>
              <a:avLst/>
              <a:gdLst/>
              <a:ahLst/>
              <a:cxnLst/>
              <a:rect l="l" t="t" r="r" b="b"/>
              <a:pathLst>
                <a:path w="6863080" h="2176779">
                  <a:moveTo>
                    <a:pt x="6862577" y="1088135"/>
                  </a:moveTo>
                  <a:lnTo>
                    <a:pt x="6859785" y="1043869"/>
                  </a:lnTo>
                  <a:lnTo>
                    <a:pt x="6851481" y="1000049"/>
                  </a:lnTo>
                  <a:lnTo>
                    <a:pt x="6837769" y="956710"/>
                  </a:lnTo>
                  <a:lnTo>
                    <a:pt x="6818758" y="913884"/>
                  </a:lnTo>
                  <a:lnTo>
                    <a:pt x="6794552" y="871606"/>
                  </a:lnTo>
                  <a:lnTo>
                    <a:pt x="6765259" y="829911"/>
                  </a:lnTo>
                  <a:lnTo>
                    <a:pt x="6730986" y="788831"/>
                  </a:lnTo>
                  <a:lnTo>
                    <a:pt x="6691838" y="748400"/>
                  </a:lnTo>
                  <a:lnTo>
                    <a:pt x="6647921" y="708653"/>
                  </a:lnTo>
                  <a:lnTo>
                    <a:pt x="6599343" y="669623"/>
                  </a:lnTo>
                  <a:lnTo>
                    <a:pt x="6546210" y="631345"/>
                  </a:lnTo>
                  <a:lnTo>
                    <a:pt x="6488628" y="593851"/>
                  </a:lnTo>
                  <a:lnTo>
                    <a:pt x="6426703" y="557177"/>
                  </a:lnTo>
                  <a:lnTo>
                    <a:pt x="6360542" y="521355"/>
                  </a:lnTo>
                  <a:lnTo>
                    <a:pt x="6325906" y="503774"/>
                  </a:lnTo>
                  <a:lnTo>
                    <a:pt x="6290251" y="486419"/>
                  </a:lnTo>
                  <a:lnTo>
                    <a:pt x="6253590" y="469294"/>
                  </a:lnTo>
                  <a:lnTo>
                    <a:pt x="6215937" y="452404"/>
                  </a:lnTo>
                  <a:lnTo>
                    <a:pt x="6177304" y="435752"/>
                  </a:lnTo>
                  <a:lnTo>
                    <a:pt x="6137706" y="419344"/>
                  </a:lnTo>
                  <a:lnTo>
                    <a:pt x="6097155" y="403182"/>
                  </a:lnTo>
                  <a:lnTo>
                    <a:pt x="6055664" y="387271"/>
                  </a:lnTo>
                  <a:lnTo>
                    <a:pt x="6013248" y="371616"/>
                  </a:lnTo>
                  <a:lnTo>
                    <a:pt x="5969919" y="356221"/>
                  </a:lnTo>
                  <a:lnTo>
                    <a:pt x="5925690" y="341089"/>
                  </a:lnTo>
                  <a:lnTo>
                    <a:pt x="5880575" y="326226"/>
                  </a:lnTo>
                  <a:lnTo>
                    <a:pt x="5834588" y="311635"/>
                  </a:lnTo>
                  <a:lnTo>
                    <a:pt x="5787741" y="297321"/>
                  </a:lnTo>
                  <a:lnTo>
                    <a:pt x="5740048" y="283288"/>
                  </a:lnTo>
                  <a:lnTo>
                    <a:pt x="5691521" y="269540"/>
                  </a:lnTo>
                  <a:lnTo>
                    <a:pt x="5642175" y="256082"/>
                  </a:lnTo>
                  <a:lnTo>
                    <a:pt x="5592023" y="242917"/>
                  </a:lnTo>
                  <a:lnTo>
                    <a:pt x="5541078" y="230049"/>
                  </a:lnTo>
                  <a:lnTo>
                    <a:pt x="5489353" y="217484"/>
                  </a:lnTo>
                  <a:lnTo>
                    <a:pt x="5436862" y="205226"/>
                  </a:lnTo>
                  <a:lnTo>
                    <a:pt x="5383617" y="193277"/>
                  </a:lnTo>
                  <a:lnTo>
                    <a:pt x="5329633" y="181644"/>
                  </a:lnTo>
                  <a:lnTo>
                    <a:pt x="5274922" y="170329"/>
                  </a:lnTo>
                  <a:lnTo>
                    <a:pt x="5219498" y="159338"/>
                  </a:lnTo>
                  <a:lnTo>
                    <a:pt x="5163374" y="148674"/>
                  </a:lnTo>
                  <a:lnTo>
                    <a:pt x="5106563" y="138342"/>
                  </a:lnTo>
                  <a:lnTo>
                    <a:pt x="5049079" y="128346"/>
                  </a:lnTo>
                  <a:lnTo>
                    <a:pt x="4990935" y="118690"/>
                  </a:lnTo>
                  <a:lnTo>
                    <a:pt x="4932145" y="109378"/>
                  </a:lnTo>
                  <a:lnTo>
                    <a:pt x="4872721" y="100415"/>
                  </a:lnTo>
                  <a:lnTo>
                    <a:pt x="4812676" y="91805"/>
                  </a:lnTo>
                  <a:lnTo>
                    <a:pt x="4752025" y="83552"/>
                  </a:lnTo>
                  <a:lnTo>
                    <a:pt x="4690781" y="75660"/>
                  </a:lnTo>
                  <a:lnTo>
                    <a:pt x="4628956" y="68134"/>
                  </a:lnTo>
                  <a:lnTo>
                    <a:pt x="4566564" y="60978"/>
                  </a:lnTo>
                  <a:lnTo>
                    <a:pt x="4503619" y="54196"/>
                  </a:lnTo>
                  <a:lnTo>
                    <a:pt x="4440133" y="47791"/>
                  </a:lnTo>
                  <a:lnTo>
                    <a:pt x="4376120" y="41770"/>
                  </a:lnTo>
                  <a:lnTo>
                    <a:pt x="4311594" y="36135"/>
                  </a:lnTo>
                  <a:lnTo>
                    <a:pt x="4246567" y="30891"/>
                  </a:lnTo>
                  <a:lnTo>
                    <a:pt x="4181053" y="26042"/>
                  </a:lnTo>
                  <a:lnTo>
                    <a:pt x="4115065" y="21593"/>
                  </a:lnTo>
                  <a:lnTo>
                    <a:pt x="4048617" y="17547"/>
                  </a:lnTo>
                  <a:lnTo>
                    <a:pt x="3981722" y="13910"/>
                  </a:lnTo>
                  <a:lnTo>
                    <a:pt x="3914392" y="10684"/>
                  </a:lnTo>
                  <a:lnTo>
                    <a:pt x="3846642" y="7875"/>
                  </a:lnTo>
                  <a:lnTo>
                    <a:pt x="3778485" y="5486"/>
                  </a:lnTo>
                  <a:lnTo>
                    <a:pt x="3709933" y="3522"/>
                  </a:lnTo>
                  <a:lnTo>
                    <a:pt x="3641001" y="1987"/>
                  </a:lnTo>
                  <a:lnTo>
                    <a:pt x="3571702" y="886"/>
                  </a:lnTo>
                  <a:lnTo>
                    <a:pt x="3502048" y="222"/>
                  </a:lnTo>
                  <a:lnTo>
                    <a:pt x="3432054" y="0"/>
                  </a:lnTo>
                  <a:lnTo>
                    <a:pt x="3362003" y="222"/>
                  </a:lnTo>
                  <a:lnTo>
                    <a:pt x="3292295" y="886"/>
                  </a:lnTo>
                  <a:lnTo>
                    <a:pt x="3222943" y="1987"/>
                  </a:lnTo>
                  <a:lnTo>
                    <a:pt x="3153959" y="3522"/>
                  </a:lnTo>
                  <a:lnTo>
                    <a:pt x="3085357" y="5486"/>
                  </a:lnTo>
                  <a:lnTo>
                    <a:pt x="3017151" y="7875"/>
                  </a:lnTo>
                  <a:lnTo>
                    <a:pt x="2949353" y="10684"/>
                  </a:lnTo>
                  <a:lnTo>
                    <a:pt x="2881977" y="13910"/>
                  </a:lnTo>
                  <a:lnTo>
                    <a:pt x="2815036" y="17547"/>
                  </a:lnTo>
                  <a:lnTo>
                    <a:pt x="2748544" y="21593"/>
                  </a:lnTo>
                  <a:lnTo>
                    <a:pt x="2682513" y="26042"/>
                  </a:lnTo>
                  <a:lnTo>
                    <a:pt x="2616958" y="30891"/>
                  </a:lnTo>
                  <a:lnTo>
                    <a:pt x="2551890" y="36135"/>
                  </a:lnTo>
                  <a:lnTo>
                    <a:pt x="2487325" y="41770"/>
                  </a:lnTo>
                  <a:lnTo>
                    <a:pt x="2423274" y="47791"/>
                  </a:lnTo>
                  <a:lnTo>
                    <a:pt x="2359751" y="54196"/>
                  </a:lnTo>
                  <a:lnTo>
                    <a:pt x="2296770" y="60978"/>
                  </a:lnTo>
                  <a:lnTo>
                    <a:pt x="2234343" y="68134"/>
                  </a:lnTo>
                  <a:lnTo>
                    <a:pt x="2172485" y="75660"/>
                  </a:lnTo>
                  <a:lnTo>
                    <a:pt x="2111208" y="83552"/>
                  </a:lnTo>
                  <a:lnTo>
                    <a:pt x="2050525" y="91805"/>
                  </a:lnTo>
                  <a:lnTo>
                    <a:pt x="1990450" y="100415"/>
                  </a:lnTo>
                  <a:lnTo>
                    <a:pt x="1930997" y="109378"/>
                  </a:lnTo>
                  <a:lnTo>
                    <a:pt x="1872177" y="118690"/>
                  </a:lnTo>
                  <a:lnTo>
                    <a:pt x="1814006" y="128346"/>
                  </a:lnTo>
                  <a:lnTo>
                    <a:pt x="1756495" y="138342"/>
                  </a:lnTo>
                  <a:lnTo>
                    <a:pt x="1699659" y="148674"/>
                  </a:lnTo>
                  <a:lnTo>
                    <a:pt x="1643510" y="159338"/>
                  </a:lnTo>
                  <a:lnTo>
                    <a:pt x="1588062" y="170329"/>
                  </a:lnTo>
                  <a:lnTo>
                    <a:pt x="1533329" y="181644"/>
                  </a:lnTo>
                  <a:lnTo>
                    <a:pt x="1479322" y="193277"/>
                  </a:lnTo>
                  <a:lnTo>
                    <a:pt x="1426057" y="205226"/>
                  </a:lnTo>
                  <a:lnTo>
                    <a:pt x="1373545" y="217484"/>
                  </a:lnTo>
                  <a:lnTo>
                    <a:pt x="1321800" y="230049"/>
                  </a:lnTo>
                  <a:lnTo>
                    <a:pt x="1270837" y="242917"/>
                  </a:lnTo>
                  <a:lnTo>
                    <a:pt x="1220666" y="256082"/>
                  </a:lnTo>
                  <a:lnTo>
                    <a:pt x="1171303" y="269540"/>
                  </a:lnTo>
                  <a:lnTo>
                    <a:pt x="1122761" y="283288"/>
                  </a:lnTo>
                  <a:lnTo>
                    <a:pt x="1075052" y="297321"/>
                  </a:lnTo>
                  <a:lnTo>
                    <a:pt x="1028190" y="311635"/>
                  </a:lnTo>
                  <a:lnTo>
                    <a:pt x="982188" y="326226"/>
                  </a:lnTo>
                  <a:lnTo>
                    <a:pt x="937060" y="341089"/>
                  </a:lnTo>
                  <a:lnTo>
                    <a:pt x="892818" y="356221"/>
                  </a:lnTo>
                  <a:lnTo>
                    <a:pt x="849477" y="371616"/>
                  </a:lnTo>
                  <a:lnTo>
                    <a:pt x="807049" y="387271"/>
                  </a:lnTo>
                  <a:lnTo>
                    <a:pt x="765548" y="403182"/>
                  </a:lnTo>
                  <a:lnTo>
                    <a:pt x="724986" y="419344"/>
                  </a:lnTo>
                  <a:lnTo>
                    <a:pt x="685378" y="435752"/>
                  </a:lnTo>
                  <a:lnTo>
                    <a:pt x="646736" y="452404"/>
                  </a:lnTo>
                  <a:lnTo>
                    <a:pt x="609074" y="469294"/>
                  </a:lnTo>
                  <a:lnTo>
                    <a:pt x="572405" y="486419"/>
                  </a:lnTo>
                  <a:lnTo>
                    <a:pt x="536743" y="503774"/>
                  </a:lnTo>
                  <a:lnTo>
                    <a:pt x="502100" y="521355"/>
                  </a:lnTo>
                  <a:lnTo>
                    <a:pt x="435926" y="557177"/>
                  </a:lnTo>
                  <a:lnTo>
                    <a:pt x="373990" y="593851"/>
                  </a:lnTo>
                  <a:lnTo>
                    <a:pt x="316399" y="631345"/>
                  </a:lnTo>
                  <a:lnTo>
                    <a:pt x="263258" y="669623"/>
                  </a:lnTo>
                  <a:lnTo>
                    <a:pt x="214673" y="708653"/>
                  </a:lnTo>
                  <a:lnTo>
                    <a:pt x="170752" y="748400"/>
                  </a:lnTo>
                  <a:lnTo>
                    <a:pt x="131599" y="788831"/>
                  </a:lnTo>
                  <a:lnTo>
                    <a:pt x="97323" y="829911"/>
                  </a:lnTo>
                  <a:lnTo>
                    <a:pt x="68028" y="871606"/>
                  </a:lnTo>
                  <a:lnTo>
                    <a:pt x="43821" y="913884"/>
                  </a:lnTo>
                  <a:lnTo>
                    <a:pt x="24809" y="956710"/>
                  </a:lnTo>
                  <a:lnTo>
                    <a:pt x="11097" y="1000049"/>
                  </a:lnTo>
                  <a:lnTo>
                    <a:pt x="2791" y="1043869"/>
                  </a:lnTo>
                  <a:lnTo>
                    <a:pt x="0" y="1088135"/>
                  </a:lnTo>
                  <a:lnTo>
                    <a:pt x="700" y="1110322"/>
                  </a:lnTo>
                  <a:lnTo>
                    <a:pt x="6262" y="1154370"/>
                  </a:lnTo>
                  <a:lnTo>
                    <a:pt x="17283" y="1197954"/>
                  </a:lnTo>
                  <a:lnTo>
                    <a:pt x="33659" y="1241041"/>
                  </a:lnTo>
                  <a:lnTo>
                    <a:pt x="55282" y="1283596"/>
                  </a:lnTo>
                  <a:lnTo>
                    <a:pt x="82046" y="1325587"/>
                  </a:lnTo>
                  <a:lnTo>
                    <a:pt x="113845" y="1366979"/>
                  </a:lnTo>
                  <a:lnTo>
                    <a:pt x="150573" y="1407739"/>
                  </a:lnTo>
                  <a:lnTo>
                    <a:pt x="192123" y="1447832"/>
                  </a:lnTo>
                  <a:lnTo>
                    <a:pt x="238389" y="1487224"/>
                  </a:lnTo>
                  <a:lnTo>
                    <a:pt x="289265" y="1525883"/>
                  </a:lnTo>
                  <a:lnTo>
                    <a:pt x="344645" y="1563773"/>
                  </a:lnTo>
                  <a:lnTo>
                    <a:pt x="404422" y="1600862"/>
                  </a:lnTo>
                  <a:lnTo>
                    <a:pt x="468490" y="1637114"/>
                  </a:lnTo>
                  <a:lnTo>
                    <a:pt x="536743" y="1672497"/>
                  </a:lnTo>
                  <a:lnTo>
                    <a:pt x="572405" y="1689852"/>
                  </a:lnTo>
                  <a:lnTo>
                    <a:pt x="609074" y="1706976"/>
                  </a:lnTo>
                  <a:lnTo>
                    <a:pt x="646736" y="1723867"/>
                  </a:lnTo>
                  <a:lnTo>
                    <a:pt x="685378" y="1740518"/>
                  </a:lnTo>
                  <a:lnTo>
                    <a:pt x="724986" y="1756927"/>
                  </a:lnTo>
                  <a:lnTo>
                    <a:pt x="765548" y="1773089"/>
                  </a:lnTo>
                  <a:lnTo>
                    <a:pt x="807049" y="1789000"/>
                  </a:lnTo>
                  <a:lnTo>
                    <a:pt x="849477" y="1804655"/>
                  </a:lnTo>
                  <a:lnTo>
                    <a:pt x="892818" y="1820050"/>
                  </a:lnTo>
                  <a:lnTo>
                    <a:pt x="937060" y="1835182"/>
                  </a:lnTo>
                  <a:lnTo>
                    <a:pt x="982188" y="1850045"/>
                  </a:lnTo>
                  <a:lnTo>
                    <a:pt x="1028190" y="1864635"/>
                  </a:lnTo>
                  <a:lnTo>
                    <a:pt x="1075052" y="1878950"/>
                  </a:lnTo>
                  <a:lnTo>
                    <a:pt x="1122761" y="1892983"/>
                  </a:lnTo>
                  <a:lnTo>
                    <a:pt x="1171303" y="1906731"/>
                  </a:lnTo>
                  <a:lnTo>
                    <a:pt x="1220666" y="1920189"/>
                  </a:lnTo>
                  <a:lnTo>
                    <a:pt x="1270837" y="1933354"/>
                  </a:lnTo>
                  <a:lnTo>
                    <a:pt x="1321800" y="1946221"/>
                  </a:lnTo>
                  <a:lnTo>
                    <a:pt x="1373545" y="1958787"/>
                  </a:lnTo>
                  <a:lnTo>
                    <a:pt x="1426057" y="1971045"/>
                  </a:lnTo>
                  <a:lnTo>
                    <a:pt x="1479322" y="1982994"/>
                  </a:lnTo>
                  <a:lnTo>
                    <a:pt x="1533329" y="1994627"/>
                  </a:lnTo>
                  <a:lnTo>
                    <a:pt x="1588062" y="2005942"/>
                  </a:lnTo>
                  <a:lnTo>
                    <a:pt x="1643510" y="2016933"/>
                  </a:lnTo>
                  <a:lnTo>
                    <a:pt x="1699659" y="2027597"/>
                  </a:lnTo>
                  <a:lnTo>
                    <a:pt x="1756495" y="2037929"/>
                  </a:lnTo>
                  <a:lnTo>
                    <a:pt x="1814006" y="2047925"/>
                  </a:lnTo>
                  <a:lnTo>
                    <a:pt x="1872177" y="2057581"/>
                  </a:lnTo>
                  <a:lnTo>
                    <a:pt x="1930997" y="2066893"/>
                  </a:lnTo>
                  <a:lnTo>
                    <a:pt x="1990450" y="2075856"/>
                  </a:lnTo>
                  <a:lnTo>
                    <a:pt x="2050525" y="2084466"/>
                  </a:lnTo>
                  <a:lnTo>
                    <a:pt x="2111208" y="2092719"/>
                  </a:lnTo>
                  <a:lnTo>
                    <a:pt x="2172485" y="2100611"/>
                  </a:lnTo>
                  <a:lnTo>
                    <a:pt x="2234343" y="2108137"/>
                  </a:lnTo>
                  <a:lnTo>
                    <a:pt x="2296770" y="2115293"/>
                  </a:lnTo>
                  <a:lnTo>
                    <a:pt x="2359751" y="2122075"/>
                  </a:lnTo>
                  <a:lnTo>
                    <a:pt x="2423274" y="2128479"/>
                  </a:lnTo>
                  <a:lnTo>
                    <a:pt x="2487325" y="2134501"/>
                  </a:lnTo>
                  <a:lnTo>
                    <a:pt x="2551890" y="2140136"/>
                  </a:lnTo>
                  <a:lnTo>
                    <a:pt x="2616958" y="2145380"/>
                  </a:lnTo>
                  <a:lnTo>
                    <a:pt x="2682513" y="2150229"/>
                  </a:lnTo>
                  <a:lnTo>
                    <a:pt x="2748544" y="2154678"/>
                  </a:lnTo>
                  <a:lnTo>
                    <a:pt x="2815036" y="2158724"/>
                  </a:lnTo>
                  <a:lnTo>
                    <a:pt x="2881977" y="2162361"/>
                  </a:lnTo>
                  <a:lnTo>
                    <a:pt x="2949353" y="2165587"/>
                  </a:lnTo>
                  <a:lnTo>
                    <a:pt x="3017151" y="2168396"/>
                  </a:lnTo>
                  <a:lnTo>
                    <a:pt x="3085357" y="2170785"/>
                  </a:lnTo>
                  <a:lnTo>
                    <a:pt x="3153959" y="2172749"/>
                  </a:lnTo>
                  <a:lnTo>
                    <a:pt x="3222943" y="2174284"/>
                  </a:lnTo>
                  <a:lnTo>
                    <a:pt x="3292295" y="2175385"/>
                  </a:lnTo>
                  <a:lnTo>
                    <a:pt x="3362003" y="2176049"/>
                  </a:lnTo>
                  <a:lnTo>
                    <a:pt x="3432054" y="2176271"/>
                  </a:lnTo>
                  <a:lnTo>
                    <a:pt x="3502048" y="2176049"/>
                  </a:lnTo>
                  <a:lnTo>
                    <a:pt x="3571702" y="2175385"/>
                  </a:lnTo>
                  <a:lnTo>
                    <a:pt x="3641001" y="2174284"/>
                  </a:lnTo>
                  <a:lnTo>
                    <a:pt x="3709933" y="2172749"/>
                  </a:lnTo>
                  <a:lnTo>
                    <a:pt x="3778485" y="2170785"/>
                  </a:lnTo>
                  <a:lnTo>
                    <a:pt x="3846642" y="2168396"/>
                  </a:lnTo>
                  <a:lnTo>
                    <a:pt x="3914392" y="2165587"/>
                  </a:lnTo>
                  <a:lnTo>
                    <a:pt x="3981722" y="2162361"/>
                  </a:lnTo>
                  <a:lnTo>
                    <a:pt x="4048617" y="2158724"/>
                  </a:lnTo>
                  <a:lnTo>
                    <a:pt x="4115065" y="2154678"/>
                  </a:lnTo>
                  <a:lnTo>
                    <a:pt x="4181053" y="2150229"/>
                  </a:lnTo>
                  <a:lnTo>
                    <a:pt x="4246567" y="2145380"/>
                  </a:lnTo>
                  <a:lnTo>
                    <a:pt x="4311594" y="2140136"/>
                  </a:lnTo>
                  <a:lnTo>
                    <a:pt x="4376120" y="2134501"/>
                  </a:lnTo>
                  <a:lnTo>
                    <a:pt x="4440133" y="2128479"/>
                  </a:lnTo>
                  <a:lnTo>
                    <a:pt x="4503619" y="2122075"/>
                  </a:lnTo>
                  <a:lnTo>
                    <a:pt x="4566564" y="2115293"/>
                  </a:lnTo>
                  <a:lnTo>
                    <a:pt x="4628956" y="2108137"/>
                  </a:lnTo>
                  <a:lnTo>
                    <a:pt x="4690781" y="2100611"/>
                  </a:lnTo>
                  <a:lnTo>
                    <a:pt x="4752025" y="2092719"/>
                  </a:lnTo>
                  <a:lnTo>
                    <a:pt x="4812676" y="2084466"/>
                  </a:lnTo>
                  <a:lnTo>
                    <a:pt x="4872721" y="2075856"/>
                  </a:lnTo>
                  <a:lnTo>
                    <a:pt x="4932145" y="2066893"/>
                  </a:lnTo>
                  <a:lnTo>
                    <a:pt x="4990935" y="2057581"/>
                  </a:lnTo>
                  <a:lnTo>
                    <a:pt x="5049079" y="2047925"/>
                  </a:lnTo>
                  <a:lnTo>
                    <a:pt x="5106563" y="2037929"/>
                  </a:lnTo>
                  <a:lnTo>
                    <a:pt x="5163374" y="2027597"/>
                  </a:lnTo>
                  <a:lnTo>
                    <a:pt x="5219498" y="2016933"/>
                  </a:lnTo>
                  <a:lnTo>
                    <a:pt x="5274922" y="2005942"/>
                  </a:lnTo>
                  <a:lnTo>
                    <a:pt x="5329633" y="1994627"/>
                  </a:lnTo>
                  <a:lnTo>
                    <a:pt x="5383617" y="1982994"/>
                  </a:lnTo>
                  <a:lnTo>
                    <a:pt x="5436862" y="1971045"/>
                  </a:lnTo>
                  <a:lnTo>
                    <a:pt x="5489353" y="1958787"/>
                  </a:lnTo>
                  <a:lnTo>
                    <a:pt x="5541078" y="1946221"/>
                  </a:lnTo>
                  <a:lnTo>
                    <a:pt x="5592023" y="1933354"/>
                  </a:lnTo>
                  <a:lnTo>
                    <a:pt x="5642175" y="1920189"/>
                  </a:lnTo>
                  <a:lnTo>
                    <a:pt x="5691521" y="1906731"/>
                  </a:lnTo>
                  <a:lnTo>
                    <a:pt x="5740048" y="1892983"/>
                  </a:lnTo>
                  <a:lnTo>
                    <a:pt x="5787741" y="1878950"/>
                  </a:lnTo>
                  <a:lnTo>
                    <a:pt x="5834588" y="1864635"/>
                  </a:lnTo>
                  <a:lnTo>
                    <a:pt x="5880575" y="1850045"/>
                  </a:lnTo>
                  <a:lnTo>
                    <a:pt x="5925690" y="1835182"/>
                  </a:lnTo>
                  <a:lnTo>
                    <a:pt x="5969919" y="1820050"/>
                  </a:lnTo>
                  <a:lnTo>
                    <a:pt x="6013248" y="1804655"/>
                  </a:lnTo>
                  <a:lnTo>
                    <a:pt x="6055664" y="1789000"/>
                  </a:lnTo>
                  <a:lnTo>
                    <a:pt x="6097155" y="1773089"/>
                  </a:lnTo>
                  <a:lnTo>
                    <a:pt x="6137706" y="1756927"/>
                  </a:lnTo>
                  <a:lnTo>
                    <a:pt x="6177304" y="1740518"/>
                  </a:lnTo>
                  <a:lnTo>
                    <a:pt x="6215937" y="1723867"/>
                  </a:lnTo>
                  <a:lnTo>
                    <a:pt x="6253590" y="1706976"/>
                  </a:lnTo>
                  <a:lnTo>
                    <a:pt x="6290251" y="1689852"/>
                  </a:lnTo>
                  <a:lnTo>
                    <a:pt x="6325906" y="1672497"/>
                  </a:lnTo>
                  <a:lnTo>
                    <a:pt x="6360542" y="1654916"/>
                  </a:lnTo>
                  <a:lnTo>
                    <a:pt x="6426703" y="1619094"/>
                  </a:lnTo>
                  <a:lnTo>
                    <a:pt x="6488628" y="1582420"/>
                  </a:lnTo>
                  <a:lnTo>
                    <a:pt x="6546210" y="1544926"/>
                  </a:lnTo>
                  <a:lnTo>
                    <a:pt x="6599343" y="1506647"/>
                  </a:lnTo>
                  <a:lnTo>
                    <a:pt x="6647921" y="1467618"/>
                  </a:lnTo>
                  <a:lnTo>
                    <a:pt x="6691838" y="1427871"/>
                  </a:lnTo>
                  <a:lnTo>
                    <a:pt x="6730986" y="1387440"/>
                  </a:lnTo>
                  <a:lnTo>
                    <a:pt x="6765259" y="1346360"/>
                  </a:lnTo>
                  <a:lnTo>
                    <a:pt x="6794552" y="1304664"/>
                  </a:lnTo>
                  <a:lnTo>
                    <a:pt x="6818758" y="1262387"/>
                  </a:lnTo>
                  <a:lnTo>
                    <a:pt x="6837769" y="1219561"/>
                  </a:lnTo>
                  <a:lnTo>
                    <a:pt x="6851481" y="1176222"/>
                  </a:lnTo>
                  <a:lnTo>
                    <a:pt x="6859785" y="1132402"/>
                  </a:lnTo>
                  <a:lnTo>
                    <a:pt x="6862577" y="10881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99609" y="5138927"/>
              <a:ext cx="6863080" cy="2176780"/>
            </a:xfrm>
            <a:custGeom>
              <a:avLst/>
              <a:gdLst/>
              <a:ahLst/>
              <a:cxnLst/>
              <a:rect l="l" t="t" r="r" b="b"/>
              <a:pathLst>
                <a:path w="6863080" h="2176779">
                  <a:moveTo>
                    <a:pt x="3432054" y="0"/>
                  </a:moveTo>
                  <a:lnTo>
                    <a:pt x="3362003" y="222"/>
                  </a:lnTo>
                  <a:lnTo>
                    <a:pt x="3292295" y="886"/>
                  </a:lnTo>
                  <a:lnTo>
                    <a:pt x="3222943" y="1987"/>
                  </a:lnTo>
                  <a:lnTo>
                    <a:pt x="3153959" y="3522"/>
                  </a:lnTo>
                  <a:lnTo>
                    <a:pt x="3085357" y="5486"/>
                  </a:lnTo>
                  <a:lnTo>
                    <a:pt x="3017151" y="7875"/>
                  </a:lnTo>
                  <a:lnTo>
                    <a:pt x="2949353" y="10684"/>
                  </a:lnTo>
                  <a:lnTo>
                    <a:pt x="2881977" y="13910"/>
                  </a:lnTo>
                  <a:lnTo>
                    <a:pt x="2815036" y="17547"/>
                  </a:lnTo>
                  <a:lnTo>
                    <a:pt x="2748544" y="21593"/>
                  </a:lnTo>
                  <a:lnTo>
                    <a:pt x="2682513" y="26042"/>
                  </a:lnTo>
                  <a:lnTo>
                    <a:pt x="2616958" y="30891"/>
                  </a:lnTo>
                  <a:lnTo>
                    <a:pt x="2551890" y="36135"/>
                  </a:lnTo>
                  <a:lnTo>
                    <a:pt x="2487325" y="41770"/>
                  </a:lnTo>
                  <a:lnTo>
                    <a:pt x="2423274" y="47791"/>
                  </a:lnTo>
                  <a:lnTo>
                    <a:pt x="2359751" y="54196"/>
                  </a:lnTo>
                  <a:lnTo>
                    <a:pt x="2296770" y="60978"/>
                  </a:lnTo>
                  <a:lnTo>
                    <a:pt x="2234343" y="68134"/>
                  </a:lnTo>
                  <a:lnTo>
                    <a:pt x="2172485" y="75660"/>
                  </a:lnTo>
                  <a:lnTo>
                    <a:pt x="2111208" y="83552"/>
                  </a:lnTo>
                  <a:lnTo>
                    <a:pt x="2050525" y="91805"/>
                  </a:lnTo>
                  <a:lnTo>
                    <a:pt x="1990450" y="100415"/>
                  </a:lnTo>
                  <a:lnTo>
                    <a:pt x="1930997" y="109378"/>
                  </a:lnTo>
                  <a:lnTo>
                    <a:pt x="1872177" y="118690"/>
                  </a:lnTo>
                  <a:lnTo>
                    <a:pt x="1814006" y="128346"/>
                  </a:lnTo>
                  <a:lnTo>
                    <a:pt x="1756495" y="138342"/>
                  </a:lnTo>
                  <a:lnTo>
                    <a:pt x="1699659" y="148674"/>
                  </a:lnTo>
                  <a:lnTo>
                    <a:pt x="1643510" y="159338"/>
                  </a:lnTo>
                  <a:lnTo>
                    <a:pt x="1588062" y="170329"/>
                  </a:lnTo>
                  <a:lnTo>
                    <a:pt x="1533329" y="181644"/>
                  </a:lnTo>
                  <a:lnTo>
                    <a:pt x="1479322" y="193277"/>
                  </a:lnTo>
                  <a:lnTo>
                    <a:pt x="1426057" y="205226"/>
                  </a:lnTo>
                  <a:lnTo>
                    <a:pt x="1373545" y="217484"/>
                  </a:lnTo>
                  <a:lnTo>
                    <a:pt x="1321800" y="230049"/>
                  </a:lnTo>
                  <a:lnTo>
                    <a:pt x="1270837" y="242917"/>
                  </a:lnTo>
                  <a:lnTo>
                    <a:pt x="1220666" y="256082"/>
                  </a:lnTo>
                  <a:lnTo>
                    <a:pt x="1171303" y="269540"/>
                  </a:lnTo>
                  <a:lnTo>
                    <a:pt x="1122761" y="283288"/>
                  </a:lnTo>
                  <a:lnTo>
                    <a:pt x="1075052" y="297321"/>
                  </a:lnTo>
                  <a:lnTo>
                    <a:pt x="1028190" y="311635"/>
                  </a:lnTo>
                  <a:lnTo>
                    <a:pt x="982188" y="326226"/>
                  </a:lnTo>
                  <a:lnTo>
                    <a:pt x="937060" y="341089"/>
                  </a:lnTo>
                  <a:lnTo>
                    <a:pt x="892818" y="356221"/>
                  </a:lnTo>
                  <a:lnTo>
                    <a:pt x="849477" y="371616"/>
                  </a:lnTo>
                  <a:lnTo>
                    <a:pt x="807049" y="387271"/>
                  </a:lnTo>
                  <a:lnTo>
                    <a:pt x="765548" y="403182"/>
                  </a:lnTo>
                  <a:lnTo>
                    <a:pt x="724986" y="419344"/>
                  </a:lnTo>
                  <a:lnTo>
                    <a:pt x="685378" y="435752"/>
                  </a:lnTo>
                  <a:lnTo>
                    <a:pt x="646736" y="452404"/>
                  </a:lnTo>
                  <a:lnTo>
                    <a:pt x="609074" y="469294"/>
                  </a:lnTo>
                  <a:lnTo>
                    <a:pt x="572405" y="486419"/>
                  </a:lnTo>
                  <a:lnTo>
                    <a:pt x="536743" y="503774"/>
                  </a:lnTo>
                  <a:lnTo>
                    <a:pt x="502100" y="521355"/>
                  </a:lnTo>
                  <a:lnTo>
                    <a:pt x="435926" y="557177"/>
                  </a:lnTo>
                  <a:lnTo>
                    <a:pt x="373990" y="593851"/>
                  </a:lnTo>
                  <a:lnTo>
                    <a:pt x="316399" y="631345"/>
                  </a:lnTo>
                  <a:lnTo>
                    <a:pt x="263258" y="669623"/>
                  </a:lnTo>
                  <a:lnTo>
                    <a:pt x="214673" y="708653"/>
                  </a:lnTo>
                  <a:lnTo>
                    <a:pt x="170752" y="748400"/>
                  </a:lnTo>
                  <a:lnTo>
                    <a:pt x="131599" y="788831"/>
                  </a:lnTo>
                  <a:lnTo>
                    <a:pt x="97323" y="829911"/>
                  </a:lnTo>
                  <a:lnTo>
                    <a:pt x="68028" y="871606"/>
                  </a:lnTo>
                  <a:lnTo>
                    <a:pt x="43821" y="913884"/>
                  </a:lnTo>
                  <a:lnTo>
                    <a:pt x="24809" y="956710"/>
                  </a:lnTo>
                  <a:lnTo>
                    <a:pt x="11097" y="1000049"/>
                  </a:lnTo>
                  <a:lnTo>
                    <a:pt x="2791" y="1043869"/>
                  </a:lnTo>
                  <a:lnTo>
                    <a:pt x="0" y="1088135"/>
                  </a:lnTo>
                  <a:lnTo>
                    <a:pt x="700" y="1110322"/>
                  </a:lnTo>
                  <a:lnTo>
                    <a:pt x="6262" y="1154370"/>
                  </a:lnTo>
                  <a:lnTo>
                    <a:pt x="17283" y="1197954"/>
                  </a:lnTo>
                  <a:lnTo>
                    <a:pt x="33659" y="1241041"/>
                  </a:lnTo>
                  <a:lnTo>
                    <a:pt x="55282" y="1283596"/>
                  </a:lnTo>
                  <a:lnTo>
                    <a:pt x="82046" y="1325587"/>
                  </a:lnTo>
                  <a:lnTo>
                    <a:pt x="113845" y="1366979"/>
                  </a:lnTo>
                  <a:lnTo>
                    <a:pt x="150573" y="1407739"/>
                  </a:lnTo>
                  <a:lnTo>
                    <a:pt x="192123" y="1447832"/>
                  </a:lnTo>
                  <a:lnTo>
                    <a:pt x="238389" y="1487224"/>
                  </a:lnTo>
                  <a:lnTo>
                    <a:pt x="289265" y="1525883"/>
                  </a:lnTo>
                  <a:lnTo>
                    <a:pt x="344645" y="1563773"/>
                  </a:lnTo>
                  <a:lnTo>
                    <a:pt x="404422" y="1600862"/>
                  </a:lnTo>
                  <a:lnTo>
                    <a:pt x="468490" y="1637114"/>
                  </a:lnTo>
                  <a:lnTo>
                    <a:pt x="536743" y="1672497"/>
                  </a:lnTo>
                  <a:lnTo>
                    <a:pt x="572405" y="1689852"/>
                  </a:lnTo>
                  <a:lnTo>
                    <a:pt x="609074" y="1706976"/>
                  </a:lnTo>
                  <a:lnTo>
                    <a:pt x="646736" y="1723867"/>
                  </a:lnTo>
                  <a:lnTo>
                    <a:pt x="685378" y="1740518"/>
                  </a:lnTo>
                  <a:lnTo>
                    <a:pt x="724986" y="1756927"/>
                  </a:lnTo>
                  <a:lnTo>
                    <a:pt x="765548" y="1773089"/>
                  </a:lnTo>
                  <a:lnTo>
                    <a:pt x="807049" y="1789000"/>
                  </a:lnTo>
                  <a:lnTo>
                    <a:pt x="849477" y="1804655"/>
                  </a:lnTo>
                  <a:lnTo>
                    <a:pt x="892818" y="1820050"/>
                  </a:lnTo>
                  <a:lnTo>
                    <a:pt x="937060" y="1835182"/>
                  </a:lnTo>
                  <a:lnTo>
                    <a:pt x="982188" y="1850045"/>
                  </a:lnTo>
                  <a:lnTo>
                    <a:pt x="1028190" y="1864635"/>
                  </a:lnTo>
                  <a:lnTo>
                    <a:pt x="1075052" y="1878950"/>
                  </a:lnTo>
                  <a:lnTo>
                    <a:pt x="1122761" y="1892983"/>
                  </a:lnTo>
                  <a:lnTo>
                    <a:pt x="1171303" y="1906731"/>
                  </a:lnTo>
                  <a:lnTo>
                    <a:pt x="1220666" y="1920189"/>
                  </a:lnTo>
                  <a:lnTo>
                    <a:pt x="1270837" y="1933354"/>
                  </a:lnTo>
                  <a:lnTo>
                    <a:pt x="1321800" y="1946221"/>
                  </a:lnTo>
                  <a:lnTo>
                    <a:pt x="1373545" y="1958787"/>
                  </a:lnTo>
                  <a:lnTo>
                    <a:pt x="1426057" y="1971045"/>
                  </a:lnTo>
                  <a:lnTo>
                    <a:pt x="1479322" y="1982994"/>
                  </a:lnTo>
                  <a:lnTo>
                    <a:pt x="1533329" y="1994627"/>
                  </a:lnTo>
                  <a:lnTo>
                    <a:pt x="1588062" y="2005942"/>
                  </a:lnTo>
                  <a:lnTo>
                    <a:pt x="1643510" y="2016933"/>
                  </a:lnTo>
                  <a:lnTo>
                    <a:pt x="1699659" y="2027597"/>
                  </a:lnTo>
                  <a:lnTo>
                    <a:pt x="1756495" y="2037929"/>
                  </a:lnTo>
                  <a:lnTo>
                    <a:pt x="1814006" y="2047925"/>
                  </a:lnTo>
                  <a:lnTo>
                    <a:pt x="1872177" y="2057581"/>
                  </a:lnTo>
                  <a:lnTo>
                    <a:pt x="1930997" y="2066893"/>
                  </a:lnTo>
                  <a:lnTo>
                    <a:pt x="1990450" y="2075856"/>
                  </a:lnTo>
                  <a:lnTo>
                    <a:pt x="2050525" y="2084466"/>
                  </a:lnTo>
                  <a:lnTo>
                    <a:pt x="2111208" y="2092719"/>
                  </a:lnTo>
                  <a:lnTo>
                    <a:pt x="2172485" y="2100611"/>
                  </a:lnTo>
                  <a:lnTo>
                    <a:pt x="2234343" y="2108137"/>
                  </a:lnTo>
                  <a:lnTo>
                    <a:pt x="2296770" y="2115293"/>
                  </a:lnTo>
                  <a:lnTo>
                    <a:pt x="2359751" y="2122075"/>
                  </a:lnTo>
                  <a:lnTo>
                    <a:pt x="2423274" y="2128479"/>
                  </a:lnTo>
                  <a:lnTo>
                    <a:pt x="2487325" y="2134501"/>
                  </a:lnTo>
                  <a:lnTo>
                    <a:pt x="2551890" y="2140136"/>
                  </a:lnTo>
                  <a:lnTo>
                    <a:pt x="2616958" y="2145380"/>
                  </a:lnTo>
                  <a:lnTo>
                    <a:pt x="2682513" y="2150229"/>
                  </a:lnTo>
                  <a:lnTo>
                    <a:pt x="2748544" y="2154678"/>
                  </a:lnTo>
                  <a:lnTo>
                    <a:pt x="2815036" y="2158724"/>
                  </a:lnTo>
                  <a:lnTo>
                    <a:pt x="2881977" y="2162361"/>
                  </a:lnTo>
                  <a:lnTo>
                    <a:pt x="2949353" y="2165587"/>
                  </a:lnTo>
                  <a:lnTo>
                    <a:pt x="3017151" y="2168396"/>
                  </a:lnTo>
                  <a:lnTo>
                    <a:pt x="3085357" y="2170785"/>
                  </a:lnTo>
                  <a:lnTo>
                    <a:pt x="3153959" y="2172749"/>
                  </a:lnTo>
                  <a:lnTo>
                    <a:pt x="3222943" y="2174284"/>
                  </a:lnTo>
                  <a:lnTo>
                    <a:pt x="3292295" y="2175385"/>
                  </a:lnTo>
                  <a:lnTo>
                    <a:pt x="3362003" y="2176049"/>
                  </a:lnTo>
                  <a:lnTo>
                    <a:pt x="3432054" y="2176271"/>
                  </a:lnTo>
                  <a:lnTo>
                    <a:pt x="3502048" y="2176049"/>
                  </a:lnTo>
                  <a:lnTo>
                    <a:pt x="3571702" y="2175385"/>
                  </a:lnTo>
                  <a:lnTo>
                    <a:pt x="3641001" y="2174284"/>
                  </a:lnTo>
                  <a:lnTo>
                    <a:pt x="3709933" y="2172749"/>
                  </a:lnTo>
                  <a:lnTo>
                    <a:pt x="3778485" y="2170785"/>
                  </a:lnTo>
                  <a:lnTo>
                    <a:pt x="3846642" y="2168396"/>
                  </a:lnTo>
                  <a:lnTo>
                    <a:pt x="3914392" y="2165587"/>
                  </a:lnTo>
                  <a:lnTo>
                    <a:pt x="3981722" y="2162361"/>
                  </a:lnTo>
                  <a:lnTo>
                    <a:pt x="4048617" y="2158724"/>
                  </a:lnTo>
                  <a:lnTo>
                    <a:pt x="4115065" y="2154678"/>
                  </a:lnTo>
                  <a:lnTo>
                    <a:pt x="4181053" y="2150229"/>
                  </a:lnTo>
                  <a:lnTo>
                    <a:pt x="4246567" y="2145380"/>
                  </a:lnTo>
                  <a:lnTo>
                    <a:pt x="4311594" y="2140136"/>
                  </a:lnTo>
                  <a:lnTo>
                    <a:pt x="4376120" y="2134501"/>
                  </a:lnTo>
                  <a:lnTo>
                    <a:pt x="4440133" y="2128479"/>
                  </a:lnTo>
                  <a:lnTo>
                    <a:pt x="4503619" y="2122075"/>
                  </a:lnTo>
                  <a:lnTo>
                    <a:pt x="4566564" y="2115293"/>
                  </a:lnTo>
                  <a:lnTo>
                    <a:pt x="4628956" y="2108137"/>
                  </a:lnTo>
                  <a:lnTo>
                    <a:pt x="4690781" y="2100611"/>
                  </a:lnTo>
                  <a:lnTo>
                    <a:pt x="4752025" y="2092719"/>
                  </a:lnTo>
                  <a:lnTo>
                    <a:pt x="4812676" y="2084466"/>
                  </a:lnTo>
                  <a:lnTo>
                    <a:pt x="4872721" y="2075856"/>
                  </a:lnTo>
                  <a:lnTo>
                    <a:pt x="4932145" y="2066893"/>
                  </a:lnTo>
                  <a:lnTo>
                    <a:pt x="4990935" y="2057581"/>
                  </a:lnTo>
                  <a:lnTo>
                    <a:pt x="5049079" y="2047925"/>
                  </a:lnTo>
                  <a:lnTo>
                    <a:pt x="5106563" y="2037929"/>
                  </a:lnTo>
                  <a:lnTo>
                    <a:pt x="5163374" y="2027597"/>
                  </a:lnTo>
                  <a:lnTo>
                    <a:pt x="5219498" y="2016933"/>
                  </a:lnTo>
                  <a:lnTo>
                    <a:pt x="5274922" y="2005942"/>
                  </a:lnTo>
                  <a:lnTo>
                    <a:pt x="5329633" y="1994627"/>
                  </a:lnTo>
                  <a:lnTo>
                    <a:pt x="5383617" y="1982994"/>
                  </a:lnTo>
                  <a:lnTo>
                    <a:pt x="5436862" y="1971045"/>
                  </a:lnTo>
                  <a:lnTo>
                    <a:pt x="5489353" y="1958787"/>
                  </a:lnTo>
                  <a:lnTo>
                    <a:pt x="5541078" y="1946221"/>
                  </a:lnTo>
                  <a:lnTo>
                    <a:pt x="5592023" y="1933354"/>
                  </a:lnTo>
                  <a:lnTo>
                    <a:pt x="5642175" y="1920189"/>
                  </a:lnTo>
                  <a:lnTo>
                    <a:pt x="5691521" y="1906731"/>
                  </a:lnTo>
                  <a:lnTo>
                    <a:pt x="5740048" y="1892983"/>
                  </a:lnTo>
                  <a:lnTo>
                    <a:pt x="5787741" y="1878950"/>
                  </a:lnTo>
                  <a:lnTo>
                    <a:pt x="5834588" y="1864635"/>
                  </a:lnTo>
                  <a:lnTo>
                    <a:pt x="5880575" y="1850045"/>
                  </a:lnTo>
                  <a:lnTo>
                    <a:pt x="5925690" y="1835182"/>
                  </a:lnTo>
                  <a:lnTo>
                    <a:pt x="5969919" y="1820050"/>
                  </a:lnTo>
                  <a:lnTo>
                    <a:pt x="6013248" y="1804655"/>
                  </a:lnTo>
                  <a:lnTo>
                    <a:pt x="6055664" y="1789000"/>
                  </a:lnTo>
                  <a:lnTo>
                    <a:pt x="6097155" y="1773089"/>
                  </a:lnTo>
                  <a:lnTo>
                    <a:pt x="6137706" y="1756927"/>
                  </a:lnTo>
                  <a:lnTo>
                    <a:pt x="6177304" y="1740518"/>
                  </a:lnTo>
                  <a:lnTo>
                    <a:pt x="6215937" y="1723867"/>
                  </a:lnTo>
                  <a:lnTo>
                    <a:pt x="6253590" y="1706976"/>
                  </a:lnTo>
                  <a:lnTo>
                    <a:pt x="6290251" y="1689852"/>
                  </a:lnTo>
                  <a:lnTo>
                    <a:pt x="6325906" y="1672497"/>
                  </a:lnTo>
                  <a:lnTo>
                    <a:pt x="6360542" y="1654916"/>
                  </a:lnTo>
                  <a:lnTo>
                    <a:pt x="6426703" y="1619094"/>
                  </a:lnTo>
                  <a:lnTo>
                    <a:pt x="6488628" y="1582420"/>
                  </a:lnTo>
                  <a:lnTo>
                    <a:pt x="6546210" y="1544926"/>
                  </a:lnTo>
                  <a:lnTo>
                    <a:pt x="6599343" y="1506647"/>
                  </a:lnTo>
                  <a:lnTo>
                    <a:pt x="6647921" y="1467618"/>
                  </a:lnTo>
                  <a:lnTo>
                    <a:pt x="6691838" y="1427871"/>
                  </a:lnTo>
                  <a:lnTo>
                    <a:pt x="6730986" y="1387440"/>
                  </a:lnTo>
                  <a:lnTo>
                    <a:pt x="6765259" y="1346360"/>
                  </a:lnTo>
                  <a:lnTo>
                    <a:pt x="6794552" y="1304664"/>
                  </a:lnTo>
                  <a:lnTo>
                    <a:pt x="6818758" y="1262387"/>
                  </a:lnTo>
                  <a:lnTo>
                    <a:pt x="6837769" y="1219561"/>
                  </a:lnTo>
                  <a:lnTo>
                    <a:pt x="6851481" y="1176222"/>
                  </a:lnTo>
                  <a:lnTo>
                    <a:pt x="6859785" y="1132402"/>
                  </a:lnTo>
                  <a:lnTo>
                    <a:pt x="6862577" y="1088135"/>
                  </a:lnTo>
                  <a:lnTo>
                    <a:pt x="6861877" y="1065949"/>
                  </a:lnTo>
                  <a:lnTo>
                    <a:pt x="6856316" y="1021901"/>
                  </a:lnTo>
                  <a:lnTo>
                    <a:pt x="6845294" y="978317"/>
                  </a:lnTo>
                  <a:lnTo>
                    <a:pt x="6828919" y="935230"/>
                  </a:lnTo>
                  <a:lnTo>
                    <a:pt x="6807297" y="892675"/>
                  </a:lnTo>
                  <a:lnTo>
                    <a:pt x="6780535" y="850684"/>
                  </a:lnTo>
                  <a:lnTo>
                    <a:pt x="6748739" y="809292"/>
                  </a:lnTo>
                  <a:lnTo>
                    <a:pt x="6712014" y="768532"/>
                  </a:lnTo>
                  <a:lnTo>
                    <a:pt x="6670469" y="728439"/>
                  </a:lnTo>
                  <a:lnTo>
                    <a:pt x="6624208" y="689047"/>
                  </a:lnTo>
                  <a:lnTo>
                    <a:pt x="6573339" y="650388"/>
                  </a:lnTo>
                  <a:lnTo>
                    <a:pt x="6517968" y="612498"/>
                  </a:lnTo>
                  <a:lnTo>
                    <a:pt x="6458201" y="575409"/>
                  </a:lnTo>
                  <a:lnTo>
                    <a:pt x="6394145" y="539157"/>
                  </a:lnTo>
                  <a:lnTo>
                    <a:pt x="6325906" y="503774"/>
                  </a:lnTo>
                  <a:lnTo>
                    <a:pt x="6290251" y="486419"/>
                  </a:lnTo>
                  <a:lnTo>
                    <a:pt x="6253590" y="469294"/>
                  </a:lnTo>
                  <a:lnTo>
                    <a:pt x="6215937" y="452404"/>
                  </a:lnTo>
                  <a:lnTo>
                    <a:pt x="6177304" y="435752"/>
                  </a:lnTo>
                  <a:lnTo>
                    <a:pt x="6137706" y="419344"/>
                  </a:lnTo>
                  <a:lnTo>
                    <a:pt x="6097155" y="403182"/>
                  </a:lnTo>
                  <a:lnTo>
                    <a:pt x="6055664" y="387271"/>
                  </a:lnTo>
                  <a:lnTo>
                    <a:pt x="6013248" y="371616"/>
                  </a:lnTo>
                  <a:lnTo>
                    <a:pt x="5969919" y="356221"/>
                  </a:lnTo>
                  <a:lnTo>
                    <a:pt x="5925690" y="341089"/>
                  </a:lnTo>
                  <a:lnTo>
                    <a:pt x="5880575" y="326226"/>
                  </a:lnTo>
                  <a:lnTo>
                    <a:pt x="5834588" y="311635"/>
                  </a:lnTo>
                  <a:lnTo>
                    <a:pt x="5787741" y="297321"/>
                  </a:lnTo>
                  <a:lnTo>
                    <a:pt x="5740048" y="283288"/>
                  </a:lnTo>
                  <a:lnTo>
                    <a:pt x="5691521" y="269540"/>
                  </a:lnTo>
                  <a:lnTo>
                    <a:pt x="5642175" y="256082"/>
                  </a:lnTo>
                  <a:lnTo>
                    <a:pt x="5592023" y="242917"/>
                  </a:lnTo>
                  <a:lnTo>
                    <a:pt x="5541078" y="230049"/>
                  </a:lnTo>
                  <a:lnTo>
                    <a:pt x="5489353" y="217484"/>
                  </a:lnTo>
                  <a:lnTo>
                    <a:pt x="5436862" y="205226"/>
                  </a:lnTo>
                  <a:lnTo>
                    <a:pt x="5383617" y="193277"/>
                  </a:lnTo>
                  <a:lnTo>
                    <a:pt x="5329633" y="181644"/>
                  </a:lnTo>
                  <a:lnTo>
                    <a:pt x="5274922" y="170329"/>
                  </a:lnTo>
                  <a:lnTo>
                    <a:pt x="5219498" y="159338"/>
                  </a:lnTo>
                  <a:lnTo>
                    <a:pt x="5163374" y="148674"/>
                  </a:lnTo>
                  <a:lnTo>
                    <a:pt x="5106563" y="138342"/>
                  </a:lnTo>
                  <a:lnTo>
                    <a:pt x="5049079" y="128346"/>
                  </a:lnTo>
                  <a:lnTo>
                    <a:pt x="4990935" y="118690"/>
                  </a:lnTo>
                  <a:lnTo>
                    <a:pt x="4932145" y="109378"/>
                  </a:lnTo>
                  <a:lnTo>
                    <a:pt x="4872721" y="100415"/>
                  </a:lnTo>
                  <a:lnTo>
                    <a:pt x="4812676" y="91805"/>
                  </a:lnTo>
                  <a:lnTo>
                    <a:pt x="4752025" y="83552"/>
                  </a:lnTo>
                  <a:lnTo>
                    <a:pt x="4690781" y="75660"/>
                  </a:lnTo>
                  <a:lnTo>
                    <a:pt x="4628956" y="68134"/>
                  </a:lnTo>
                  <a:lnTo>
                    <a:pt x="4566564" y="60978"/>
                  </a:lnTo>
                  <a:lnTo>
                    <a:pt x="4503619" y="54196"/>
                  </a:lnTo>
                  <a:lnTo>
                    <a:pt x="4440133" y="47791"/>
                  </a:lnTo>
                  <a:lnTo>
                    <a:pt x="4376120" y="41770"/>
                  </a:lnTo>
                  <a:lnTo>
                    <a:pt x="4311594" y="36135"/>
                  </a:lnTo>
                  <a:lnTo>
                    <a:pt x="4246567" y="30891"/>
                  </a:lnTo>
                  <a:lnTo>
                    <a:pt x="4181053" y="26042"/>
                  </a:lnTo>
                  <a:lnTo>
                    <a:pt x="4115065" y="21593"/>
                  </a:lnTo>
                  <a:lnTo>
                    <a:pt x="4048617" y="17547"/>
                  </a:lnTo>
                  <a:lnTo>
                    <a:pt x="3981722" y="13910"/>
                  </a:lnTo>
                  <a:lnTo>
                    <a:pt x="3914392" y="10684"/>
                  </a:lnTo>
                  <a:lnTo>
                    <a:pt x="3846642" y="7875"/>
                  </a:lnTo>
                  <a:lnTo>
                    <a:pt x="3778485" y="5486"/>
                  </a:lnTo>
                  <a:lnTo>
                    <a:pt x="3709933" y="3522"/>
                  </a:lnTo>
                  <a:lnTo>
                    <a:pt x="3641001" y="1987"/>
                  </a:lnTo>
                  <a:lnTo>
                    <a:pt x="3571702" y="886"/>
                  </a:lnTo>
                  <a:lnTo>
                    <a:pt x="3502048" y="222"/>
                  </a:lnTo>
                  <a:lnTo>
                    <a:pt x="3432054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2876289" y="1400550"/>
          <a:ext cx="7589520" cy="36550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04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6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1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solidFill>
                      <a:srgbClr val="7F007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405">
                <a:tc gridSpan="2">
                  <a:txBody>
                    <a:bodyPr/>
                    <a:lstStyle/>
                    <a:p>
                      <a:pPr marL="2584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Turma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Curso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3276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400" b="1" spc="-20" dirty="0">
                          <a:latin typeface="Arial"/>
                          <a:cs typeface="Arial"/>
                        </a:rPr>
                        <a:t>Sala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8801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Prédio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L w="76200">
                      <a:solidFill>
                        <a:srgbClr val="7F007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gridSpan="2">
                  <a:txBody>
                    <a:bodyPr/>
                    <a:lstStyle/>
                    <a:p>
                      <a:pPr marL="45720" algn="ctr">
                        <a:lnSpc>
                          <a:spcPts val="2070"/>
                        </a:lnSpc>
                        <a:spcBef>
                          <a:spcPts val="71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0805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390"/>
                        </a:lnSpc>
                        <a:spcBef>
                          <a:spcPts val="39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Access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27355" algn="ctr">
                        <a:lnSpc>
                          <a:spcPts val="2175"/>
                        </a:lnSpc>
                        <a:spcBef>
                          <a:spcPts val="60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3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683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657860">
                        <a:lnSpc>
                          <a:spcPts val="2500"/>
                        </a:lnSpc>
                        <a:spcBef>
                          <a:spcPts val="28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E1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76200">
                      <a:solidFill>
                        <a:srgbClr val="7F007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034">
                <a:tc gridSpan="2">
                  <a:txBody>
                    <a:bodyPr/>
                    <a:lstStyle/>
                    <a:p>
                      <a:pPr marL="88900" algn="ctr">
                        <a:lnSpc>
                          <a:spcPts val="2610"/>
                        </a:lnSpc>
                        <a:spcBef>
                          <a:spcPts val="50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B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Access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8419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R="372745" algn="ctr">
                        <a:lnSpc>
                          <a:spcPts val="2500"/>
                        </a:lnSpc>
                        <a:spcBef>
                          <a:spcPts val="60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4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683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683895">
                        <a:lnSpc>
                          <a:spcPts val="2620"/>
                        </a:lnSpc>
                        <a:spcBef>
                          <a:spcPts val="484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E1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61594" marB="0">
                    <a:lnL w="76200">
                      <a:solidFill>
                        <a:srgbClr val="7F007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Word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6835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L="624205">
                        <a:lnSpc>
                          <a:spcPts val="2835"/>
                        </a:lnSpc>
                        <a:spcBef>
                          <a:spcPts val="1025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12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3017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779780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C2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16840" marB="0">
                    <a:lnL w="76200">
                      <a:solidFill>
                        <a:srgbClr val="7F007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7680">
                <a:tc gridSpan="2">
                  <a:txBody>
                    <a:bodyPr/>
                    <a:lstStyle/>
                    <a:p>
                      <a:pPr marL="104139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Excel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04139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R="235585" algn="ctr">
                        <a:lnSpc>
                          <a:spcPts val="2490"/>
                        </a:lnSpc>
                        <a:spcBef>
                          <a:spcPts val="125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4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5938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6902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C2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76200">
                      <a:solidFill>
                        <a:srgbClr val="7F007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32155">
                <a:tc gridSpan="2">
                  <a:txBody>
                    <a:bodyPr/>
                    <a:lstStyle/>
                    <a:p>
                      <a:pPr marR="4000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B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0287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846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Excel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0287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B w="76200">
                      <a:solidFill>
                        <a:srgbClr val="7F007F"/>
                      </a:solidFill>
                      <a:prstDash val="solid"/>
                    </a:lnB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R="194310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12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1882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C2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02870" marB="0">
                    <a:lnL w="76200">
                      <a:solidFill>
                        <a:srgbClr val="7F007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7561071" y="2380489"/>
            <a:ext cx="266700" cy="17145"/>
          </a:xfrm>
          <a:custGeom>
            <a:avLst/>
            <a:gdLst/>
            <a:ahLst/>
            <a:cxnLst/>
            <a:rect l="l" t="t" r="r" b="b"/>
            <a:pathLst>
              <a:path w="266700" h="17144">
                <a:moveTo>
                  <a:pt x="0" y="0"/>
                </a:moveTo>
                <a:lnTo>
                  <a:pt x="53925" y="719"/>
                </a:lnTo>
                <a:lnTo>
                  <a:pt x="107704" y="2828"/>
                </a:lnTo>
                <a:lnTo>
                  <a:pt x="161190" y="6254"/>
                </a:lnTo>
                <a:lnTo>
                  <a:pt x="214237" y="10924"/>
                </a:lnTo>
                <a:lnTo>
                  <a:pt x="266699" y="1676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713471" y="3523489"/>
            <a:ext cx="266700" cy="17145"/>
          </a:xfrm>
          <a:custGeom>
            <a:avLst/>
            <a:gdLst/>
            <a:ahLst/>
            <a:cxnLst/>
            <a:rect l="l" t="t" r="r" b="b"/>
            <a:pathLst>
              <a:path w="266700" h="17145">
                <a:moveTo>
                  <a:pt x="0" y="0"/>
                </a:moveTo>
                <a:lnTo>
                  <a:pt x="53925" y="719"/>
                </a:lnTo>
                <a:lnTo>
                  <a:pt x="107704" y="2828"/>
                </a:lnTo>
                <a:lnTo>
                  <a:pt x="161190" y="6254"/>
                </a:lnTo>
                <a:lnTo>
                  <a:pt x="214237" y="10924"/>
                </a:lnTo>
                <a:lnTo>
                  <a:pt x="266699" y="1676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101579" y="3954780"/>
            <a:ext cx="32384" cy="129539"/>
          </a:xfrm>
          <a:custGeom>
            <a:avLst/>
            <a:gdLst/>
            <a:ahLst/>
            <a:cxnLst/>
            <a:rect l="l" t="t" r="r" b="b"/>
            <a:pathLst>
              <a:path w="32384" h="129539">
                <a:moveTo>
                  <a:pt x="32003" y="129539"/>
                </a:moveTo>
                <a:lnTo>
                  <a:pt x="30003" y="96654"/>
                </a:lnTo>
                <a:lnTo>
                  <a:pt x="24002" y="64198"/>
                </a:lnTo>
                <a:lnTo>
                  <a:pt x="14001" y="32027"/>
                </a:lnTo>
                <a:lnTo>
                  <a:pt x="0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71183" y="3878579"/>
            <a:ext cx="15240" cy="144780"/>
          </a:xfrm>
          <a:custGeom>
            <a:avLst/>
            <a:gdLst/>
            <a:ahLst/>
            <a:cxnLst/>
            <a:rect l="l" t="t" r="r" b="b"/>
            <a:pathLst>
              <a:path w="15239" h="144779">
                <a:moveTo>
                  <a:pt x="0" y="0"/>
                </a:moveTo>
                <a:lnTo>
                  <a:pt x="881" y="36552"/>
                </a:lnTo>
                <a:lnTo>
                  <a:pt x="3619" y="72961"/>
                </a:lnTo>
                <a:lnTo>
                  <a:pt x="8358" y="109085"/>
                </a:lnTo>
                <a:lnTo>
                  <a:pt x="15239" y="14477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653027" y="5748018"/>
            <a:ext cx="631825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Se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não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houver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aula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em</a:t>
            </a:r>
            <a:r>
              <a:rPr sz="20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uma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determinada</a:t>
            </a:r>
            <a:r>
              <a:rPr sz="20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sala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nesse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semestre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perde-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se</a:t>
            </a:r>
            <a:r>
              <a:rPr sz="20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informação</a:t>
            </a:r>
            <a:r>
              <a:rPr sz="20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sobre</a:t>
            </a:r>
            <a:r>
              <a:rPr sz="20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qual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prédio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contém</a:t>
            </a:r>
            <a:r>
              <a:rPr sz="20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tal</a:t>
            </a:r>
            <a:r>
              <a:rPr sz="20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Arial"/>
                <a:cs typeface="Arial"/>
              </a:rPr>
              <a:t>sala.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4" y="731012"/>
            <a:ext cx="513143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Considerações</a:t>
            </a:r>
            <a:r>
              <a:rPr spc="-120" dirty="0"/>
              <a:t> </a:t>
            </a:r>
            <a:r>
              <a:rPr spc="-10" dirty="0"/>
              <a:t>Finais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570480" y="1066801"/>
            <a:ext cx="12435840" cy="2609515"/>
          </a:xfrm>
          <a:prstGeom prst="rect">
            <a:avLst/>
          </a:prstGeom>
        </p:spPr>
        <p:txBody>
          <a:bodyPr vert="horz" wrap="square" lIns="0" tIns="560406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305" dirty="0"/>
              <a:t>Normalizar</a:t>
            </a:r>
            <a:r>
              <a:rPr spc="-140" dirty="0"/>
              <a:t> </a:t>
            </a:r>
            <a:r>
              <a:rPr spc="-280" dirty="0"/>
              <a:t>evita</a:t>
            </a:r>
            <a:r>
              <a:rPr spc="-145" dirty="0"/>
              <a:t> </a:t>
            </a:r>
            <a:r>
              <a:rPr spc="-265" dirty="0"/>
              <a:t>introduzir</a:t>
            </a:r>
            <a:r>
              <a:rPr spc="-125" dirty="0"/>
              <a:t> </a:t>
            </a:r>
            <a:r>
              <a:rPr spc="-280" dirty="0"/>
              <a:t>inconsistências</a:t>
            </a:r>
          </a:p>
          <a:p>
            <a:pPr marL="354965">
              <a:spcBef>
                <a:spcPts val="3180"/>
              </a:spcBef>
            </a:pPr>
            <a:r>
              <a:rPr spc="-305" dirty="0"/>
              <a:t>quando</a:t>
            </a:r>
            <a:r>
              <a:rPr spc="-145" dirty="0"/>
              <a:t> </a:t>
            </a:r>
            <a:r>
              <a:rPr spc="-295" dirty="0"/>
              <a:t>se</a:t>
            </a:r>
            <a:r>
              <a:rPr spc="-140" dirty="0"/>
              <a:t> </a:t>
            </a:r>
            <a:r>
              <a:rPr spc="-315" dirty="0"/>
              <a:t>alteram</a:t>
            </a:r>
            <a:r>
              <a:rPr spc="-130" dirty="0"/>
              <a:t> </a:t>
            </a:r>
            <a:r>
              <a:rPr spc="-290" dirty="0"/>
              <a:t>relações;</a:t>
            </a:r>
            <a:r>
              <a:rPr spc="-135" dirty="0"/>
              <a:t> </a:t>
            </a:r>
            <a:r>
              <a:rPr spc="-340" dirty="0"/>
              <a:t>porém</a:t>
            </a:r>
            <a:r>
              <a:rPr spc="-140" dirty="0"/>
              <a:t> </a:t>
            </a:r>
            <a:r>
              <a:rPr spc="-275" dirty="0"/>
              <a:t>obriga</a:t>
            </a:r>
            <a:r>
              <a:rPr spc="-135" dirty="0"/>
              <a:t> </a:t>
            </a:r>
            <a:r>
              <a:rPr spc="-370" dirty="0"/>
              <a:t>a</a:t>
            </a:r>
          </a:p>
          <a:p>
            <a:pPr marL="354965" marR="211454">
              <a:lnSpc>
                <a:spcPct val="189800"/>
              </a:lnSpc>
              <a:spcBef>
                <a:spcPts val="10"/>
              </a:spcBef>
            </a:pPr>
            <a:r>
              <a:rPr spc="-305" dirty="0"/>
              <a:t>execução</a:t>
            </a:r>
            <a:r>
              <a:rPr spc="-145" dirty="0"/>
              <a:t> </a:t>
            </a:r>
            <a:r>
              <a:rPr spc="-300" dirty="0"/>
              <a:t>de</a:t>
            </a:r>
            <a:r>
              <a:rPr spc="-150" dirty="0"/>
              <a:t> </a:t>
            </a:r>
            <a:r>
              <a:rPr spc="-290" dirty="0"/>
              <a:t>custosas</a:t>
            </a:r>
            <a:r>
              <a:rPr spc="-160" dirty="0"/>
              <a:t> </a:t>
            </a:r>
            <a:r>
              <a:rPr spc="-285" dirty="0"/>
              <a:t>operações</a:t>
            </a:r>
            <a:r>
              <a:rPr spc="-155" dirty="0"/>
              <a:t> </a:t>
            </a:r>
            <a:r>
              <a:rPr spc="-300" dirty="0"/>
              <a:t>de</a:t>
            </a:r>
            <a:r>
              <a:rPr spc="-150" dirty="0"/>
              <a:t> </a:t>
            </a:r>
            <a:r>
              <a:rPr spc="-305" dirty="0"/>
              <a:t>junção </a:t>
            </a:r>
            <a:r>
              <a:rPr spc="-300" dirty="0"/>
              <a:t>para</a:t>
            </a:r>
            <a:r>
              <a:rPr spc="-150" dirty="0"/>
              <a:t> </a:t>
            </a:r>
            <a:r>
              <a:rPr spc="-320" dirty="0"/>
              <a:t>a</a:t>
            </a:r>
            <a:r>
              <a:rPr spc="-160" dirty="0"/>
              <a:t> </a:t>
            </a:r>
            <a:r>
              <a:rPr spc="-275" dirty="0"/>
              <a:t>consulta</a:t>
            </a:r>
            <a:r>
              <a:rPr spc="-165" dirty="0"/>
              <a:t> </a:t>
            </a:r>
            <a:r>
              <a:rPr spc="-300" dirty="0"/>
              <a:t>de</a:t>
            </a:r>
            <a:r>
              <a:rPr spc="-140" dirty="0"/>
              <a:t> </a:t>
            </a:r>
            <a:r>
              <a:rPr spc="-300" dirty="0"/>
              <a:t>informações.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4" y="731012"/>
            <a:ext cx="513143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Considerações</a:t>
            </a:r>
            <a:r>
              <a:rPr spc="-120" dirty="0"/>
              <a:t> </a:t>
            </a:r>
            <a:r>
              <a:rPr spc="-10" dirty="0"/>
              <a:t>Finais</a:t>
            </a:r>
          </a:p>
        </p:txBody>
      </p:sp>
      <p:sp>
        <p:nvSpPr>
          <p:cNvPr id="3" name="object 3"/>
          <p:cNvSpPr/>
          <p:nvPr/>
        </p:nvSpPr>
        <p:spPr>
          <a:xfrm>
            <a:off x="4100068" y="2446019"/>
            <a:ext cx="4895215" cy="3185160"/>
          </a:xfrm>
          <a:custGeom>
            <a:avLst/>
            <a:gdLst/>
            <a:ahLst/>
            <a:cxnLst/>
            <a:rect l="l" t="t" r="r" b="b"/>
            <a:pathLst>
              <a:path w="4895215" h="3185160">
                <a:moveTo>
                  <a:pt x="441959" y="1059179"/>
                </a:moveTo>
                <a:lnTo>
                  <a:pt x="392519" y="1065928"/>
                </a:lnTo>
                <a:lnTo>
                  <a:pt x="344934" y="1076872"/>
                </a:lnTo>
                <a:lnTo>
                  <a:pt x="299435" y="1091781"/>
                </a:lnTo>
                <a:lnTo>
                  <a:pt x="256253" y="1110420"/>
                </a:lnTo>
                <a:lnTo>
                  <a:pt x="215617" y="1132557"/>
                </a:lnTo>
                <a:lnTo>
                  <a:pt x="177759" y="1157959"/>
                </a:lnTo>
                <a:lnTo>
                  <a:pt x="142908" y="1186393"/>
                </a:lnTo>
                <a:lnTo>
                  <a:pt x="111294" y="1217625"/>
                </a:lnTo>
                <a:lnTo>
                  <a:pt x="83149" y="1251423"/>
                </a:lnTo>
                <a:lnTo>
                  <a:pt x="58702" y="1287554"/>
                </a:lnTo>
                <a:lnTo>
                  <a:pt x="38183" y="1325784"/>
                </a:lnTo>
                <a:lnTo>
                  <a:pt x="21823" y="1365881"/>
                </a:lnTo>
                <a:lnTo>
                  <a:pt x="9852" y="1407612"/>
                </a:lnTo>
                <a:lnTo>
                  <a:pt x="2501" y="1450744"/>
                </a:lnTo>
                <a:lnTo>
                  <a:pt x="0" y="1495043"/>
                </a:lnTo>
                <a:lnTo>
                  <a:pt x="2753" y="1541303"/>
                </a:lnTo>
                <a:lnTo>
                  <a:pt x="10875" y="1586593"/>
                </a:lnTo>
                <a:lnTo>
                  <a:pt x="24153" y="1630585"/>
                </a:lnTo>
                <a:lnTo>
                  <a:pt x="42379" y="1672949"/>
                </a:lnTo>
                <a:lnTo>
                  <a:pt x="65341" y="1713356"/>
                </a:lnTo>
                <a:lnTo>
                  <a:pt x="92829" y="1751478"/>
                </a:lnTo>
                <a:lnTo>
                  <a:pt x="124634" y="1786984"/>
                </a:lnTo>
                <a:lnTo>
                  <a:pt x="160544" y="1819546"/>
                </a:lnTo>
                <a:lnTo>
                  <a:pt x="200349" y="1848834"/>
                </a:lnTo>
                <a:lnTo>
                  <a:pt x="243839" y="1874519"/>
                </a:lnTo>
                <a:lnTo>
                  <a:pt x="206575" y="1904564"/>
                </a:lnTo>
                <a:lnTo>
                  <a:pt x="177183" y="1943504"/>
                </a:lnTo>
                <a:lnTo>
                  <a:pt x="152777" y="1984869"/>
                </a:lnTo>
                <a:lnTo>
                  <a:pt x="133516" y="2028288"/>
                </a:lnTo>
                <a:lnTo>
                  <a:pt x="119560" y="2073386"/>
                </a:lnTo>
                <a:lnTo>
                  <a:pt x="111069" y="2119790"/>
                </a:lnTo>
                <a:lnTo>
                  <a:pt x="108203" y="2167127"/>
                </a:lnTo>
                <a:lnTo>
                  <a:pt x="110752" y="2211704"/>
                </a:lnTo>
                <a:lnTo>
                  <a:pt x="118232" y="2254990"/>
                </a:lnTo>
                <a:lnTo>
                  <a:pt x="130395" y="2296766"/>
                </a:lnTo>
                <a:lnTo>
                  <a:pt x="146994" y="2336815"/>
                </a:lnTo>
                <a:lnTo>
                  <a:pt x="167781" y="2374918"/>
                </a:lnTo>
                <a:lnTo>
                  <a:pt x="192509" y="2410854"/>
                </a:lnTo>
                <a:lnTo>
                  <a:pt x="220929" y="2444407"/>
                </a:lnTo>
                <a:lnTo>
                  <a:pt x="252793" y="2475356"/>
                </a:lnTo>
                <a:lnTo>
                  <a:pt x="287854" y="2503484"/>
                </a:lnTo>
                <a:lnTo>
                  <a:pt x="325865" y="2528571"/>
                </a:lnTo>
                <a:lnTo>
                  <a:pt x="366576" y="2550399"/>
                </a:lnTo>
                <a:lnTo>
                  <a:pt x="409741" y="2568749"/>
                </a:lnTo>
                <a:lnTo>
                  <a:pt x="455112" y="2583402"/>
                </a:lnTo>
                <a:lnTo>
                  <a:pt x="502440" y="2594139"/>
                </a:lnTo>
                <a:lnTo>
                  <a:pt x="551479" y="2600742"/>
                </a:lnTo>
                <a:lnTo>
                  <a:pt x="601979" y="2602991"/>
                </a:lnTo>
                <a:lnTo>
                  <a:pt x="616600" y="2602944"/>
                </a:lnTo>
                <a:lnTo>
                  <a:pt x="630935" y="2602610"/>
                </a:lnTo>
                <a:lnTo>
                  <a:pt x="645271" y="2601706"/>
                </a:lnTo>
                <a:lnTo>
                  <a:pt x="659891" y="2599943"/>
                </a:lnTo>
                <a:lnTo>
                  <a:pt x="656843" y="2602991"/>
                </a:lnTo>
                <a:lnTo>
                  <a:pt x="683988" y="2642507"/>
                </a:lnTo>
                <a:lnTo>
                  <a:pt x="713526" y="2680243"/>
                </a:lnTo>
                <a:lnTo>
                  <a:pt x="745341" y="2716141"/>
                </a:lnTo>
                <a:lnTo>
                  <a:pt x="779315" y="2750144"/>
                </a:lnTo>
                <a:lnTo>
                  <a:pt x="815331" y="2782193"/>
                </a:lnTo>
                <a:lnTo>
                  <a:pt x="853270" y="2812231"/>
                </a:lnTo>
                <a:lnTo>
                  <a:pt x="893016" y="2840199"/>
                </a:lnTo>
                <a:lnTo>
                  <a:pt x="934450" y="2866039"/>
                </a:lnTo>
                <a:lnTo>
                  <a:pt x="977455" y="2889694"/>
                </a:lnTo>
                <a:lnTo>
                  <a:pt x="1021914" y="2911105"/>
                </a:lnTo>
                <a:lnTo>
                  <a:pt x="1067708" y="2930214"/>
                </a:lnTo>
                <a:lnTo>
                  <a:pt x="1114721" y="2946964"/>
                </a:lnTo>
                <a:lnTo>
                  <a:pt x="1162834" y="2961296"/>
                </a:lnTo>
                <a:lnTo>
                  <a:pt x="1211931" y="2973152"/>
                </a:lnTo>
                <a:lnTo>
                  <a:pt x="1261893" y="2982474"/>
                </a:lnTo>
                <a:lnTo>
                  <a:pt x="1312602" y="2989205"/>
                </a:lnTo>
                <a:lnTo>
                  <a:pt x="1363943" y="2993286"/>
                </a:lnTo>
                <a:lnTo>
                  <a:pt x="1415795" y="2994659"/>
                </a:lnTo>
                <a:lnTo>
                  <a:pt x="1468544" y="2993253"/>
                </a:lnTo>
                <a:lnTo>
                  <a:pt x="1521016" y="2989048"/>
                </a:lnTo>
                <a:lnTo>
                  <a:pt x="1573050" y="2982072"/>
                </a:lnTo>
                <a:lnTo>
                  <a:pt x="1624481" y="2972349"/>
                </a:lnTo>
                <a:lnTo>
                  <a:pt x="1675147" y="2959904"/>
                </a:lnTo>
                <a:lnTo>
                  <a:pt x="1724885" y="2944763"/>
                </a:lnTo>
                <a:lnTo>
                  <a:pt x="1773532" y="2926949"/>
                </a:lnTo>
                <a:lnTo>
                  <a:pt x="1820924" y="2906489"/>
                </a:lnTo>
                <a:lnTo>
                  <a:pt x="1866899" y="2883407"/>
                </a:lnTo>
                <a:lnTo>
                  <a:pt x="1894998" y="2920176"/>
                </a:lnTo>
                <a:lnTo>
                  <a:pt x="1927079" y="2954847"/>
                </a:lnTo>
                <a:lnTo>
                  <a:pt x="1961473" y="2987356"/>
                </a:lnTo>
                <a:lnTo>
                  <a:pt x="1998037" y="3017639"/>
                </a:lnTo>
                <a:lnTo>
                  <a:pt x="2036628" y="3045629"/>
                </a:lnTo>
                <a:lnTo>
                  <a:pt x="2077102" y="3071262"/>
                </a:lnTo>
                <a:lnTo>
                  <a:pt x="2119315" y="3094473"/>
                </a:lnTo>
                <a:lnTo>
                  <a:pt x="2163124" y="3115196"/>
                </a:lnTo>
                <a:lnTo>
                  <a:pt x="2208385" y="3133368"/>
                </a:lnTo>
                <a:lnTo>
                  <a:pt x="2254955" y="3148922"/>
                </a:lnTo>
                <a:lnTo>
                  <a:pt x="2302690" y="3161794"/>
                </a:lnTo>
                <a:lnTo>
                  <a:pt x="2351446" y="3171919"/>
                </a:lnTo>
                <a:lnTo>
                  <a:pt x="2401080" y="3179231"/>
                </a:lnTo>
                <a:lnTo>
                  <a:pt x="2451448" y="3183667"/>
                </a:lnTo>
                <a:lnTo>
                  <a:pt x="2502407" y="3185159"/>
                </a:lnTo>
                <a:lnTo>
                  <a:pt x="2552611" y="3183709"/>
                </a:lnTo>
                <a:lnTo>
                  <a:pt x="2602100" y="3179411"/>
                </a:lnTo>
                <a:lnTo>
                  <a:pt x="2650755" y="3172342"/>
                </a:lnTo>
                <a:lnTo>
                  <a:pt x="2698455" y="3162580"/>
                </a:lnTo>
                <a:lnTo>
                  <a:pt x="2745081" y="3150203"/>
                </a:lnTo>
                <a:lnTo>
                  <a:pt x="2790512" y="3135288"/>
                </a:lnTo>
                <a:lnTo>
                  <a:pt x="2834629" y="3117914"/>
                </a:lnTo>
                <a:lnTo>
                  <a:pt x="2877311" y="3098157"/>
                </a:lnTo>
                <a:lnTo>
                  <a:pt x="2918439" y="3076097"/>
                </a:lnTo>
                <a:lnTo>
                  <a:pt x="2957893" y="3051809"/>
                </a:lnTo>
                <a:lnTo>
                  <a:pt x="2995552" y="3025373"/>
                </a:lnTo>
                <a:lnTo>
                  <a:pt x="3031296" y="2996866"/>
                </a:lnTo>
                <a:lnTo>
                  <a:pt x="3065006" y="2966366"/>
                </a:lnTo>
                <a:lnTo>
                  <a:pt x="3096562" y="2933949"/>
                </a:lnTo>
                <a:lnTo>
                  <a:pt x="3125842" y="2899695"/>
                </a:lnTo>
                <a:lnTo>
                  <a:pt x="3152729" y="2863681"/>
                </a:lnTo>
                <a:lnTo>
                  <a:pt x="3177100" y="2825984"/>
                </a:lnTo>
                <a:lnTo>
                  <a:pt x="3198837" y="2786682"/>
                </a:lnTo>
                <a:lnTo>
                  <a:pt x="3217820" y="2745853"/>
                </a:lnTo>
                <a:lnTo>
                  <a:pt x="3233927" y="2703575"/>
                </a:lnTo>
                <a:lnTo>
                  <a:pt x="3235451" y="2706623"/>
                </a:lnTo>
                <a:lnTo>
                  <a:pt x="3280847" y="2729754"/>
                </a:lnTo>
                <a:lnTo>
                  <a:pt x="3328029" y="2749473"/>
                </a:lnTo>
                <a:lnTo>
                  <a:pt x="3376730" y="2765726"/>
                </a:lnTo>
                <a:lnTo>
                  <a:pt x="3426685" y="2778460"/>
                </a:lnTo>
                <a:lnTo>
                  <a:pt x="3477625" y="2787622"/>
                </a:lnTo>
                <a:lnTo>
                  <a:pt x="3529286" y="2793158"/>
                </a:lnTo>
                <a:lnTo>
                  <a:pt x="3581399" y="2795015"/>
                </a:lnTo>
                <a:lnTo>
                  <a:pt x="3632507" y="2793285"/>
                </a:lnTo>
                <a:lnTo>
                  <a:pt x="3682539" y="2788177"/>
                </a:lnTo>
                <a:lnTo>
                  <a:pt x="3731351" y="2779820"/>
                </a:lnTo>
                <a:lnTo>
                  <a:pt x="3778801" y="2768341"/>
                </a:lnTo>
                <a:lnTo>
                  <a:pt x="3824745" y="2753867"/>
                </a:lnTo>
                <a:lnTo>
                  <a:pt x="3869040" y="2736526"/>
                </a:lnTo>
                <a:lnTo>
                  <a:pt x="3911543" y="2716445"/>
                </a:lnTo>
                <a:lnTo>
                  <a:pt x="3952111" y="2693751"/>
                </a:lnTo>
                <a:lnTo>
                  <a:pt x="3990600" y="2668572"/>
                </a:lnTo>
                <a:lnTo>
                  <a:pt x="4026868" y="2641036"/>
                </a:lnTo>
                <a:lnTo>
                  <a:pt x="4060771" y="2611269"/>
                </a:lnTo>
                <a:lnTo>
                  <a:pt x="4092166" y="2579398"/>
                </a:lnTo>
                <a:lnTo>
                  <a:pt x="4120910" y="2545552"/>
                </a:lnTo>
                <a:lnTo>
                  <a:pt x="4146860" y="2509858"/>
                </a:lnTo>
                <a:lnTo>
                  <a:pt x="4169872" y="2472443"/>
                </a:lnTo>
                <a:lnTo>
                  <a:pt x="4189804" y="2433434"/>
                </a:lnTo>
                <a:lnTo>
                  <a:pt x="4206512" y="2392959"/>
                </a:lnTo>
                <a:lnTo>
                  <a:pt x="4219853" y="2351145"/>
                </a:lnTo>
                <a:lnTo>
                  <a:pt x="4229684" y="2308119"/>
                </a:lnTo>
                <a:lnTo>
                  <a:pt x="4235862" y="2264010"/>
                </a:lnTo>
                <a:lnTo>
                  <a:pt x="4238243" y="2218943"/>
                </a:lnTo>
                <a:lnTo>
                  <a:pt x="4236719" y="2217419"/>
                </a:lnTo>
                <a:lnTo>
                  <a:pt x="4287637" y="2209512"/>
                </a:lnTo>
                <a:lnTo>
                  <a:pt x="4337242" y="2198743"/>
                </a:lnTo>
                <a:lnTo>
                  <a:pt x="4385431" y="2185220"/>
                </a:lnTo>
                <a:lnTo>
                  <a:pt x="4432103" y="2169048"/>
                </a:lnTo>
                <a:lnTo>
                  <a:pt x="4477153" y="2150332"/>
                </a:lnTo>
                <a:lnTo>
                  <a:pt x="4520479" y="2129177"/>
                </a:lnTo>
                <a:lnTo>
                  <a:pt x="4561977" y="2105691"/>
                </a:lnTo>
                <a:lnTo>
                  <a:pt x="4601545" y="2079978"/>
                </a:lnTo>
                <a:lnTo>
                  <a:pt x="4639079" y="2052143"/>
                </a:lnTo>
                <a:lnTo>
                  <a:pt x="4674477" y="2022294"/>
                </a:lnTo>
                <a:lnTo>
                  <a:pt x="4707635" y="1990534"/>
                </a:lnTo>
                <a:lnTo>
                  <a:pt x="4738451" y="1956970"/>
                </a:lnTo>
                <a:lnTo>
                  <a:pt x="4766821" y="1921707"/>
                </a:lnTo>
                <a:lnTo>
                  <a:pt x="4792642" y="1884852"/>
                </a:lnTo>
                <a:lnTo>
                  <a:pt x="4815811" y="1846509"/>
                </a:lnTo>
                <a:lnTo>
                  <a:pt x="4836225" y="1806784"/>
                </a:lnTo>
                <a:lnTo>
                  <a:pt x="4853781" y="1765784"/>
                </a:lnTo>
                <a:lnTo>
                  <a:pt x="4868377" y="1723613"/>
                </a:lnTo>
                <a:lnTo>
                  <a:pt x="4879908" y="1680376"/>
                </a:lnTo>
                <a:lnTo>
                  <a:pt x="4888272" y="1636181"/>
                </a:lnTo>
                <a:lnTo>
                  <a:pt x="4893366" y="1591132"/>
                </a:lnTo>
                <a:lnTo>
                  <a:pt x="4895087" y="1545335"/>
                </a:lnTo>
                <a:lnTo>
                  <a:pt x="4893064" y="1495296"/>
                </a:lnTo>
                <a:lnTo>
                  <a:pt x="4887026" y="1445872"/>
                </a:lnTo>
                <a:lnTo>
                  <a:pt x="4877025" y="1397225"/>
                </a:lnTo>
                <a:lnTo>
                  <a:pt x="4863111" y="1349519"/>
                </a:lnTo>
                <a:lnTo>
                  <a:pt x="4845333" y="1302917"/>
                </a:lnTo>
                <a:lnTo>
                  <a:pt x="4823742" y="1257582"/>
                </a:lnTo>
                <a:lnTo>
                  <a:pt x="4798388" y="1213676"/>
                </a:lnTo>
                <a:lnTo>
                  <a:pt x="4769321" y="1171364"/>
                </a:lnTo>
                <a:lnTo>
                  <a:pt x="4736591" y="1130807"/>
                </a:lnTo>
                <a:lnTo>
                  <a:pt x="4735067" y="1130807"/>
                </a:lnTo>
                <a:lnTo>
                  <a:pt x="4756189" y="1079706"/>
                </a:lnTo>
                <a:lnTo>
                  <a:pt x="4771453" y="1027175"/>
                </a:lnTo>
                <a:lnTo>
                  <a:pt x="4780716" y="973502"/>
                </a:lnTo>
                <a:lnTo>
                  <a:pt x="4783835" y="918971"/>
                </a:lnTo>
                <a:lnTo>
                  <a:pt x="4781718" y="873923"/>
                </a:lnTo>
                <a:lnTo>
                  <a:pt x="4775465" y="829761"/>
                </a:lnTo>
                <a:lnTo>
                  <a:pt x="4765230" y="786657"/>
                </a:lnTo>
                <a:lnTo>
                  <a:pt x="4751165" y="744783"/>
                </a:lnTo>
                <a:lnTo>
                  <a:pt x="4733420" y="704311"/>
                </a:lnTo>
                <a:lnTo>
                  <a:pt x="4712148" y="665413"/>
                </a:lnTo>
                <a:lnTo>
                  <a:pt x="4687500" y="628261"/>
                </a:lnTo>
                <a:lnTo>
                  <a:pt x="4659629" y="593026"/>
                </a:lnTo>
                <a:lnTo>
                  <a:pt x="4628687" y="559881"/>
                </a:lnTo>
                <a:lnTo>
                  <a:pt x="4594824" y="528997"/>
                </a:lnTo>
                <a:lnTo>
                  <a:pt x="4558193" y="500547"/>
                </a:lnTo>
                <a:lnTo>
                  <a:pt x="4518945" y="474702"/>
                </a:lnTo>
                <a:lnTo>
                  <a:pt x="4477233" y="451634"/>
                </a:lnTo>
                <a:lnTo>
                  <a:pt x="4433208" y="431515"/>
                </a:lnTo>
                <a:lnTo>
                  <a:pt x="4387022" y="414517"/>
                </a:lnTo>
                <a:lnTo>
                  <a:pt x="4338827" y="400811"/>
                </a:lnTo>
                <a:lnTo>
                  <a:pt x="4340351" y="400811"/>
                </a:lnTo>
                <a:lnTo>
                  <a:pt x="4328527" y="355347"/>
                </a:lnTo>
                <a:lnTo>
                  <a:pt x="4312125" y="311738"/>
                </a:lnTo>
                <a:lnTo>
                  <a:pt x="4291401" y="270174"/>
                </a:lnTo>
                <a:lnTo>
                  <a:pt x="4266612" y="230846"/>
                </a:lnTo>
                <a:lnTo>
                  <a:pt x="4238018" y="193943"/>
                </a:lnTo>
                <a:lnTo>
                  <a:pt x="4205874" y="159654"/>
                </a:lnTo>
                <a:lnTo>
                  <a:pt x="4170438" y="128169"/>
                </a:lnTo>
                <a:lnTo>
                  <a:pt x="4131968" y="99678"/>
                </a:lnTo>
                <a:lnTo>
                  <a:pt x="4090720" y="74371"/>
                </a:lnTo>
                <a:lnTo>
                  <a:pt x="4046953" y="52436"/>
                </a:lnTo>
                <a:lnTo>
                  <a:pt x="4000924" y="34065"/>
                </a:lnTo>
                <a:lnTo>
                  <a:pt x="3952890" y="19446"/>
                </a:lnTo>
                <a:lnTo>
                  <a:pt x="3903108" y="8769"/>
                </a:lnTo>
                <a:lnTo>
                  <a:pt x="3851836" y="2223"/>
                </a:lnTo>
                <a:lnTo>
                  <a:pt x="3799331" y="0"/>
                </a:lnTo>
                <a:lnTo>
                  <a:pt x="3745421" y="2293"/>
                </a:lnTo>
                <a:lnTo>
                  <a:pt x="3692601" y="9089"/>
                </a:lnTo>
                <a:lnTo>
                  <a:pt x="3641174" y="20263"/>
                </a:lnTo>
                <a:lnTo>
                  <a:pt x="3591440" y="35689"/>
                </a:lnTo>
                <a:lnTo>
                  <a:pt x="3543701" y="55242"/>
                </a:lnTo>
                <a:lnTo>
                  <a:pt x="3498257" y="78796"/>
                </a:lnTo>
                <a:lnTo>
                  <a:pt x="3455409" y="106226"/>
                </a:lnTo>
                <a:lnTo>
                  <a:pt x="3415459" y="137406"/>
                </a:lnTo>
                <a:lnTo>
                  <a:pt x="3378707" y="172211"/>
                </a:lnTo>
                <a:lnTo>
                  <a:pt x="3346929" y="137808"/>
                </a:lnTo>
                <a:lnTo>
                  <a:pt x="3310240" y="106840"/>
                </a:lnTo>
                <a:lnTo>
                  <a:pt x="3270503" y="79473"/>
                </a:lnTo>
                <a:lnTo>
                  <a:pt x="3228057" y="55869"/>
                </a:lnTo>
                <a:lnTo>
                  <a:pt x="3183240" y="36191"/>
                </a:lnTo>
                <a:lnTo>
                  <a:pt x="3136391" y="20602"/>
                </a:lnTo>
                <a:lnTo>
                  <a:pt x="3087849" y="9265"/>
                </a:lnTo>
                <a:lnTo>
                  <a:pt x="3037952" y="2343"/>
                </a:lnTo>
                <a:lnTo>
                  <a:pt x="2987039" y="0"/>
                </a:lnTo>
                <a:lnTo>
                  <a:pt x="2936349" y="2311"/>
                </a:lnTo>
                <a:lnTo>
                  <a:pt x="2886744" y="9123"/>
                </a:lnTo>
                <a:lnTo>
                  <a:pt x="2838554" y="20249"/>
                </a:lnTo>
                <a:lnTo>
                  <a:pt x="2792109" y="35504"/>
                </a:lnTo>
                <a:lnTo>
                  <a:pt x="2747739" y="54702"/>
                </a:lnTo>
                <a:lnTo>
                  <a:pt x="2705774" y="77658"/>
                </a:lnTo>
                <a:lnTo>
                  <a:pt x="2666543" y="104187"/>
                </a:lnTo>
                <a:lnTo>
                  <a:pt x="2630375" y="134102"/>
                </a:lnTo>
                <a:lnTo>
                  <a:pt x="2597602" y="167219"/>
                </a:lnTo>
                <a:lnTo>
                  <a:pt x="2568552" y="203352"/>
                </a:lnTo>
                <a:lnTo>
                  <a:pt x="2543555" y="242315"/>
                </a:lnTo>
                <a:lnTo>
                  <a:pt x="2545079" y="249935"/>
                </a:lnTo>
                <a:lnTo>
                  <a:pt x="2506066" y="218567"/>
                </a:lnTo>
                <a:lnTo>
                  <a:pt x="2464393" y="190560"/>
                </a:lnTo>
                <a:lnTo>
                  <a:pt x="2420337" y="166003"/>
                </a:lnTo>
                <a:lnTo>
                  <a:pt x="2374174" y="144982"/>
                </a:lnTo>
                <a:lnTo>
                  <a:pt x="2326180" y="127587"/>
                </a:lnTo>
                <a:lnTo>
                  <a:pt x="2276630" y="113904"/>
                </a:lnTo>
                <a:lnTo>
                  <a:pt x="2225800" y="104022"/>
                </a:lnTo>
                <a:lnTo>
                  <a:pt x="2173968" y="98029"/>
                </a:lnTo>
                <a:lnTo>
                  <a:pt x="2121407" y="96011"/>
                </a:lnTo>
                <a:lnTo>
                  <a:pt x="2070096" y="97939"/>
                </a:lnTo>
                <a:lnTo>
                  <a:pt x="2019705" y="103642"/>
                </a:lnTo>
                <a:lnTo>
                  <a:pt x="1970450" y="112999"/>
                </a:lnTo>
                <a:lnTo>
                  <a:pt x="1922548" y="125889"/>
                </a:lnTo>
                <a:lnTo>
                  <a:pt x="1876215" y="142193"/>
                </a:lnTo>
                <a:lnTo>
                  <a:pt x="1831667" y="161788"/>
                </a:lnTo>
                <a:lnTo>
                  <a:pt x="1789121" y="184555"/>
                </a:lnTo>
                <a:lnTo>
                  <a:pt x="1748794" y="210373"/>
                </a:lnTo>
                <a:lnTo>
                  <a:pt x="1710901" y="239121"/>
                </a:lnTo>
                <a:lnTo>
                  <a:pt x="1675660" y="270678"/>
                </a:lnTo>
                <a:lnTo>
                  <a:pt x="1643286" y="304924"/>
                </a:lnTo>
                <a:lnTo>
                  <a:pt x="1613997" y="341738"/>
                </a:lnTo>
                <a:lnTo>
                  <a:pt x="1588007" y="380999"/>
                </a:lnTo>
                <a:lnTo>
                  <a:pt x="1586483" y="384047"/>
                </a:lnTo>
                <a:lnTo>
                  <a:pt x="1541722" y="362551"/>
                </a:lnTo>
                <a:lnTo>
                  <a:pt x="1495567" y="343804"/>
                </a:lnTo>
                <a:lnTo>
                  <a:pt x="1448198" y="327844"/>
                </a:lnTo>
                <a:lnTo>
                  <a:pt x="1399793" y="314705"/>
                </a:lnTo>
                <a:lnTo>
                  <a:pt x="1350531" y="304424"/>
                </a:lnTo>
                <a:lnTo>
                  <a:pt x="1300591" y="297037"/>
                </a:lnTo>
                <a:lnTo>
                  <a:pt x="1250150" y="292578"/>
                </a:lnTo>
                <a:lnTo>
                  <a:pt x="1199387" y="291083"/>
                </a:lnTo>
                <a:lnTo>
                  <a:pt x="1148958" y="292524"/>
                </a:lnTo>
                <a:lnTo>
                  <a:pt x="1099419" y="296788"/>
                </a:lnTo>
                <a:lnTo>
                  <a:pt x="1050868" y="303785"/>
                </a:lnTo>
                <a:lnTo>
                  <a:pt x="1003406" y="313426"/>
                </a:lnTo>
                <a:lnTo>
                  <a:pt x="957132" y="325623"/>
                </a:lnTo>
                <a:lnTo>
                  <a:pt x="912146" y="340287"/>
                </a:lnTo>
                <a:lnTo>
                  <a:pt x="868546" y="357329"/>
                </a:lnTo>
                <a:lnTo>
                  <a:pt x="826433" y="376659"/>
                </a:lnTo>
                <a:lnTo>
                  <a:pt x="785906" y="398189"/>
                </a:lnTo>
                <a:lnTo>
                  <a:pt x="747064" y="421830"/>
                </a:lnTo>
                <a:lnTo>
                  <a:pt x="710007" y="447493"/>
                </a:lnTo>
                <a:lnTo>
                  <a:pt x="674835" y="475089"/>
                </a:lnTo>
                <a:lnTo>
                  <a:pt x="641646" y="504529"/>
                </a:lnTo>
                <a:lnTo>
                  <a:pt x="610541" y="535724"/>
                </a:lnTo>
                <a:lnTo>
                  <a:pt x="581619" y="568586"/>
                </a:lnTo>
                <a:lnTo>
                  <a:pt x="554979" y="603024"/>
                </a:lnTo>
                <a:lnTo>
                  <a:pt x="530721" y="638950"/>
                </a:lnTo>
                <a:lnTo>
                  <a:pt x="508944" y="676276"/>
                </a:lnTo>
                <a:lnTo>
                  <a:pt x="489748" y="714912"/>
                </a:lnTo>
                <a:lnTo>
                  <a:pt x="473232" y="754770"/>
                </a:lnTo>
                <a:lnTo>
                  <a:pt x="459496" y="795759"/>
                </a:lnTo>
                <a:lnTo>
                  <a:pt x="448639" y="837793"/>
                </a:lnTo>
                <a:lnTo>
                  <a:pt x="440761" y="880780"/>
                </a:lnTo>
                <a:lnTo>
                  <a:pt x="435962" y="924634"/>
                </a:lnTo>
                <a:lnTo>
                  <a:pt x="434339" y="969263"/>
                </a:lnTo>
                <a:lnTo>
                  <a:pt x="434006" y="992123"/>
                </a:lnTo>
                <a:lnTo>
                  <a:pt x="435101" y="1014983"/>
                </a:lnTo>
                <a:lnTo>
                  <a:pt x="437340" y="1037843"/>
                </a:lnTo>
                <a:lnTo>
                  <a:pt x="440435" y="1060703"/>
                </a:lnTo>
                <a:lnTo>
                  <a:pt x="441959" y="1059179"/>
                </a:lnTo>
                <a:close/>
              </a:path>
              <a:path w="4895215" h="3185160">
                <a:moveTo>
                  <a:pt x="243839" y="1874519"/>
                </a:moveTo>
                <a:lnTo>
                  <a:pt x="290596" y="1895331"/>
                </a:lnTo>
                <a:lnTo>
                  <a:pt x="339181" y="1911900"/>
                </a:lnTo>
                <a:lnTo>
                  <a:pt x="389229" y="1924007"/>
                </a:lnTo>
                <a:lnTo>
                  <a:pt x="440375" y="1931432"/>
                </a:lnTo>
                <a:lnTo>
                  <a:pt x="492251" y="1933955"/>
                </a:lnTo>
                <a:lnTo>
                  <a:pt x="502277" y="1933932"/>
                </a:lnTo>
                <a:lnTo>
                  <a:pt x="511873" y="1933765"/>
                </a:lnTo>
                <a:lnTo>
                  <a:pt x="521184" y="1933313"/>
                </a:lnTo>
                <a:lnTo>
                  <a:pt x="530351" y="1932431"/>
                </a:lnTo>
              </a:path>
              <a:path w="4895215" h="3185160">
                <a:moveTo>
                  <a:pt x="659891" y="2599943"/>
                </a:moveTo>
                <a:lnTo>
                  <a:pt x="691848" y="2596300"/>
                </a:lnTo>
                <a:lnTo>
                  <a:pt x="723518" y="2590228"/>
                </a:lnTo>
                <a:lnTo>
                  <a:pt x="754618" y="2582156"/>
                </a:lnTo>
                <a:lnTo>
                  <a:pt x="784859" y="2572511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89244" y="5201411"/>
            <a:ext cx="76200" cy="128270"/>
          </a:xfrm>
          <a:custGeom>
            <a:avLst/>
            <a:gdLst/>
            <a:ahLst/>
            <a:cxnLst/>
            <a:rect l="l" t="t" r="r" b="b"/>
            <a:pathLst>
              <a:path w="76200" h="128270">
                <a:moveTo>
                  <a:pt x="0" y="0"/>
                </a:moveTo>
                <a:lnTo>
                  <a:pt x="16621" y="33718"/>
                </a:lnTo>
                <a:lnTo>
                  <a:pt x="34670" y="66293"/>
                </a:lnTo>
                <a:lnTo>
                  <a:pt x="54435" y="97726"/>
                </a:lnTo>
                <a:lnTo>
                  <a:pt x="76199" y="128015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33995" y="5007863"/>
            <a:ext cx="30480" cy="142240"/>
          </a:xfrm>
          <a:custGeom>
            <a:avLst/>
            <a:gdLst/>
            <a:ahLst/>
            <a:cxnLst/>
            <a:rect l="l" t="t" r="r" b="b"/>
            <a:pathLst>
              <a:path w="30479" h="142239">
                <a:moveTo>
                  <a:pt x="0" y="141731"/>
                </a:moveTo>
                <a:lnTo>
                  <a:pt x="10548" y="107156"/>
                </a:lnTo>
                <a:lnTo>
                  <a:pt x="19240" y="72008"/>
                </a:lnTo>
                <a:lnTo>
                  <a:pt x="25931" y="36290"/>
                </a:lnTo>
                <a:lnTo>
                  <a:pt x="30479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969504" y="4139183"/>
            <a:ext cx="368935" cy="525780"/>
          </a:xfrm>
          <a:custGeom>
            <a:avLst/>
            <a:gdLst/>
            <a:ahLst/>
            <a:cxnLst/>
            <a:rect l="l" t="t" r="r" b="b"/>
            <a:pathLst>
              <a:path w="368935" h="525779">
                <a:moveTo>
                  <a:pt x="368807" y="525779"/>
                </a:moveTo>
                <a:lnTo>
                  <a:pt x="368807" y="524255"/>
                </a:lnTo>
                <a:lnTo>
                  <a:pt x="368807" y="522731"/>
                </a:lnTo>
                <a:lnTo>
                  <a:pt x="368807" y="521207"/>
                </a:lnTo>
                <a:lnTo>
                  <a:pt x="366637" y="474166"/>
                </a:lnTo>
                <a:lnTo>
                  <a:pt x="360214" y="427875"/>
                </a:lnTo>
                <a:lnTo>
                  <a:pt x="349673" y="382523"/>
                </a:lnTo>
                <a:lnTo>
                  <a:pt x="335146" y="338301"/>
                </a:lnTo>
                <a:lnTo>
                  <a:pt x="316767" y="295398"/>
                </a:lnTo>
                <a:lnTo>
                  <a:pt x="294669" y="254005"/>
                </a:lnTo>
                <a:lnTo>
                  <a:pt x="268985" y="214312"/>
                </a:lnTo>
                <a:lnTo>
                  <a:pt x="239850" y="176508"/>
                </a:lnTo>
                <a:lnTo>
                  <a:pt x="207395" y="140783"/>
                </a:lnTo>
                <a:lnTo>
                  <a:pt x="171754" y="107328"/>
                </a:lnTo>
                <a:lnTo>
                  <a:pt x="133061" y="76332"/>
                </a:lnTo>
                <a:lnTo>
                  <a:pt x="91448" y="47986"/>
                </a:lnTo>
                <a:lnTo>
                  <a:pt x="47050" y="22478"/>
                </a:lnTo>
                <a:lnTo>
                  <a:pt x="0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670543" y="3576827"/>
            <a:ext cx="165100" cy="196850"/>
          </a:xfrm>
          <a:custGeom>
            <a:avLst/>
            <a:gdLst/>
            <a:ahLst/>
            <a:cxnLst/>
            <a:rect l="l" t="t" r="r" b="b"/>
            <a:pathLst>
              <a:path w="165100" h="196850">
                <a:moveTo>
                  <a:pt x="0" y="196595"/>
                </a:moveTo>
                <a:lnTo>
                  <a:pt x="41111" y="162982"/>
                </a:lnTo>
                <a:lnTo>
                  <a:pt x="78345" y="126296"/>
                </a:lnTo>
                <a:lnTo>
                  <a:pt x="111483" y="86758"/>
                </a:lnTo>
                <a:lnTo>
                  <a:pt x="140305" y="44586"/>
                </a:lnTo>
                <a:lnTo>
                  <a:pt x="164591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440420" y="2846832"/>
            <a:ext cx="9525" cy="93345"/>
          </a:xfrm>
          <a:custGeom>
            <a:avLst/>
            <a:gdLst/>
            <a:ahLst/>
            <a:cxnLst/>
            <a:rect l="l" t="t" r="r" b="b"/>
            <a:pathLst>
              <a:path w="9525" h="93344">
                <a:moveTo>
                  <a:pt x="9143" y="92963"/>
                </a:moveTo>
                <a:lnTo>
                  <a:pt x="9143" y="89915"/>
                </a:lnTo>
                <a:lnTo>
                  <a:pt x="9143" y="88391"/>
                </a:lnTo>
                <a:lnTo>
                  <a:pt x="9143" y="85343"/>
                </a:lnTo>
                <a:lnTo>
                  <a:pt x="8572" y="63650"/>
                </a:lnTo>
                <a:lnTo>
                  <a:pt x="6857" y="42100"/>
                </a:lnTo>
                <a:lnTo>
                  <a:pt x="4000" y="20835"/>
                </a:lnTo>
                <a:lnTo>
                  <a:pt x="0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94955" y="2618231"/>
            <a:ext cx="83820" cy="119380"/>
          </a:xfrm>
          <a:custGeom>
            <a:avLst/>
            <a:gdLst/>
            <a:ahLst/>
            <a:cxnLst/>
            <a:rect l="l" t="t" r="r" b="b"/>
            <a:pathLst>
              <a:path w="83820" h="119380">
                <a:moveTo>
                  <a:pt x="83819" y="0"/>
                </a:moveTo>
                <a:lnTo>
                  <a:pt x="59578" y="27360"/>
                </a:lnTo>
                <a:lnTo>
                  <a:pt x="37337" y="56578"/>
                </a:lnTo>
                <a:lnTo>
                  <a:pt x="17383" y="87225"/>
                </a:lnTo>
                <a:lnTo>
                  <a:pt x="0" y="118871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02477" y="2688336"/>
            <a:ext cx="41275" cy="104139"/>
          </a:xfrm>
          <a:custGeom>
            <a:avLst/>
            <a:gdLst/>
            <a:ahLst/>
            <a:cxnLst/>
            <a:rect l="l" t="t" r="r" b="b"/>
            <a:pathLst>
              <a:path w="41275" h="104139">
                <a:moveTo>
                  <a:pt x="41147" y="0"/>
                </a:moveTo>
                <a:lnTo>
                  <a:pt x="28289" y="25193"/>
                </a:lnTo>
                <a:lnTo>
                  <a:pt x="17144" y="50672"/>
                </a:lnTo>
                <a:lnTo>
                  <a:pt x="7715" y="76723"/>
                </a:lnTo>
                <a:lnTo>
                  <a:pt x="0" y="103631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86552" y="2830067"/>
            <a:ext cx="146685" cy="99060"/>
          </a:xfrm>
          <a:custGeom>
            <a:avLst/>
            <a:gdLst/>
            <a:ahLst/>
            <a:cxnLst/>
            <a:rect l="l" t="t" r="r" b="b"/>
            <a:pathLst>
              <a:path w="146685" h="99060">
                <a:moveTo>
                  <a:pt x="146303" y="99059"/>
                </a:moveTo>
                <a:lnTo>
                  <a:pt x="112299" y="71366"/>
                </a:lnTo>
                <a:lnTo>
                  <a:pt x="76580" y="45529"/>
                </a:lnTo>
                <a:lnTo>
                  <a:pt x="39147" y="21693"/>
                </a:lnTo>
                <a:lnTo>
                  <a:pt x="0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40503" y="3506724"/>
            <a:ext cx="26034" cy="104139"/>
          </a:xfrm>
          <a:custGeom>
            <a:avLst/>
            <a:gdLst/>
            <a:ahLst/>
            <a:cxnLst/>
            <a:rect l="l" t="t" r="r" b="b"/>
            <a:pathLst>
              <a:path w="26035" h="104139">
                <a:moveTo>
                  <a:pt x="0" y="0"/>
                </a:moveTo>
                <a:lnTo>
                  <a:pt x="4905" y="26265"/>
                </a:lnTo>
                <a:lnTo>
                  <a:pt x="10667" y="52387"/>
                </a:lnTo>
                <a:lnTo>
                  <a:pt x="17573" y="78224"/>
                </a:lnTo>
                <a:lnTo>
                  <a:pt x="25907" y="103631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243063" y="2872612"/>
            <a:ext cx="7381240" cy="41319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676525">
              <a:spcBef>
                <a:spcPts val="600"/>
              </a:spcBef>
            </a:pPr>
            <a:r>
              <a:rPr sz="2950" i="1" spc="-305" dirty="0">
                <a:solidFill>
                  <a:srgbClr val="FF0000"/>
                </a:solidFill>
                <a:latin typeface="Verdana"/>
                <a:cs typeface="Verdana"/>
              </a:rPr>
              <a:t>Mas,</a:t>
            </a:r>
            <a:r>
              <a:rPr sz="2950" i="1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950" i="1" spc="-30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2950" i="1" spc="-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950" i="1" spc="-280" dirty="0">
                <a:solidFill>
                  <a:srgbClr val="FF0000"/>
                </a:solidFill>
                <a:latin typeface="Verdana"/>
                <a:cs typeface="Verdana"/>
              </a:rPr>
              <a:t>aí?!</a:t>
            </a:r>
            <a:endParaRPr sz="2950">
              <a:latin typeface="Verdana"/>
              <a:cs typeface="Verdana"/>
            </a:endParaRPr>
          </a:p>
          <a:p>
            <a:pPr marL="2607945" marR="2208530" indent="-728980">
              <a:lnSpc>
                <a:spcPts val="3360"/>
              </a:lnSpc>
              <a:spcBef>
                <a:spcPts val="765"/>
              </a:spcBef>
            </a:pPr>
            <a:r>
              <a:rPr sz="2950" i="1" spc="-75" dirty="0">
                <a:solidFill>
                  <a:srgbClr val="FF0000"/>
                </a:solidFill>
                <a:latin typeface="Verdana"/>
                <a:cs typeface="Verdana"/>
              </a:rPr>
              <a:t>Normalizar</a:t>
            </a:r>
            <a:r>
              <a:rPr sz="2950" i="1" spc="-2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950" i="1" spc="-80" dirty="0">
                <a:solidFill>
                  <a:srgbClr val="FF0000"/>
                </a:solidFill>
                <a:latin typeface="Verdana"/>
                <a:cs typeface="Verdana"/>
              </a:rPr>
              <a:t>ou</a:t>
            </a:r>
            <a:r>
              <a:rPr sz="2950" i="1" spc="-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950" i="1" spc="-55" dirty="0">
                <a:solidFill>
                  <a:srgbClr val="FF0000"/>
                </a:solidFill>
                <a:latin typeface="Verdana"/>
                <a:cs typeface="Verdana"/>
              </a:rPr>
              <a:t>não </a:t>
            </a:r>
            <a:r>
              <a:rPr sz="2950" i="1" spc="-10" dirty="0">
                <a:solidFill>
                  <a:srgbClr val="FF0000"/>
                </a:solidFill>
                <a:latin typeface="Verdana"/>
                <a:cs typeface="Verdana"/>
              </a:rPr>
              <a:t>Normalizar?</a:t>
            </a:r>
            <a:endParaRPr sz="2950">
              <a:latin typeface="Verdana"/>
              <a:cs typeface="Verdana"/>
            </a:endParaRPr>
          </a:p>
          <a:p>
            <a:pPr marL="2417445">
              <a:spcBef>
                <a:spcPts val="409"/>
              </a:spcBef>
            </a:pPr>
            <a:r>
              <a:rPr sz="2950" i="1" spc="-260" dirty="0">
                <a:solidFill>
                  <a:srgbClr val="FF0000"/>
                </a:solidFill>
                <a:latin typeface="Verdana"/>
                <a:cs typeface="Verdana"/>
              </a:rPr>
              <a:t>Eis</a:t>
            </a:r>
            <a:r>
              <a:rPr sz="2950" i="1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950" i="1" spc="-320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2950" i="1" spc="-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950" i="1" spc="-295" dirty="0">
                <a:solidFill>
                  <a:srgbClr val="FF0000"/>
                </a:solidFill>
                <a:latin typeface="Verdana"/>
                <a:cs typeface="Verdana"/>
              </a:rPr>
              <a:t>questão!</a:t>
            </a:r>
            <a:endParaRPr sz="2950">
              <a:latin typeface="Verdana"/>
              <a:cs typeface="Verdana"/>
            </a:endParaRPr>
          </a:p>
          <a:p>
            <a:pPr>
              <a:spcBef>
                <a:spcPts val="2845"/>
              </a:spcBef>
            </a:pPr>
            <a:endParaRPr sz="2950">
              <a:latin typeface="Verdana"/>
              <a:cs typeface="Verdana"/>
            </a:endParaRPr>
          </a:p>
          <a:p>
            <a:pPr marL="12700" marR="5080">
              <a:lnSpc>
                <a:spcPts val="3360"/>
              </a:lnSpc>
            </a:pPr>
            <a:r>
              <a:rPr sz="2950" i="1" spc="-345" dirty="0">
                <a:latin typeface="Verdana"/>
                <a:cs typeface="Verdana"/>
              </a:rPr>
              <a:t>A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280" dirty="0">
                <a:latin typeface="Verdana"/>
                <a:cs typeface="Verdana"/>
              </a:rPr>
              <a:t>decisão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315" dirty="0">
                <a:latin typeface="Verdana"/>
                <a:cs typeface="Verdana"/>
              </a:rPr>
              <a:t>deve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290" dirty="0">
                <a:latin typeface="Verdana"/>
                <a:cs typeface="Verdana"/>
              </a:rPr>
              <a:t>ser</a:t>
            </a:r>
            <a:r>
              <a:rPr sz="2950" i="1" spc="-135" dirty="0">
                <a:latin typeface="Verdana"/>
                <a:cs typeface="Verdana"/>
              </a:rPr>
              <a:t> </a:t>
            </a:r>
            <a:r>
              <a:rPr sz="2950" i="1" spc="-335" dirty="0">
                <a:latin typeface="Verdana"/>
                <a:cs typeface="Verdana"/>
              </a:rPr>
              <a:t>tomada</a:t>
            </a:r>
            <a:r>
              <a:rPr sz="2950" i="1" spc="-145" dirty="0">
                <a:latin typeface="Verdana"/>
                <a:cs typeface="Verdana"/>
              </a:rPr>
              <a:t> </a:t>
            </a:r>
            <a:r>
              <a:rPr sz="2950" i="1" spc="-290" dirty="0">
                <a:latin typeface="Verdana"/>
                <a:cs typeface="Verdana"/>
              </a:rPr>
              <a:t>considerando-</a:t>
            </a:r>
            <a:r>
              <a:rPr sz="2950" i="1" spc="-300" dirty="0">
                <a:latin typeface="Verdana"/>
                <a:cs typeface="Verdana"/>
              </a:rPr>
              <a:t>se</a:t>
            </a:r>
            <a:r>
              <a:rPr sz="2950" i="1" spc="-145" dirty="0">
                <a:latin typeface="Verdana"/>
                <a:cs typeface="Verdana"/>
              </a:rPr>
              <a:t> </a:t>
            </a:r>
            <a:r>
              <a:rPr sz="2950" i="1" spc="-340" dirty="0">
                <a:latin typeface="Verdana"/>
                <a:cs typeface="Verdana"/>
              </a:rPr>
              <a:t>o </a:t>
            </a:r>
            <a:r>
              <a:rPr sz="2950" i="1" spc="-325" dirty="0">
                <a:latin typeface="Verdana"/>
                <a:cs typeface="Verdana"/>
              </a:rPr>
              <a:t>compromisso</a:t>
            </a:r>
            <a:r>
              <a:rPr sz="2950" i="1" spc="-130" dirty="0">
                <a:latin typeface="Verdana"/>
                <a:cs typeface="Verdana"/>
              </a:rPr>
              <a:t> </a:t>
            </a:r>
            <a:r>
              <a:rPr sz="2950" i="1" spc="-285" dirty="0">
                <a:latin typeface="Verdana"/>
                <a:cs typeface="Verdana"/>
              </a:rPr>
              <a:t>entre</a:t>
            </a:r>
            <a:r>
              <a:rPr sz="2950" i="1" spc="-114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se</a:t>
            </a:r>
            <a:r>
              <a:rPr sz="2950" i="1" spc="-135" dirty="0">
                <a:latin typeface="Verdana"/>
                <a:cs typeface="Verdana"/>
              </a:rPr>
              <a:t> </a:t>
            </a:r>
            <a:r>
              <a:rPr sz="2950" i="1" spc="-275" dirty="0">
                <a:latin typeface="Verdana"/>
                <a:cs typeface="Verdana"/>
              </a:rPr>
              <a:t>garantir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320" dirty="0">
                <a:latin typeface="Verdana"/>
                <a:cs typeface="Verdana"/>
              </a:rPr>
              <a:t>a</a:t>
            </a:r>
            <a:r>
              <a:rPr sz="2950" i="1" spc="-135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eliminação</a:t>
            </a:r>
            <a:r>
              <a:rPr sz="2950" i="1" spc="-130" dirty="0">
                <a:latin typeface="Verdana"/>
                <a:cs typeface="Verdana"/>
              </a:rPr>
              <a:t> </a:t>
            </a:r>
            <a:r>
              <a:rPr sz="2950" i="1" spc="-325" dirty="0">
                <a:latin typeface="Verdana"/>
                <a:cs typeface="Verdana"/>
              </a:rPr>
              <a:t>de </a:t>
            </a:r>
            <a:r>
              <a:rPr sz="2950" i="1" spc="-275" dirty="0">
                <a:latin typeface="Verdana"/>
                <a:cs typeface="Verdana"/>
              </a:rPr>
              <a:t>inconsistências</a:t>
            </a:r>
            <a:r>
              <a:rPr sz="2950" i="1" spc="-130" dirty="0">
                <a:latin typeface="Verdana"/>
                <a:cs typeface="Verdana"/>
              </a:rPr>
              <a:t> </a:t>
            </a:r>
            <a:r>
              <a:rPr sz="2950" i="1" spc="-315" dirty="0">
                <a:latin typeface="Verdana"/>
                <a:cs typeface="Verdana"/>
              </a:rPr>
              <a:t>na</a:t>
            </a:r>
            <a:r>
              <a:rPr sz="2950" i="1" spc="-125" dirty="0">
                <a:latin typeface="Verdana"/>
                <a:cs typeface="Verdana"/>
              </a:rPr>
              <a:t> </a:t>
            </a:r>
            <a:r>
              <a:rPr sz="2950" i="1" spc="-295" dirty="0">
                <a:latin typeface="Verdana"/>
                <a:cs typeface="Verdana"/>
              </a:rPr>
              <a:t>base,</a:t>
            </a:r>
            <a:r>
              <a:rPr sz="2950" i="1" spc="-120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e</a:t>
            </a:r>
            <a:r>
              <a:rPr sz="2950" i="1" spc="-130" dirty="0">
                <a:latin typeface="Verdana"/>
                <a:cs typeface="Verdana"/>
              </a:rPr>
              <a:t> </a:t>
            </a:r>
            <a:r>
              <a:rPr sz="2950" i="1" spc="-254" dirty="0">
                <a:latin typeface="Verdana"/>
                <a:cs typeface="Verdana"/>
              </a:rPr>
              <a:t>eficiência</a:t>
            </a:r>
            <a:r>
              <a:rPr sz="2950" i="1" spc="-130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de</a:t>
            </a:r>
            <a:r>
              <a:rPr sz="2950" i="1" spc="-130" dirty="0">
                <a:latin typeface="Verdana"/>
                <a:cs typeface="Verdana"/>
              </a:rPr>
              <a:t> </a:t>
            </a:r>
            <a:r>
              <a:rPr sz="2950" i="1" spc="-305" dirty="0">
                <a:latin typeface="Verdana"/>
                <a:cs typeface="Verdana"/>
              </a:rPr>
              <a:t>acesso</a:t>
            </a:r>
            <a:endParaRPr sz="2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</TotalTime>
  <Words>4320</Words>
  <Application>Microsoft Office PowerPoint</Application>
  <PresentationFormat>Personalizar</PresentationFormat>
  <Paragraphs>1231</Paragraphs>
  <Slides>129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129</vt:i4>
      </vt:variant>
    </vt:vector>
  </HeadingPairs>
  <TitlesOfParts>
    <vt:vector size="139" baseType="lpstr">
      <vt:lpstr>Arial</vt:lpstr>
      <vt:lpstr>Arial MT</vt:lpstr>
      <vt:lpstr>Calibri</vt:lpstr>
      <vt:lpstr>Calibri Light</vt:lpstr>
      <vt:lpstr>Courier New</vt:lpstr>
      <vt:lpstr>Segoe UI Symbol</vt:lpstr>
      <vt:lpstr>Tahoma</vt:lpstr>
      <vt:lpstr>Times New Roman</vt:lpstr>
      <vt:lpstr>Verdana</vt:lpstr>
      <vt:lpstr>Personalizar design</vt:lpstr>
      <vt:lpstr>Apresentação do PowerPoint</vt:lpstr>
      <vt:lpstr>Introdução à Banco de Dados</vt:lpstr>
      <vt:lpstr>AGENDA</vt:lpstr>
      <vt:lpstr>O QUE SÃO BANCO DE DADOS</vt:lpstr>
      <vt:lpstr>CONCEITOS GERAIS</vt:lpstr>
      <vt:lpstr>PROPRIEDADES GENÉRICAS</vt:lpstr>
      <vt:lpstr>VISÕES DO BANCO DE DADOS</vt:lpstr>
      <vt:lpstr>VISÕES DO BANCO DE DADOS</vt:lpstr>
      <vt:lpstr>VISÕES DO BANCO DE DADOS</vt:lpstr>
      <vt:lpstr>Sistema Gerenciador de Banco de Dados</vt:lpstr>
      <vt:lpstr>Sistema Gerenciador de Bancos de Dados (SGBD)</vt:lpstr>
      <vt:lpstr>USUÁRIOS /PROGRAMADORES</vt:lpstr>
      <vt:lpstr>Profissionais Envolvidos</vt:lpstr>
      <vt:lpstr>PROFISSIONAIS ENVOLVIDOS</vt:lpstr>
      <vt:lpstr>SURGIMENTO DE SGBDS</vt:lpstr>
      <vt:lpstr>SGBDs</vt:lpstr>
      <vt:lpstr>SGBDs</vt:lpstr>
      <vt:lpstr>SGBDs</vt:lpstr>
      <vt:lpstr>Propriedades de SGBDs</vt:lpstr>
      <vt:lpstr>SISTEMA GERENCIADOR DE BANCOS DE DADOS</vt:lpstr>
      <vt:lpstr>PROPRIEDADE DE SGBD: VALIDADE</vt:lpstr>
      <vt:lpstr>PROPRIEDADE DE SGBD</vt:lpstr>
      <vt:lpstr>EXEMPLOS DE SGBDS</vt:lpstr>
      <vt:lpstr>Modelagem de Dados</vt:lpstr>
      <vt:lpstr>MODELO DE DADOS</vt:lpstr>
      <vt:lpstr>MODELAGEM DE DADOS CONCEITUAL</vt:lpstr>
      <vt:lpstr>MODELAGEM DE DADOS CONCEITUAL</vt:lpstr>
      <vt:lpstr>MODELAGEM LÓGICA</vt:lpstr>
      <vt:lpstr>MODELAGEM LÓGICA</vt:lpstr>
      <vt:lpstr>Modelo de Dados</vt:lpstr>
      <vt:lpstr>DÚVIDAS QUE PERMANECEM...</vt:lpstr>
      <vt:lpstr>RESPONDENDO ÀS PERGUNTAS...</vt:lpstr>
      <vt:lpstr>ESQUEMA DE BANCO DE DADOS</vt:lpstr>
      <vt:lpstr>Esquema de Banco de Dados</vt:lpstr>
      <vt:lpstr>MODELO DE DADOS</vt:lpstr>
      <vt:lpstr>MER (Modelo de dados Entidade Relacionamento)</vt:lpstr>
      <vt:lpstr>MODELO DE DADOS ENTIDADE-RELACIONAMENTO</vt:lpstr>
      <vt:lpstr>Modelo Entidade Relacionamento (ME-R)</vt:lpstr>
      <vt:lpstr>REPRESENTAÇÃO GRÁFICA</vt:lpstr>
      <vt:lpstr>RELACIONAMENTO</vt:lpstr>
      <vt:lpstr>CARDINALIDADE DE RELACIONAMENTOS</vt:lpstr>
      <vt:lpstr>CARDINALIDADE DE RELACIONAMENTOS</vt:lpstr>
      <vt:lpstr>CARDINALIDADE DE RELACIONAMENTOS</vt:lpstr>
      <vt:lpstr>GRAU DE RELACIONAMENTO</vt:lpstr>
      <vt:lpstr>MER - RESTRIÇÃO DE PARTICIPAÇÃO</vt:lpstr>
      <vt:lpstr>MER Restrição de Participação</vt:lpstr>
      <vt:lpstr>MER - Atributos de Entidades</vt:lpstr>
      <vt:lpstr>MER Atributos Monovalorados</vt:lpstr>
      <vt:lpstr>MER Atributos Multivalorados</vt:lpstr>
      <vt:lpstr>MER Atributos Compostos</vt:lpstr>
      <vt:lpstr>MER Atributos Derivados</vt:lpstr>
      <vt:lpstr>Resumo Representações de Atributos</vt:lpstr>
      <vt:lpstr>Atributos de Conjunto de Relacionamentos</vt:lpstr>
      <vt:lpstr>Atributos de Conjunto de Relacionamentos</vt:lpstr>
      <vt:lpstr>Exemplo Diagrama ER (exceto atributos)</vt:lpstr>
      <vt:lpstr>MER - Entidades Fracas</vt:lpstr>
      <vt:lpstr>MER - Entidades Fracas</vt:lpstr>
      <vt:lpstr>MER - Entidades Fracas</vt:lpstr>
      <vt:lpstr>MER - Entidades Fracas</vt:lpstr>
      <vt:lpstr>Simplificando Modelagens</vt:lpstr>
      <vt:lpstr>Simplificando Modelagens</vt:lpstr>
      <vt:lpstr>Simplificando Modelagens</vt:lpstr>
      <vt:lpstr>MER Propriedades Generalização</vt:lpstr>
      <vt:lpstr>Propriedades Generalização</vt:lpstr>
      <vt:lpstr>Propriedades Generalização</vt:lpstr>
      <vt:lpstr>Propriedades Generalização</vt:lpstr>
      <vt:lpstr>Propriedades Generalização</vt:lpstr>
      <vt:lpstr>Abstração de Agregação</vt:lpstr>
      <vt:lpstr>Abstração de Agregação</vt:lpstr>
      <vt:lpstr>Abstração de Agregação</vt:lpstr>
      <vt:lpstr>Abstração de Agregação</vt:lpstr>
      <vt:lpstr>MER Abstração de Agregação</vt:lpstr>
      <vt:lpstr>MER Abstração de Agregação</vt:lpstr>
      <vt:lpstr>Modelo de Dados Relacional</vt:lpstr>
      <vt:lpstr>Modelo Relacional</vt:lpstr>
      <vt:lpstr>Modelo Relacional</vt:lpstr>
      <vt:lpstr>Modelo Relacional</vt:lpstr>
      <vt:lpstr>Modelo Relacional</vt:lpstr>
      <vt:lpstr>Modelo Relacional</vt:lpstr>
      <vt:lpstr>Modelo Relacional Restrições de Integridade</vt:lpstr>
      <vt:lpstr>Modelo Relacional Integridade da Entidade</vt:lpstr>
      <vt:lpstr>Apresentação do PowerPoint</vt:lpstr>
      <vt:lpstr>Mapeamento MER</vt:lpstr>
      <vt:lpstr>Tipo de entidades regulares</vt:lpstr>
      <vt:lpstr>Tipos de entidades fracas</vt:lpstr>
      <vt:lpstr>Tipos de relacionamentos 1 x 1</vt:lpstr>
      <vt:lpstr>Tipos de relacionamentos 1 x N</vt:lpstr>
      <vt:lpstr>Tipos de relacionamentos M x N</vt:lpstr>
      <vt:lpstr>Tipos de relacionamentos</vt:lpstr>
      <vt:lpstr>Abstração de generalização (a)</vt:lpstr>
      <vt:lpstr>Abstração de generalização (a)</vt:lpstr>
      <vt:lpstr>Abstração de generalização (b)</vt:lpstr>
      <vt:lpstr>Abstração de agregação</vt:lpstr>
      <vt:lpstr>Abstração de agregação</vt:lpstr>
      <vt:lpstr>Abstração de agregação</vt:lpstr>
      <vt:lpstr>Abstração de agregação</vt:lpstr>
      <vt:lpstr>Abstração de agregação</vt:lpstr>
      <vt:lpstr>Abstração de agregação</vt:lpstr>
      <vt:lpstr>Abstração de agregação</vt:lpstr>
      <vt:lpstr>Abstração de agregação</vt:lpstr>
      <vt:lpstr>Atributos multivalorados</vt:lpstr>
      <vt:lpstr>Atributos multivalorados Professor</vt:lpstr>
      <vt:lpstr>Mapeamento MER – Relacional Passos de Mapeamento</vt:lpstr>
      <vt:lpstr>Mapeamento MER – Relacional Passos de Mapeamento</vt:lpstr>
      <vt:lpstr>Exercício</vt:lpstr>
      <vt:lpstr>Normalização de Dados</vt:lpstr>
      <vt:lpstr>Normalização de Dados</vt:lpstr>
      <vt:lpstr>SGBD + Banco de Dados</vt:lpstr>
      <vt:lpstr>Consistência de Dados</vt:lpstr>
      <vt:lpstr>Consistência de Dados</vt:lpstr>
      <vt:lpstr>Formas Normais Primeira Forma Normal</vt:lpstr>
      <vt:lpstr>Formas Normais Primeira Forma Normal</vt:lpstr>
      <vt:lpstr>Formas Normais Primeira Forma Normal</vt:lpstr>
      <vt:lpstr>Formas Normais Primeira Forma Normal</vt:lpstr>
      <vt:lpstr>Formas Normais Primeira Forma Normal</vt:lpstr>
      <vt:lpstr>Formas Normais Primeira Forma Normal</vt:lpstr>
      <vt:lpstr>Formas Normais Atributo Primo</vt:lpstr>
      <vt:lpstr>Formas Normais Segunda Forma Normal</vt:lpstr>
      <vt:lpstr>Formas Normais Segunda Forma Normal</vt:lpstr>
      <vt:lpstr>Formas Normais Segunda Forma Normal</vt:lpstr>
      <vt:lpstr>Formas Normais Segunda Forma Normal</vt:lpstr>
      <vt:lpstr>Formas Normais Segunda Forma Normal</vt:lpstr>
      <vt:lpstr>Formas Normais Segunda Forma Normal</vt:lpstr>
      <vt:lpstr>Formas Normais Terceira Forma Normal</vt:lpstr>
      <vt:lpstr>Formas Normais Terceira Forma Normal</vt:lpstr>
      <vt:lpstr>Curso</vt:lpstr>
      <vt:lpstr>Apresentação do PowerPoint</vt:lpstr>
      <vt:lpstr>Formas Normais Considerações Finais</vt:lpstr>
      <vt:lpstr>Formas Normais Considerações Finais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Banco de Dados.ppt</dc:title>
  <dc:creator>PROD-SFSantos</dc:creator>
  <cp:lastModifiedBy>Joel Teixeira Cunha</cp:lastModifiedBy>
  <cp:revision>15</cp:revision>
  <dcterms:created xsi:type="dcterms:W3CDTF">2026-03-14T14:06:01Z</dcterms:created>
  <dcterms:modified xsi:type="dcterms:W3CDTF">2026-03-18T14:43:32Z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2006-09-25T00:00:00Z</vt:filetime>
  </property>
  <property fmtid="{D5CDD505-2E9C-101B-9397-08002B2CF9AE}" pid="3" name="Creator">
    <vt:lpwstr>PScript5.dll Version 5.2</vt:lpwstr>
  </property>
  <property fmtid="{D5CDD505-2E9C-101B-9397-08002B2CF9AE}" pid="4" name="LastSaved">
    <vt:filetime>2026-03-14T00:00:00Z</vt:filetime>
  </property>
  <property fmtid="{D5CDD505-2E9C-101B-9397-08002B2CF9AE}" pid="5" name="Producer">
    <vt:lpwstr>GPL Ghostscript 8.15</vt:lpwstr>
  </property>
</Properties>
</file>